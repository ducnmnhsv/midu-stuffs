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23"/>
  </p:notesMasterIdLst>
  <p:sldIdLst>
    <p:sldId id="256" r:id="rId2"/>
    <p:sldId id="257" r:id="rId3"/>
    <p:sldId id="258" r:id="rId4"/>
    <p:sldId id="259" r:id="rId5"/>
    <p:sldId id="260" r:id="rId6"/>
    <p:sldId id="276"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D49A3F-A654-43C8-8CDC-EB5F29FED6CB}" v="6" dt="2026-06-12T11:27:02.437"/>
    <p1510:client id="{B3E3C042-71CD-3266-BCBC-5C65A05EC033}" v="491" dt="2026-06-12T10:29:57.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Thị Nhung" userId="efd89869-bc98-4b2c-bb90-b9c8e6d4161a" providerId="ADAL" clId="{DCAAFEC8-F2DD-4A3E-A2C2-F9BBB99E8761}"/>
    <pc:docChg chg="undo custSel addSld delSld modSld">
      <pc:chgData name="Phạm Thị Nhung" userId="efd89869-bc98-4b2c-bb90-b9c8e6d4161a" providerId="ADAL" clId="{DCAAFEC8-F2DD-4A3E-A2C2-F9BBB99E8761}" dt="2026-06-12T11:27:02.434" v="133"/>
      <pc:docMkLst>
        <pc:docMk/>
      </pc:docMkLst>
      <pc:sldChg chg="modSp mod">
        <pc:chgData name="Phạm Thị Nhung" userId="efd89869-bc98-4b2c-bb90-b9c8e6d4161a" providerId="ADAL" clId="{DCAAFEC8-F2DD-4A3E-A2C2-F9BBB99E8761}" dt="2026-06-05T12:32:58.955" v="1" actId="108"/>
        <pc:sldMkLst>
          <pc:docMk/>
          <pc:sldMk cId="0" sldId="258"/>
        </pc:sldMkLst>
        <pc:spChg chg="mod">
          <ac:chgData name="Phạm Thị Nhung" userId="efd89869-bc98-4b2c-bb90-b9c8e6d4161a" providerId="ADAL" clId="{DCAAFEC8-F2DD-4A3E-A2C2-F9BBB99E8761}" dt="2026-06-05T12:32:51.329" v="0" actId="207"/>
          <ac:spMkLst>
            <pc:docMk/>
            <pc:sldMk cId="0" sldId="258"/>
            <ac:spMk id="43" creationId="{00000000-0000-0000-0000-000000000000}"/>
          </ac:spMkLst>
        </pc:spChg>
        <pc:spChg chg="mod">
          <ac:chgData name="Phạm Thị Nhung" userId="efd89869-bc98-4b2c-bb90-b9c8e6d4161a" providerId="ADAL" clId="{DCAAFEC8-F2DD-4A3E-A2C2-F9BBB99E8761}" dt="2026-06-05T12:32:58.955" v="1" actId="108"/>
          <ac:spMkLst>
            <pc:docMk/>
            <pc:sldMk cId="0" sldId="258"/>
            <ac:spMk id="44" creationId="{00000000-0000-0000-0000-000000000000}"/>
          </ac:spMkLst>
        </pc:spChg>
      </pc:sldChg>
      <pc:sldChg chg="modSp mod">
        <pc:chgData name="Phạm Thị Nhung" userId="efd89869-bc98-4b2c-bb90-b9c8e6d4161a" providerId="ADAL" clId="{DCAAFEC8-F2DD-4A3E-A2C2-F9BBB99E8761}" dt="2026-06-05T12:34:21.811" v="12" actId="20577"/>
        <pc:sldMkLst>
          <pc:docMk/>
          <pc:sldMk cId="0" sldId="260"/>
        </pc:sldMkLst>
        <pc:spChg chg="mod">
          <ac:chgData name="Phạm Thị Nhung" userId="efd89869-bc98-4b2c-bb90-b9c8e6d4161a" providerId="ADAL" clId="{DCAAFEC8-F2DD-4A3E-A2C2-F9BBB99E8761}" dt="2026-06-05T12:34:21.811" v="12" actId="20577"/>
          <ac:spMkLst>
            <pc:docMk/>
            <pc:sldMk cId="0" sldId="260"/>
            <ac:spMk id="52" creationId="{00000000-0000-0000-0000-000000000000}"/>
          </ac:spMkLst>
        </pc:spChg>
      </pc:sldChg>
      <pc:sldChg chg="modSp mod">
        <pc:chgData name="Phạm Thị Nhung" userId="efd89869-bc98-4b2c-bb90-b9c8e6d4161a" providerId="ADAL" clId="{DCAAFEC8-F2DD-4A3E-A2C2-F9BBB99E8761}" dt="2026-06-05T12:37:56.496" v="62" actId="207"/>
        <pc:sldMkLst>
          <pc:docMk/>
          <pc:sldMk cId="0" sldId="261"/>
        </pc:sldMkLst>
        <pc:spChg chg="mod">
          <ac:chgData name="Phạm Thị Nhung" userId="efd89869-bc98-4b2c-bb90-b9c8e6d4161a" providerId="ADAL" clId="{DCAAFEC8-F2DD-4A3E-A2C2-F9BBB99E8761}" dt="2026-06-05T12:37:56.496" v="62" actId="207"/>
          <ac:spMkLst>
            <pc:docMk/>
            <pc:sldMk cId="0" sldId="261"/>
            <ac:spMk id="44" creationId="{00000000-0000-0000-0000-000000000000}"/>
          </ac:spMkLst>
        </pc:spChg>
      </pc:sldChg>
      <pc:sldChg chg="add del setBg">
        <pc:chgData name="Phạm Thị Nhung" userId="efd89869-bc98-4b2c-bb90-b9c8e6d4161a" providerId="ADAL" clId="{DCAAFEC8-F2DD-4A3E-A2C2-F9BBB99E8761}" dt="2026-06-12T11:27:02.434" v="133"/>
        <pc:sldMkLst>
          <pc:docMk/>
          <pc:sldMk cId="0" sldId="263"/>
        </pc:sldMkLst>
      </pc:sldChg>
      <pc:sldChg chg="add del setBg">
        <pc:chgData name="Phạm Thị Nhung" userId="efd89869-bc98-4b2c-bb90-b9c8e6d4161a" providerId="ADAL" clId="{DCAAFEC8-F2DD-4A3E-A2C2-F9BBB99E8761}" dt="2026-06-12T11:27:02.434" v="133"/>
        <pc:sldMkLst>
          <pc:docMk/>
          <pc:sldMk cId="0" sldId="264"/>
        </pc:sldMkLst>
      </pc:sldChg>
      <pc:sldChg chg="add del setBg">
        <pc:chgData name="Phạm Thị Nhung" userId="efd89869-bc98-4b2c-bb90-b9c8e6d4161a" providerId="ADAL" clId="{DCAAFEC8-F2DD-4A3E-A2C2-F9BBB99E8761}" dt="2026-06-12T11:27:02.434" v="133"/>
        <pc:sldMkLst>
          <pc:docMk/>
          <pc:sldMk cId="0" sldId="265"/>
        </pc:sldMkLst>
      </pc:sldChg>
      <pc:sldChg chg="add del setBg">
        <pc:chgData name="Phạm Thị Nhung" userId="efd89869-bc98-4b2c-bb90-b9c8e6d4161a" providerId="ADAL" clId="{DCAAFEC8-F2DD-4A3E-A2C2-F9BBB99E8761}" dt="2026-06-12T11:27:02.434" v="133"/>
        <pc:sldMkLst>
          <pc:docMk/>
          <pc:sldMk cId="0" sldId="266"/>
        </pc:sldMkLst>
      </pc:sldChg>
      <pc:sldChg chg="add del setBg">
        <pc:chgData name="Phạm Thị Nhung" userId="efd89869-bc98-4b2c-bb90-b9c8e6d4161a" providerId="ADAL" clId="{DCAAFEC8-F2DD-4A3E-A2C2-F9BBB99E8761}" dt="2026-06-12T11:17:57.164" v="127"/>
        <pc:sldMkLst>
          <pc:docMk/>
          <pc:sldMk cId="0" sldId="268"/>
        </pc:sldMkLst>
      </pc:sldChg>
      <pc:sldChg chg="modSp add del mod setBg">
        <pc:chgData name="Phạm Thị Nhung" userId="efd89869-bc98-4b2c-bb90-b9c8e6d4161a" providerId="ADAL" clId="{DCAAFEC8-F2DD-4A3E-A2C2-F9BBB99E8761}" dt="2026-06-12T11:17:57.164" v="127"/>
        <pc:sldMkLst>
          <pc:docMk/>
          <pc:sldMk cId="0" sldId="269"/>
        </pc:sldMkLst>
        <pc:spChg chg="mod">
          <ac:chgData name="Phạm Thị Nhung" userId="efd89869-bc98-4b2c-bb90-b9c8e6d4161a" providerId="ADAL" clId="{DCAAFEC8-F2DD-4A3E-A2C2-F9BBB99E8761}" dt="2026-06-05T12:38:44.574" v="63" actId="207"/>
          <ac:spMkLst>
            <pc:docMk/>
            <pc:sldMk cId="0" sldId="269"/>
            <ac:spMk id="44" creationId="{00000000-0000-0000-0000-000000000000}"/>
          </ac:spMkLst>
        </pc:spChg>
        <pc:spChg chg="mod">
          <ac:chgData name="Phạm Thị Nhung" userId="efd89869-bc98-4b2c-bb90-b9c8e6d4161a" providerId="ADAL" clId="{DCAAFEC8-F2DD-4A3E-A2C2-F9BBB99E8761}" dt="2026-06-05T12:38:54.315" v="65" actId="1076"/>
          <ac:spMkLst>
            <pc:docMk/>
            <pc:sldMk cId="0" sldId="269"/>
            <ac:spMk id="63" creationId="{BCAF2B28-4CF5-F58C-EC88-7BDD4BD7BD43}"/>
          </ac:spMkLst>
        </pc:spChg>
      </pc:sldChg>
      <pc:sldChg chg="modSp add del mod setBg">
        <pc:chgData name="Phạm Thị Nhung" userId="efd89869-bc98-4b2c-bb90-b9c8e6d4161a" providerId="ADAL" clId="{DCAAFEC8-F2DD-4A3E-A2C2-F9BBB99E8761}" dt="2026-06-12T11:17:57.164" v="127"/>
        <pc:sldMkLst>
          <pc:docMk/>
          <pc:sldMk cId="0" sldId="270"/>
        </pc:sldMkLst>
        <pc:spChg chg="mod">
          <ac:chgData name="Phạm Thị Nhung" userId="efd89869-bc98-4b2c-bb90-b9c8e6d4161a" providerId="ADAL" clId="{DCAAFEC8-F2DD-4A3E-A2C2-F9BBB99E8761}" dt="2026-06-05T12:39:08.934" v="68" actId="114"/>
          <ac:spMkLst>
            <pc:docMk/>
            <pc:sldMk cId="0" sldId="270"/>
            <ac:spMk id="41" creationId="{00000000-0000-0000-0000-000000000000}"/>
          </ac:spMkLst>
        </pc:spChg>
      </pc:sldChg>
      <pc:sldChg chg="modSp add del mod setBg">
        <pc:chgData name="Phạm Thị Nhung" userId="efd89869-bc98-4b2c-bb90-b9c8e6d4161a" providerId="ADAL" clId="{DCAAFEC8-F2DD-4A3E-A2C2-F9BBB99E8761}" dt="2026-06-12T11:17:57.164" v="127"/>
        <pc:sldMkLst>
          <pc:docMk/>
          <pc:sldMk cId="0" sldId="271"/>
        </pc:sldMkLst>
        <pc:spChg chg="mod">
          <ac:chgData name="Phạm Thị Nhung" userId="efd89869-bc98-4b2c-bb90-b9c8e6d4161a" providerId="ADAL" clId="{DCAAFEC8-F2DD-4A3E-A2C2-F9BBB99E8761}" dt="2026-06-05T12:39:13.271" v="69" actId="114"/>
          <ac:spMkLst>
            <pc:docMk/>
            <pc:sldMk cId="0" sldId="271"/>
            <ac:spMk id="23" creationId="{00000000-0000-0000-0000-000000000000}"/>
          </ac:spMkLst>
        </pc:spChg>
      </pc:sldChg>
      <pc:sldChg chg="add del setBg">
        <pc:chgData name="Phạm Thị Nhung" userId="efd89869-bc98-4b2c-bb90-b9c8e6d4161a" providerId="ADAL" clId="{DCAAFEC8-F2DD-4A3E-A2C2-F9BBB99E8761}" dt="2026-06-12T11:17:57.164" v="127"/>
        <pc:sldMkLst>
          <pc:docMk/>
          <pc:sldMk cId="0" sldId="272"/>
        </pc:sldMkLst>
      </pc:sldChg>
      <pc:sldChg chg="add del setBg">
        <pc:chgData name="Phạm Thị Nhung" userId="efd89869-bc98-4b2c-bb90-b9c8e6d4161a" providerId="ADAL" clId="{DCAAFEC8-F2DD-4A3E-A2C2-F9BBB99E8761}" dt="2026-06-12T11:17:57.164" v="127"/>
        <pc:sldMkLst>
          <pc:docMk/>
          <pc:sldMk cId="0" sldId="273"/>
        </pc:sldMkLst>
      </pc:sldChg>
      <pc:sldChg chg="addSp delSp modSp mod">
        <pc:chgData name="Phạm Thị Nhung" userId="efd89869-bc98-4b2c-bb90-b9c8e6d4161a" providerId="ADAL" clId="{DCAAFEC8-F2DD-4A3E-A2C2-F9BBB99E8761}" dt="2026-06-05T12:40:11.667" v="123" actId="20577"/>
        <pc:sldMkLst>
          <pc:docMk/>
          <pc:sldMk cId="0" sldId="274"/>
        </pc:sldMkLst>
        <pc:spChg chg="mod">
          <ac:chgData name="Phạm Thị Nhung" userId="efd89869-bc98-4b2c-bb90-b9c8e6d4161a" providerId="ADAL" clId="{DCAAFEC8-F2DD-4A3E-A2C2-F9BBB99E8761}" dt="2026-06-05T12:40:11.667" v="123" actId="20577"/>
          <ac:spMkLst>
            <pc:docMk/>
            <pc:sldMk cId="0" sldId="274"/>
            <ac:spMk id="4" creationId="{00000000-0000-0000-0000-000000000000}"/>
          </ac:spMkLst>
        </pc:spChg>
        <pc:spChg chg="mod">
          <ac:chgData name="Phạm Thị Nhung" userId="efd89869-bc98-4b2c-bb90-b9c8e6d4161a" providerId="ADAL" clId="{DCAAFEC8-F2DD-4A3E-A2C2-F9BBB99E8761}" dt="2026-06-05T12:39:53.709" v="114" actId="20577"/>
          <ac:spMkLst>
            <pc:docMk/>
            <pc:sldMk cId="0" sldId="274"/>
            <ac:spMk id="21" creationId="{00000000-0000-0000-0000-000000000000}"/>
          </ac:spMkLst>
        </pc:spChg>
        <pc:picChg chg="add del">
          <ac:chgData name="Phạm Thị Nhung" userId="efd89869-bc98-4b2c-bb90-b9c8e6d4161a" providerId="ADAL" clId="{DCAAFEC8-F2DD-4A3E-A2C2-F9BBB99E8761}" dt="2026-06-05T12:39:43.094" v="74" actId="478"/>
          <ac:picMkLst>
            <pc:docMk/>
            <pc:sldMk cId="0" sldId="274"/>
            <ac:picMk id="20" creationId="{00000000-0000-0000-0000-000000000000}"/>
          </ac:picMkLst>
        </pc:picChg>
      </pc:sldChg>
      <pc:sldChg chg="modSp mod">
        <pc:chgData name="Phạm Thị Nhung" userId="efd89869-bc98-4b2c-bb90-b9c8e6d4161a" providerId="ADAL" clId="{DCAAFEC8-F2DD-4A3E-A2C2-F9BBB99E8761}" dt="2026-06-05T12:37:34.451" v="37" actId="1076"/>
        <pc:sldMkLst>
          <pc:docMk/>
          <pc:sldMk cId="3502350973" sldId="276"/>
        </pc:sldMkLst>
        <pc:spChg chg="mod">
          <ac:chgData name="Phạm Thị Nhung" userId="efd89869-bc98-4b2c-bb90-b9c8e6d4161a" providerId="ADAL" clId="{DCAAFEC8-F2DD-4A3E-A2C2-F9BBB99E8761}" dt="2026-06-05T12:36:11.875" v="22" actId="20577"/>
          <ac:spMkLst>
            <pc:docMk/>
            <pc:sldMk cId="3502350973" sldId="276"/>
            <ac:spMk id="25" creationId="{1ADB76E5-7DA5-E806-6042-8B365DF3780F}"/>
          </ac:spMkLst>
        </pc:spChg>
        <pc:spChg chg="mod">
          <ac:chgData name="Phạm Thị Nhung" userId="efd89869-bc98-4b2c-bb90-b9c8e6d4161a" providerId="ADAL" clId="{DCAAFEC8-F2DD-4A3E-A2C2-F9BBB99E8761}" dt="2026-06-05T12:37:12.804" v="30" actId="14100"/>
          <ac:spMkLst>
            <pc:docMk/>
            <pc:sldMk cId="3502350973" sldId="276"/>
            <ac:spMk id="34" creationId="{9D41551B-8FC1-21FF-E457-44B25C824A09}"/>
          </ac:spMkLst>
        </pc:spChg>
        <pc:spChg chg="mod">
          <ac:chgData name="Phạm Thị Nhung" userId="efd89869-bc98-4b2c-bb90-b9c8e6d4161a" providerId="ADAL" clId="{DCAAFEC8-F2DD-4A3E-A2C2-F9BBB99E8761}" dt="2026-06-05T12:37:07.781" v="29" actId="1076"/>
          <ac:spMkLst>
            <pc:docMk/>
            <pc:sldMk cId="3502350973" sldId="276"/>
            <ac:spMk id="35" creationId="{D78BE04A-7A11-B773-DEA7-5A2193E56731}"/>
          </ac:spMkLst>
        </pc:spChg>
        <pc:spChg chg="mod">
          <ac:chgData name="Phạm Thị Nhung" userId="efd89869-bc98-4b2c-bb90-b9c8e6d4161a" providerId="ADAL" clId="{DCAAFEC8-F2DD-4A3E-A2C2-F9BBB99E8761}" dt="2026-06-05T12:37:15.621" v="31" actId="14100"/>
          <ac:spMkLst>
            <pc:docMk/>
            <pc:sldMk cId="3502350973" sldId="276"/>
            <ac:spMk id="36" creationId="{06924278-3D9E-7DB4-E955-D3BC227AEB9A}"/>
          </ac:spMkLst>
        </pc:spChg>
        <pc:spChg chg="mod">
          <ac:chgData name="Phạm Thị Nhung" userId="efd89869-bc98-4b2c-bb90-b9c8e6d4161a" providerId="ADAL" clId="{DCAAFEC8-F2DD-4A3E-A2C2-F9BBB99E8761}" dt="2026-06-05T12:37:27.516" v="35" actId="1076"/>
          <ac:spMkLst>
            <pc:docMk/>
            <pc:sldMk cId="3502350973" sldId="276"/>
            <ac:spMk id="37" creationId="{44906454-95F8-C9D0-652C-F6EFAC49CDF1}"/>
          </ac:spMkLst>
        </pc:spChg>
        <pc:spChg chg="mod">
          <ac:chgData name="Phạm Thị Nhung" userId="efd89869-bc98-4b2c-bb90-b9c8e6d4161a" providerId="ADAL" clId="{DCAAFEC8-F2DD-4A3E-A2C2-F9BBB99E8761}" dt="2026-06-05T12:37:18.163" v="32" actId="14100"/>
          <ac:spMkLst>
            <pc:docMk/>
            <pc:sldMk cId="3502350973" sldId="276"/>
            <ac:spMk id="38" creationId="{31CBBF44-C361-1829-A1E9-A5E9F556237A}"/>
          </ac:spMkLst>
        </pc:spChg>
        <pc:spChg chg="mod">
          <ac:chgData name="Phạm Thị Nhung" userId="efd89869-bc98-4b2c-bb90-b9c8e6d4161a" providerId="ADAL" clId="{DCAAFEC8-F2DD-4A3E-A2C2-F9BBB99E8761}" dt="2026-06-05T12:37:31.676" v="36" actId="1076"/>
          <ac:spMkLst>
            <pc:docMk/>
            <pc:sldMk cId="3502350973" sldId="276"/>
            <ac:spMk id="39" creationId="{7449530A-29F1-5754-85CF-B0770419DE66}"/>
          </ac:spMkLst>
        </pc:spChg>
        <pc:spChg chg="mod">
          <ac:chgData name="Phạm Thị Nhung" userId="efd89869-bc98-4b2c-bb90-b9c8e6d4161a" providerId="ADAL" clId="{DCAAFEC8-F2DD-4A3E-A2C2-F9BBB99E8761}" dt="2026-06-05T12:37:20.483" v="33" actId="14100"/>
          <ac:spMkLst>
            <pc:docMk/>
            <pc:sldMk cId="3502350973" sldId="276"/>
            <ac:spMk id="40" creationId="{801D6B8A-0D7A-58AE-6BDA-C9EB52CE1822}"/>
          </ac:spMkLst>
        </pc:spChg>
        <pc:spChg chg="mod">
          <ac:chgData name="Phạm Thị Nhung" userId="efd89869-bc98-4b2c-bb90-b9c8e6d4161a" providerId="ADAL" clId="{DCAAFEC8-F2DD-4A3E-A2C2-F9BBB99E8761}" dt="2026-06-05T12:37:34.451" v="37" actId="1076"/>
          <ac:spMkLst>
            <pc:docMk/>
            <pc:sldMk cId="3502350973" sldId="276"/>
            <ac:spMk id="41" creationId="{8B78195A-663E-1614-19E5-73E5F20F4D15}"/>
          </ac:spMkLst>
        </pc:spChg>
        <pc:spChg chg="mod">
          <ac:chgData name="Phạm Thị Nhung" userId="efd89869-bc98-4b2c-bb90-b9c8e6d4161a" providerId="ADAL" clId="{DCAAFEC8-F2DD-4A3E-A2C2-F9BBB99E8761}" dt="2026-06-05T12:37:22.972" v="34" actId="14100"/>
          <ac:spMkLst>
            <pc:docMk/>
            <pc:sldMk cId="3502350973" sldId="276"/>
            <ac:spMk id="42" creationId="{162EABFD-7B3F-68B0-1326-E9804827E219}"/>
          </ac:spMkLst>
        </pc:spChg>
      </pc:sldChg>
      <pc:sldChg chg="add del setBg">
        <pc:chgData name="Phạm Thị Nhung" userId="efd89869-bc98-4b2c-bb90-b9c8e6d4161a" providerId="ADAL" clId="{DCAAFEC8-F2DD-4A3E-A2C2-F9BBB99E8761}" dt="2026-06-12T11:17:30.523" v="125"/>
        <pc:sldMkLst>
          <pc:docMk/>
          <pc:sldMk cId="0" sldId="277"/>
        </pc:sldMkLst>
      </pc:sldChg>
      <pc:sldChg chg="add del setBg">
        <pc:chgData name="Phạm Thị Nhung" userId="efd89869-bc98-4b2c-bb90-b9c8e6d4161a" providerId="ADAL" clId="{DCAAFEC8-F2DD-4A3E-A2C2-F9BBB99E8761}" dt="2026-06-12T11:17:30.523" v="125"/>
        <pc:sldMkLst>
          <pc:docMk/>
          <pc:sldMk cId="0" sldId="278"/>
        </pc:sldMkLst>
      </pc:sldChg>
      <pc:sldChg chg="add del setBg">
        <pc:chgData name="Phạm Thị Nhung" userId="efd89869-bc98-4b2c-bb90-b9c8e6d4161a" providerId="ADAL" clId="{DCAAFEC8-F2DD-4A3E-A2C2-F9BBB99E8761}" dt="2026-06-12T11:17:30.523" v="125"/>
        <pc:sldMkLst>
          <pc:docMk/>
          <pc:sldMk cId="0" sldId="279"/>
        </pc:sldMkLst>
      </pc:sldChg>
      <pc:sldChg chg="add del setBg">
        <pc:chgData name="Phạm Thị Nhung" userId="efd89869-bc98-4b2c-bb90-b9c8e6d4161a" providerId="ADAL" clId="{DCAAFEC8-F2DD-4A3E-A2C2-F9BBB99E8761}" dt="2026-06-12T11:17:30.523" v="125"/>
        <pc:sldMkLst>
          <pc:docMk/>
          <pc:sldMk cId="0" sldId="280"/>
        </pc:sldMkLst>
      </pc:sldChg>
      <pc:sldChg chg="add del setBg">
        <pc:chgData name="Phạm Thị Nhung" userId="efd89869-bc98-4b2c-bb90-b9c8e6d4161a" providerId="ADAL" clId="{DCAAFEC8-F2DD-4A3E-A2C2-F9BBB99E8761}" dt="2026-06-12T11:17:30.523" v="125"/>
        <pc:sldMkLst>
          <pc:docMk/>
          <pc:sldMk cId="0" sldId="281"/>
        </pc:sldMkLst>
      </pc:sldChg>
      <pc:sldChg chg="add del setBg">
        <pc:chgData name="Phạm Thị Nhung" userId="efd89869-bc98-4b2c-bb90-b9c8e6d4161a" providerId="ADAL" clId="{DCAAFEC8-F2DD-4A3E-A2C2-F9BBB99E8761}" dt="2026-06-12T11:17:30.523" v="125"/>
        <pc:sldMkLst>
          <pc:docMk/>
          <pc:sldMk cId="0" sldId="282"/>
        </pc:sldMkLst>
      </pc:sldChg>
    </pc:docChg>
  </pc:docChgLst>
  <pc:docChgLst>
    <pc:chgData name="Hoàng Võ Phượng Trang" userId="S::tranghvp@nhsv.vn::8cd0370f-488a-490a-9cb7-5453f06a8503" providerId="AD" clId="Web-{A6E6CB44-5B09-986A-407A-2122E2404914}"/>
    <pc:docChg chg="addSld modSld">
      <pc:chgData name="Hoàng Võ Phượng Trang" userId="S::tranghvp@nhsv.vn::8cd0370f-488a-490a-9cb7-5453f06a8503" providerId="AD" clId="Web-{A6E6CB44-5B09-986A-407A-2122E2404914}" dt="2026-06-05T11:38:21.540" v="521" actId="20577"/>
      <pc:docMkLst>
        <pc:docMk/>
      </pc:docMkLst>
      <pc:sldChg chg="modSp">
        <pc:chgData name="Hoàng Võ Phượng Trang" userId="S::tranghvp@nhsv.vn::8cd0370f-488a-490a-9cb7-5453f06a8503" providerId="AD" clId="Web-{A6E6CB44-5B09-986A-407A-2122E2404914}" dt="2026-06-05T11:27:17.364" v="509" actId="20577"/>
        <pc:sldMkLst>
          <pc:docMk/>
          <pc:sldMk cId="0" sldId="258"/>
        </pc:sldMkLst>
        <pc:spChg chg="mod">
          <ac:chgData name="Hoàng Võ Phượng Trang" userId="S::tranghvp@nhsv.vn::8cd0370f-488a-490a-9cb7-5453f06a8503" providerId="AD" clId="Web-{A6E6CB44-5B09-986A-407A-2122E2404914}" dt="2026-06-05T11:27:17.364" v="509" actId="20577"/>
          <ac:spMkLst>
            <pc:docMk/>
            <pc:sldMk cId="0" sldId="258"/>
            <ac:spMk id="44" creationId="{00000000-0000-0000-0000-000000000000}"/>
          </ac:spMkLst>
        </pc:spChg>
      </pc:sldChg>
      <pc:sldChg chg="addSp delSp modSp">
        <pc:chgData name="Hoàng Võ Phượng Trang" userId="S::tranghvp@nhsv.vn::8cd0370f-488a-490a-9cb7-5453f06a8503" providerId="AD" clId="Web-{A6E6CB44-5B09-986A-407A-2122E2404914}" dt="2026-06-05T11:36:39.896" v="512" actId="20577"/>
        <pc:sldMkLst>
          <pc:docMk/>
          <pc:sldMk cId="0" sldId="259"/>
        </pc:sldMkLst>
        <pc:spChg chg="mod">
          <ac:chgData name="Hoàng Võ Phượng Trang" userId="S::tranghvp@nhsv.vn::8cd0370f-488a-490a-9cb7-5453f06a8503" providerId="AD" clId="Web-{A6E6CB44-5B09-986A-407A-2122E2404914}" dt="2026-06-05T10:33:48.560" v="70" actId="1076"/>
          <ac:spMkLst>
            <pc:docMk/>
            <pc:sldMk cId="0" sldId="259"/>
            <ac:spMk id="16" creationId="{00000000-0000-0000-0000-000000000000}"/>
          </ac:spMkLst>
        </pc:spChg>
        <pc:spChg chg="mod">
          <ac:chgData name="Hoàng Võ Phượng Trang" userId="S::tranghvp@nhsv.vn::8cd0370f-488a-490a-9cb7-5453f06a8503" providerId="AD" clId="Web-{A6E6CB44-5B09-986A-407A-2122E2404914}" dt="2026-06-05T11:36:27.255" v="510" actId="20577"/>
          <ac:spMkLst>
            <pc:docMk/>
            <pc:sldMk cId="0" sldId="259"/>
            <ac:spMk id="25" creationId="{00000000-0000-0000-0000-000000000000}"/>
          </ac:spMkLst>
        </pc:spChg>
        <pc:spChg chg="mod">
          <ac:chgData name="Hoàng Võ Phượng Trang" userId="S::tranghvp@nhsv.vn::8cd0370f-488a-490a-9cb7-5453f06a8503" providerId="AD" clId="Web-{A6E6CB44-5B09-986A-407A-2122E2404914}" dt="2026-06-05T10:33:58.498" v="71" actId="20577"/>
          <ac:spMkLst>
            <pc:docMk/>
            <pc:sldMk cId="0" sldId="259"/>
            <ac:spMk id="33" creationId="{00000000-0000-0000-0000-000000000000}"/>
          </ac:spMkLst>
        </pc:spChg>
        <pc:spChg chg="add mod">
          <ac:chgData name="Hoàng Võ Phượng Trang" userId="S::tranghvp@nhsv.vn::8cd0370f-488a-490a-9cb7-5453f06a8503" providerId="AD" clId="Web-{A6E6CB44-5B09-986A-407A-2122E2404914}" dt="2026-06-05T10:51:38.688" v="223" actId="1076"/>
          <ac:spMkLst>
            <pc:docMk/>
            <pc:sldMk cId="0" sldId="259"/>
            <ac:spMk id="54" creationId="{569D0C75-8140-35E0-C517-C14F760230D3}"/>
          </ac:spMkLst>
        </pc:spChg>
        <pc:spChg chg="add mod">
          <ac:chgData name="Hoàng Võ Phượng Trang" userId="S::tranghvp@nhsv.vn::8cd0370f-488a-490a-9cb7-5453f06a8503" providerId="AD" clId="Web-{A6E6CB44-5B09-986A-407A-2122E2404914}" dt="2026-06-05T11:36:33.067" v="511" actId="20577"/>
          <ac:spMkLst>
            <pc:docMk/>
            <pc:sldMk cId="0" sldId="259"/>
            <ac:spMk id="55" creationId="{39EDF6AB-FD5A-43CF-9350-BA78941028A4}"/>
          </ac:spMkLst>
        </pc:spChg>
        <pc:spChg chg="add mod">
          <ac:chgData name="Hoàng Võ Phượng Trang" userId="S::tranghvp@nhsv.vn::8cd0370f-488a-490a-9cb7-5453f06a8503" providerId="AD" clId="Web-{A6E6CB44-5B09-986A-407A-2122E2404914}" dt="2026-06-05T10:51:38.813" v="225" actId="1076"/>
          <ac:spMkLst>
            <pc:docMk/>
            <pc:sldMk cId="0" sldId="259"/>
            <ac:spMk id="56" creationId="{1FEC4517-F71D-307B-8738-6C969AC0B551}"/>
          </ac:spMkLst>
        </pc:spChg>
        <pc:spChg chg="add mod">
          <ac:chgData name="Hoàng Võ Phượng Trang" userId="S::tranghvp@nhsv.vn::8cd0370f-488a-490a-9cb7-5453f06a8503" providerId="AD" clId="Web-{A6E6CB44-5B09-986A-407A-2122E2404914}" dt="2026-06-05T10:51:38.860" v="226" actId="1076"/>
          <ac:spMkLst>
            <pc:docMk/>
            <pc:sldMk cId="0" sldId="259"/>
            <ac:spMk id="57" creationId="{865B7EB8-1DC1-1045-B68C-718A183EC146}"/>
          </ac:spMkLst>
        </pc:spChg>
        <pc:spChg chg="add mod">
          <ac:chgData name="Hoàng Võ Phượng Trang" userId="S::tranghvp@nhsv.vn::8cd0370f-488a-490a-9cb7-5453f06a8503" providerId="AD" clId="Web-{A6E6CB44-5B09-986A-407A-2122E2404914}" dt="2026-06-05T10:51:38.906" v="227" actId="1076"/>
          <ac:spMkLst>
            <pc:docMk/>
            <pc:sldMk cId="0" sldId="259"/>
            <ac:spMk id="58" creationId="{5486AFAB-FE7B-FEC7-C5F4-6010B77131E3}"/>
          </ac:spMkLst>
        </pc:spChg>
        <pc:spChg chg="add mod">
          <ac:chgData name="Hoàng Võ Phượng Trang" userId="S::tranghvp@nhsv.vn::8cd0370f-488a-490a-9cb7-5453f06a8503" providerId="AD" clId="Web-{A6E6CB44-5B09-986A-407A-2122E2404914}" dt="2026-06-05T10:51:38.953" v="228" actId="1076"/>
          <ac:spMkLst>
            <pc:docMk/>
            <pc:sldMk cId="0" sldId="259"/>
            <ac:spMk id="59" creationId="{84AD0694-ED1D-2146-6542-7933C2AFC0DB}"/>
          </ac:spMkLst>
        </pc:spChg>
        <pc:spChg chg="add mod">
          <ac:chgData name="Hoàng Võ Phượng Trang" userId="S::tranghvp@nhsv.vn::8cd0370f-488a-490a-9cb7-5453f06a8503" providerId="AD" clId="Web-{A6E6CB44-5B09-986A-407A-2122E2404914}" dt="2026-06-05T10:51:39" v="229" actId="1076"/>
          <ac:spMkLst>
            <pc:docMk/>
            <pc:sldMk cId="0" sldId="259"/>
            <ac:spMk id="60" creationId="{C66B53C1-FAE8-4EA4-38A6-23E3B3D3EB4E}"/>
          </ac:spMkLst>
        </pc:spChg>
        <pc:spChg chg="add mod">
          <ac:chgData name="Hoàng Võ Phượng Trang" userId="S::tranghvp@nhsv.vn::8cd0370f-488a-490a-9cb7-5453f06a8503" providerId="AD" clId="Web-{A6E6CB44-5B09-986A-407A-2122E2404914}" dt="2026-06-05T10:51:39.047" v="230" actId="1076"/>
          <ac:spMkLst>
            <pc:docMk/>
            <pc:sldMk cId="0" sldId="259"/>
            <ac:spMk id="61" creationId="{B42E2F4E-93DF-44F0-B81E-B85C7F13AC76}"/>
          </ac:spMkLst>
        </pc:spChg>
        <pc:spChg chg="add mod">
          <ac:chgData name="Hoàng Võ Phượng Trang" userId="S::tranghvp@nhsv.vn::8cd0370f-488a-490a-9cb7-5453f06a8503" providerId="AD" clId="Web-{A6E6CB44-5B09-986A-407A-2122E2404914}" dt="2026-06-05T10:51:39.110" v="231" actId="1076"/>
          <ac:spMkLst>
            <pc:docMk/>
            <pc:sldMk cId="0" sldId="259"/>
            <ac:spMk id="62" creationId="{92D743E0-C719-FEC4-369D-79F3BC138449}"/>
          </ac:spMkLst>
        </pc:spChg>
        <pc:spChg chg="add mod">
          <ac:chgData name="Hoàng Võ Phượng Trang" userId="S::tranghvp@nhsv.vn::8cd0370f-488a-490a-9cb7-5453f06a8503" providerId="AD" clId="Web-{A6E6CB44-5B09-986A-407A-2122E2404914}" dt="2026-06-05T11:07:33.718" v="413" actId="14100"/>
          <ac:spMkLst>
            <pc:docMk/>
            <pc:sldMk cId="0" sldId="259"/>
            <ac:spMk id="63" creationId="{9AA79B4D-2149-CE73-D3DA-3CA9150B9D3A}"/>
          </ac:spMkLst>
        </pc:spChg>
        <pc:spChg chg="add mod">
          <ac:chgData name="Hoàng Võ Phượng Trang" userId="S::tranghvp@nhsv.vn::8cd0370f-488a-490a-9cb7-5453f06a8503" providerId="AD" clId="Web-{A6E6CB44-5B09-986A-407A-2122E2404914}" dt="2026-06-05T11:36:39.896" v="512" actId="20577"/>
          <ac:spMkLst>
            <pc:docMk/>
            <pc:sldMk cId="0" sldId="259"/>
            <ac:spMk id="64" creationId="{E8A14BA3-4FC3-B3E6-43D0-DEEDCABEE0A9}"/>
          </ac:spMkLst>
        </pc:spChg>
        <pc:spChg chg="add mod">
          <ac:chgData name="Hoàng Võ Phượng Trang" userId="S::tranghvp@nhsv.vn::8cd0370f-488a-490a-9cb7-5453f06a8503" providerId="AD" clId="Web-{A6E6CB44-5B09-986A-407A-2122E2404914}" dt="2026-06-05T11:07:33.827" v="415" actId="14100"/>
          <ac:spMkLst>
            <pc:docMk/>
            <pc:sldMk cId="0" sldId="259"/>
            <ac:spMk id="65" creationId="{A3E8CAC6-41D5-B393-B0D3-5C26CD273B44}"/>
          </ac:spMkLst>
        </pc:spChg>
        <pc:spChg chg="add mod">
          <ac:chgData name="Hoàng Võ Phượng Trang" userId="S::tranghvp@nhsv.vn::8cd0370f-488a-490a-9cb7-5453f06a8503" providerId="AD" clId="Web-{A6E6CB44-5B09-986A-407A-2122E2404914}" dt="2026-06-05T11:07:33.874" v="416" actId="14100"/>
          <ac:spMkLst>
            <pc:docMk/>
            <pc:sldMk cId="0" sldId="259"/>
            <ac:spMk id="66" creationId="{CDB6B5DA-6D3E-622F-B935-F8174B8A8C2B}"/>
          </ac:spMkLst>
        </pc:spChg>
        <pc:spChg chg="add mod">
          <ac:chgData name="Hoàng Võ Phượng Trang" userId="S::tranghvp@nhsv.vn::8cd0370f-488a-490a-9cb7-5453f06a8503" providerId="AD" clId="Web-{A6E6CB44-5B09-986A-407A-2122E2404914}" dt="2026-06-05T11:07:33.936" v="417" actId="14100"/>
          <ac:spMkLst>
            <pc:docMk/>
            <pc:sldMk cId="0" sldId="259"/>
            <ac:spMk id="67" creationId="{A9932317-7946-7B9B-BBB8-67E8C6C53DE2}"/>
          </ac:spMkLst>
        </pc:spChg>
        <pc:spChg chg="add mod">
          <ac:chgData name="Hoàng Võ Phượng Trang" userId="S::tranghvp@nhsv.vn::8cd0370f-488a-490a-9cb7-5453f06a8503" providerId="AD" clId="Web-{A6E6CB44-5B09-986A-407A-2122E2404914}" dt="2026-06-05T11:07:33.983" v="418" actId="14100"/>
          <ac:spMkLst>
            <pc:docMk/>
            <pc:sldMk cId="0" sldId="259"/>
            <ac:spMk id="68" creationId="{F275EB42-8884-1869-16C1-52738EC67956}"/>
          </ac:spMkLst>
        </pc:spChg>
        <pc:spChg chg="add mod">
          <ac:chgData name="Hoàng Võ Phượng Trang" userId="S::tranghvp@nhsv.vn::8cd0370f-488a-490a-9cb7-5453f06a8503" providerId="AD" clId="Web-{A6E6CB44-5B09-986A-407A-2122E2404914}" dt="2026-06-05T11:07:34.030" v="419" actId="14100"/>
          <ac:spMkLst>
            <pc:docMk/>
            <pc:sldMk cId="0" sldId="259"/>
            <ac:spMk id="69" creationId="{E72A1D1D-4703-9D30-002D-01F26A99D83C}"/>
          </ac:spMkLst>
        </pc:spChg>
        <pc:spChg chg="add mod">
          <ac:chgData name="Hoàng Võ Phượng Trang" userId="S::tranghvp@nhsv.vn::8cd0370f-488a-490a-9cb7-5453f06a8503" providerId="AD" clId="Web-{A6E6CB44-5B09-986A-407A-2122E2404914}" dt="2026-06-05T11:07:34.093" v="420" actId="14100"/>
          <ac:spMkLst>
            <pc:docMk/>
            <pc:sldMk cId="0" sldId="259"/>
            <ac:spMk id="70" creationId="{F93CBFB9-5FB0-525A-CCE3-84D68927B2C1}"/>
          </ac:spMkLst>
        </pc:spChg>
        <pc:spChg chg="add mod">
          <ac:chgData name="Hoàng Võ Phượng Trang" userId="S::tranghvp@nhsv.vn::8cd0370f-488a-490a-9cb7-5453f06a8503" providerId="AD" clId="Web-{A6E6CB44-5B09-986A-407A-2122E2404914}" dt="2026-06-05T11:07:34.139" v="421" actId="14100"/>
          <ac:spMkLst>
            <pc:docMk/>
            <pc:sldMk cId="0" sldId="259"/>
            <ac:spMk id="71" creationId="{3E3E9C4D-0D73-F837-17AA-31A589F5DA54}"/>
          </ac:spMkLst>
        </pc:spChg>
        <pc:spChg chg="add mod">
          <ac:chgData name="Hoàng Võ Phượng Trang" userId="S::tranghvp@nhsv.vn::8cd0370f-488a-490a-9cb7-5453f06a8503" providerId="AD" clId="Web-{A6E6CB44-5B09-986A-407A-2122E2404914}" dt="2026-06-05T11:07:34.186" v="422" actId="14100"/>
          <ac:spMkLst>
            <pc:docMk/>
            <pc:sldMk cId="0" sldId="259"/>
            <ac:spMk id="72" creationId="{914C9F98-CB5A-0AD2-03E8-20C16F04BFA8}"/>
          </ac:spMkLst>
        </pc:spChg>
      </pc:sldChg>
      <pc:sldChg chg="addSp delSp modSp">
        <pc:chgData name="Hoàng Võ Phượng Trang" userId="S::tranghvp@nhsv.vn::8cd0370f-488a-490a-9cb7-5453f06a8503" providerId="AD" clId="Web-{A6E6CB44-5B09-986A-407A-2122E2404914}" dt="2026-06-05T11:36:51.115" v="513" actId="20577"/>
        <pc:sldMkLst>
          <pc:docMk/>
          <pc:sldMk cId="0" sldId="260"/>
        </pc:sldMkLst>
        <pc:spChg chg="mod">
          <ac:chgData name="Hoàng Võ Phượng Trang" userId="S::tranghvp@nhsv.vn::8cd0370f-488a-490a-9cb7-5453f06a8503" providerId="AD" clId="Web-{A6E6CB44-5B09-986A-407A-2122E2404914}" dt="2026-06-05T10:51:51.563" v="232" actId="1076"/>
          <ac:spMkLst>
            <pc:docMk/>
            <pc:sldMk cId="0" sldId="260"/>
            <ac:spMk id="24" creationId="{00000000-0000-0000-0000-000000000000}"/>
          </ac:spMkLst>
        </pc:spChg>
        <pc:spChg chg="mod">
          <ac:chgData name="Hoàng Võ Phượng Trang" userId="S::tranghvp@nhsv.vn::8cd0370f-488a-490a-9cb7-5453f06a8503" providerId="AD" clId="Web-{A6E6CB44-5B09-986A-407A-2122E2404914}" dt="2026-06-05T10:51:51.751" v="233" actId="1076"/>
          <ac:spMkLst>
            <pc:docMk/>
            <pc:sldMk cId="0" sldId="260"/>
            <ac:spMk id="25" creationId="{00000000-0000-0000-0000-000000000000}"/>
          </ac:spMkLst>
        </pc:spChg>
        <pc:spChg chg="mod">
          <ac:chgData name="Hoàng Võ Phượng Trang" userId="S::tranghvp@nhsv.vn::8cd0370f-488a-490a-9cb7-5453f06a8503" providerId="AD" clId="Web-{A6E6CB44-5B09-986A-407A-2122E2404914}" dt="2026-06-05T10:51:51.891" v="234" actId="1076"/>
          <ac:spMkLst>
            <pc:docMk/>
            <pc:sldMk cId="0" sldId="260"/>
            <ac:spMk id="26" creationId="{00000000-0000-0000-0000-000000000000}"/>
          </ac:spMkLst>
        </pc:spChg>
        <pc:spChg chg="mod">
          <ac:chgData name="Hoàng Võ Phượng Trang" userId="S::tranghvp@nhsv.vn::8cd0370f-488a-490a-9cb7-5453f06a8503" providerId="AD" clId="Web-{A6E6CB44-5B09-986A-407A-2122E2404914}" dt="2026-06-05T10:51:52.032" v="235" actId="1076"/>
          <ac:spMkLst>
            <pc:docMk/>
            <pc:sldMk cId="0" sldId="260"/>
            <ac:spMk id="27" creationId="{00000000-0000-0000-0000-000000000000}"/>
          </ac:spMkLst>
        </pc:spChg>
        <pc:spChg chg="mod">
          <ac:chgData name="Hoàng Võ Phượng Trang" userId="S::tranghvp@nhsv.vn::8cd0370f-488a-490a-9cb7-5453f06a8503" providerId="AD" clId="Web-{A6E6CB44-5B09-986A-407A-2122E2404914}" dt="2026-06-05T10:51:52.157" v="236" actId="1076"/>
          <ac:spMkLst>
            <pc:docMk/>
            <pc:sldMk cId="0" sldId="260"/>
            <ac:spMk id="28" creationId="{00000000-0000-0000-0000-000000000000}"/>
          </ac:spMkLst>
        </pc:spChg>
        <pc:spChg chg="mod">
          <ac:chgData name="Hoàng Võ Phượng Trang" userId="S::tranghvp@nhsv.vn::8cd0370f-488a-490a-9cb7-5453f06a8503" providerId="AD" clId="Web-{A6E6CB44-5B09-986A-407A-2122E2404914}" dt="2026-06-05T10:51:52.282" v="237" actId="1076"/>
          <ac:spMkLst>
            <pc:docMk/>
            <pc:sldMk cId="0" sldId="260"/>
            <ac:spMk id="29" creationId="{00000000-0000-0000-0000-000000000000}"/>
          </ac:spMkLst>
        </pc:spChg>
        <pc:spChg chg="mod">
          <ac:chgData name="Hoàng Võ Phượng Trang" userId="S::tranghvp@nhsv.vn::8cd0370f-488a-490a-9cb7-5453f06a8503" providerId="AD" clId="Web-{A6E6CB44-5B09-986A-407A-2122E2404914}" dt="2026-06-05T10:51:52.422" v="238" actId="1076"/>
          <ac:spMkLst>
            <pc:docMk/>
            <pc:sldMk cId="0" sldId="260"/>
            <ac:spMk id="30" creationId="{00000000-0000-0000-0000-000000000000}"/>
          </ac:spMkLst>
        </pc:spChg>
        <pc:spChg chg="mod">
          <ac:chgData name="Hoàng Võ Phượng Trang" userId="S::tranghvp@nhsv.vn::8cd0370f-488a-490a-9cb7-5453f06a8503" providerId="AD" clId="Web-{A6E6CB44-5B09-986A-407A-2122E2404914}" dt="2026-06-05T10:51:52.547" v="239" actId="1076"/>
          <ac:spMkLst>
            <pc:docMk/>
            <pc:sldMk cId="0" sldId="260"/>
            <ac:spMk id="31" creationId="{00000000-0000-0000-0000-000000000000}"/>
          </ac:spMkLst>
        </pc:spChg>
        <pc:spChg chg="mod">
          <ac:chgData name="Hoàng Võ Phượng Trang" userId="S::tranghvp@nhsv.vn::8cd0370f-488a-490a-9cb7-5453f06a8503" providerId="AD" clId="Web-{A6E6CB44-5B09-986A-407A-2122E2404914}" dt="2026-06-05T10:51:52.672" v="240" actId="1076"/>
          <ac:spMkLst>
            <pc:docMk/>
            <pc:sldMk cId="0" sldId="260"/>
            <ac:spMk id="32" creationId="{00000000-0000-0000-0000-000000000000}"/>
          </ac:spMkLst>
        </pc:spChg>
        <pc:spChg chg="mod">
          <ac:chgData name="Hoàng Võ Phượng Trang" userId="S::tranghvp@nhsv.vn::8cd0370f-488a-490a-9cb7-5453f06a8503" providerId="AD" clId="Web-{A6E6CB44-5B09-986A-407A-2122E2404914}" dt="2026-06-05T10:51:52.797" v="241" actId="1076"/>
          <ac:spMkLst>
            <pc:docMk/>
            <pc:sldMk cId="0" sldId="260"/>
            <ac:spMk id="33" creationId="{00000000-0000-0000-0000-000000000000}"/>
          </ac:spMkLst>
        </pc:spChg>
        <pc:spChg chg="mod">
          <ac:chgData name="Hoàng Võ Phượng Trang" userId="S::tranghvp@nhsv.vn::8cd0370f-488a-490a-9cb7-5453f06a8503" providerId="AD" clId="Web-{A6E6CB44-5B09-986A-407A-2122E2404914}" dt="2026-06-05T10:51:52.907" v="242" actId="1076"/>
          <ac:spMkLst>
            <pc:docMk/>
            <pc:sldMk cId="0" sldId="260"/>
            <ac:spMk id="34" creationId="{00000000-0000-0000-0000-000000000000}"/>
          </ac:spMkLst>
        </pc:spChg>
        <pc:spChg chg="mod">
          <ac:chgData name="Hoàng Võ Phượng Trang" userId="S::tranghvp@nhsv.vn::8cd0370f-488a-490a-9cb7-5453f06a8503" providerId="AD" clId="Web-{A6E6CB44-5B09-986A-407A-2122E2404914}" dt="2026-06-05T10:51:53.016" v="243" actId="1076"/>
          <ac:spMkLst>
            <pc:docMk/>
            <pc:sldMk cId="0" sldId="260"/>
            <ac:spMk id="35" creationId="{00000000-0000-0000-0000-000000000000}"/>
          </ac:spMkLst>
        </pc:spChg>
        <pc:spChg chg="mod">
          <ac:chgData name="Hoàng Võ Phượng Trang" userId="S::tranghvp@nhsv.vn::8cd0370f-488a-490a-9cb7-5453f06a8503" providerId="AD" clId="Web-{A6E6CB44-5B09-986A-407A-2122E2404914}" dt="2026-06-05T10:51:53.141" v="244" actId="1076"/>
          <ac:spMkLst>
            <pc:docMk/>
            <pc:sldMk cId="0" sldId="260"/>
            <ac:spMk id="36" creationId="{00000000-0000-0000-0000-000000000000}"/>
          </ac:spMkLst>
        </pc:spChg>
        <pc:spChg chg="mod">
          <ac:chgData name="Hoàng Võ Phượng Trang" userId="S::tranghvp@nhsv.vn::8cd0370f-488a-490a-9cb7-5453f06a8503" providerId="AD" clId="Web-{A6E6CB44-5B09-986A-407A-2122E2404914}" dt="2026-06-05T10:51:53.251" v="245" actId="1076"/>
          <ac:spMkLst>
            <pc:docMk/>
            <pc:sldMk cId="0" sldId="260"/>
            <ac:spMk id="37" creationId="{00000000-0000-0000-0000-000000000000}"/>
          </ac:spMkLst>
        </pc:spChg>
        <pc:spChg chg="mod">
          <ac:chgData name="Hoàng Võ Phượng Trang" userId="S::tranghvp@nhsv.vn::8cd0370f-488a-490a-9cb7-5453f06a8503" providerId="AD" clId="Web-{A6E6CB44-5B09-986A-407A-2122E2404914}" dt="2026-06-05T10:51:53.360" v="246" actId="1076"/>
          <ac:spMkLst>
            <pc:docMk/>
            <pc:sldMk cId="0" sldId="260"/>
            <ac:spMk id="38" creationId="{00000000-0000-0000-0000-000000000000}"/>
          </ac:spMkLst>
        </pc:spChg>
        <pc:spChg chg="mod">
          <ac:chgData name="Hoàng Võ Phượng Trang" userId="S::tranghvp@nhsv.vn::8cd0370f-488a-490a-9cb7-5453f06a8503" providerId="AD" clId="Web-{A6E6CB44-5B09-986A-407A-2122E2404914}" dt="2026-06-05T10:51:53.485" v="247" actId="1076"/>
          <ac:spMkLst>
            <pc:docMk/>
            <pc:sldMk cId="0" sldId="260"/>
            <ac:spMk id="39" creationId="{00000000-0000-0000-0000-000000000000}"/>
          </ac:spMkLst>
        </pc:spChg>
        <pc:spChg chg="mod">
          <ac:chgData name="Hoàng Võ Phượng Trang" userId="S::tranghvp@nhsv.vn::8cd0370f-488a-490a-9cb7-5453f06a8503" providerId="AD" clId="Web-{A6E6CB44-5B09-986A-407A-2122E2404914}" dt="2026-06-05T10:51:53.594" v="248" actId="1076"/>
          <ac:spMkLst>
            <pc:docMk/>
            <pc:sldMk cId="0" sldId="260"/>
            <ac:spMk id="40" creationId="{00000000-0000-0000-0000-000000000000}"/>
          </ac:spMkLst>
        </pc:spChg>
        <pc:spChg chg="mod">
          <ac:chgData name="Hoàng Võ Phượng Trang" userId="S::tranghvp@nhsv.vn::8cd0370f-488a-490a-9cb7-5453f06a8503" providerId="AD" clId="Web-{A6E6CB44-5B09-986A-407A-2122E2404914}" dt="2026-06-05T10:51:53.735" v="249" actId="1076"/>
          <ac:spMkLst>
            <pc:docMk/>
            <pc:sldMk cId="0" sldId="260"/>
            <ac:spMk id="41" creationId="{00000000-0000-0000-0000-000000000000}"/>
          </ac:spMkLst>
        </pc:spChg>
        <pc:spChg chg="mod">
          <ac:chgData name="Hoàng Võ Phượng Trang" userId="S::tranghvp@nhsv.vn::8cd0370f-488a-490a-9cb7-5453f06a8503" providerId="AD" clId="Web-{A6E6CB44-5B09-986A-407A-2122E2404914}" dt="2026-06-05T10:51:53.860" v="250" actId="1076"/>
          <ac:spMkLst>
            <pc:docMk/>
            <pc:sldMk cId="0" sldId="260"/>
            <ac:spMk id="42" creationId="{00000000-0000-0000-0000-000000000000}"/>
          </ac:spMkLst>
        </pc:spChg>
        <pc:spChg chg="mod">
          <ac:chgData name="Hoàng Võ Phượng Trang" userId="S::tranghvp@nhsv.vn::8cd0370f-488a-490a-9cb7-5453f06a8503" providerId="AD" clId="Web-{A6E6CB44-5B09-986A-407A-2122E2404914}" dt="2026-06-05T10:52:53.190" v="278" actId="14100"/>
          <ac:spMkLst>
            <pc:docMk/>
            <pc:sldMk cId="0" sldId="260"/>
            <ac:spMk id="43" creationId="{00000000-0000-0000-0000-000000000000}"/>
          </ac:spMkLst>
        </pc:spChg>
        <pc:spChg chg="mod">
          <ac:chgData name="Hoàng Võ Phượng Trang" userId="S::tranghvp@nhsv.vn::8cd0370f-488a-490a-9cb7-5453f06a8503" providerId="AD" clId="Web-{A6E6CB44-5B09-986A-407A-2122E2404914}" dt="2026-06-05T10:52:03.876" v="262" actId="14100"/>
          <ac:spMkLst>
            <pc:docMk/>
            <pc:sldMk cId="0" sldId="260"/>
            <ac:spMk id="44" creationId="{00000000-0000-0000-0000-000000000000}"/>
          </ac:spMkLst>
        </pc:spChg>
        <pc:spChg chg="mod">
          <ac:chgData name="Hoàng Võ Phượng Trang" userId="S::tranghvp@nhsv.vn::8cd0370f-488a-490a-9cb7-5453f06a8503" providerId="AD" clId="Web-{A6E6CB44-5B09-986A-407A-2122E2404914}" dt="2026-06-05T10:52:53.299" v="279" actId="14100"/>
          <ac:spMkLst>
            <pc:docMk/>
            <pc:sldMk cId="0" sldId="260"/>
            <ac:spMk id="45" creationId="{00000000-0000-0000-0000-000000000000}"/>
          </ac:spMkLst>
        </pc:spChg>
        <pc:spChg chg="mod">
          <ac:chgData name="Hoàng Võ Phượng Trang" userId="S::tranghvp@nhsv.vn::8cd0370f-488a-490a-9cb7-5453f06a8503" providerId="AD" clId="Web-{A6E6CB44-5B09-986A-407A-2122E2404914}" dt="2026-06-05T10:51:54.313" v="254" actId="1076"/>
          <ac:spMkLst>
            <pc:docMk/>
            <pc:sldMk cId="0" sldId="260"/>
            <ac:spMk id="46" creationId="{00000000-0000-0000-0000-000000000000}"/>
          </ac:spMkLst>
        </pc:spChg>
        <pc:spChg chg="mod">
          <ac:chgData name="Hoàng Võ Phượng Trang" userId="S::tranghvp@nhsv.vn::8cd0370f-488a-490a-9cb7-5453f06a8503" providerId="AD" clId="Web-{A6E6CB44-5B09-986A-407A-2122E2404914}" dt="2026-06-05T10:52:53.424" v="280" actId="14100"/>
          <ac:spMkLst>
            <pc:docMk/>
            <pc:sldMk cId="0" sldId="260"/>
            <ac:spMk id="47" creationId="{00000000-0000-0000-0000-000000000000}"/>
          </ac:spMkLst>
        </pc:spChg>
        <pc:spChg chg="mod">
          <ac:chgData name="Hoàng Võ Phượng Trang" userId="S::tranghvp@nhsv.vn::8cd0370f-488a-490a-9cb7-5453f06a8503" providerId="AD" clId="Web-{A6E6CB44-5B09-986A-407A-2122E2404914}" dt="2026-06-05T10:51:54.563" v="256" actId="1076"/>
          <ac:spMkLst>
            <pc:docMk/>
            <pc:sldMk cId="0" sldId="260"/>
            <ac:spMk id="48" creationId="{00000000-0000-0000-0000-000000000000}"/>
          </ac:spMkLst>
        </pc:spChg>
        <pc:spChg chg="mod">
          <ac:chgData name="Hoàng Võ Phượng Trang" userId="S::tranghvp@nhsv.vn::8cd0370f-488a-490a-9cb7-5453f06a8503" providerId="AD" clId="Web-{A6E6CB44-5B09-986A-407A-2122E2404914}" dt="2026-06-05T10:52:53.518" v="281" actId="14100"/>
          <ac:spMkLst>
            <pc:docMk/>
            <pc:sldMk cId="0" sldId="260"/>
            <ac:spMk id="49" creationId="{00000000-0000-0000-0000-000000000000}"/>
          </ac:spMkLst>
        </pc:spChg>
        <pc:spChg chg="mod">
          <ac:chgData name="Hoàng Võ Phượng Trang" userId="S::tranghvp@nhsv.vn::8cd0370f-488a-490a-9cb7-5453f06a8503" providerId="AD" clId="Web-{A6E6CB44-5B09-986A-407A-2122E2404914}" dt="2026-06-05T10:51:54.751" v="258" actId="1076"/>
          <ac:spMkLst>
            <pc:docMk/>
            <pc:sldMk cId="0" sldId="260"/>
            <ac:spMk id="50" creationId="{00000000-0000-0000-0000-000000000000}"/>
          </ac:spMkLst>
        </pc:spChg>
        <pc:spChg chg="mod">
          <ac:chgData name="Hoàng Võ Phượng Trang" userId="S::tranghvp@nhsv.vn::8cd0370f-488a-490a-9cb7-5453f06a8503" providerId="AD" clId="Web-{A6E6CB44-5B09-986A-407A-2122E2404914}" dt="2026-06-05T10:52:43.768" v="277" actId="14100"/>
          <ac:spMkLst>
            <pc:docMk/>
            <pc:sldMk cId="0" sldId="260"/>
            <ac:spMk id="51" creationId="{00000000-0000-0000-0000-000000000000}"/>
          </ac:spMkLst>
        </pc:spChg>
        <pc:spChg chg="mod">
          <ac:chgData name="Hoàng Võ Phượng Trang" userId="S::tranghvp@nhsv.vn::8cd0370f-488a-490a-9cb7-5453f06a8503" providerId="AD" clId="Web-{A6E6CB44-5B09-986A-407A-2122E2404914}" dt="2026-06-05T11:36:51.115" v="513" actId="20577"/>
          <ac:spMkLst>
            <pc:docMk/>
            <pc:sldMk cId="0" sldId="260"/>
            <ac:spMk id="52" creationId="{00000000-0000-0000-0000-000000000000}"/>
          </ac:spMkLst>
        </pc:spChg>
      </pc:sldChg>
      <pc:sldChg chg="modSp">
        <pc:chgData name="Hoàng Võ Phượng Trang" userId="S::tranghvp@nhsv.vn::8cd0370f-488a-490a-9cb7-5453f06a8503" providerId="AD" clId="Web-{A6E6CB44-5B09-986A-407A-2122E2404914}" dt="2026-06-05T11:37:19.663" v="518" actId="20577"/>
        <pc:sldMkLst>
          <pc:docMk/>
          <pc:sldMk cId="0" sldId="261"/>
        </pc:sldMkLst>
        <pc:spChg chg="mod">
          <ac:chgData name="Hoàng Võ Phượng Trang" userId="S::tranghvp@nhsv.vn::8cd0370f-488a-490a-9cb7-5453f06a8503" providerId="AD" clId="Web-{A6E6CB44-5B09-986A-407A-2122E2404914}" dt="2026-06-05T10:57:15.698" v="376" actId="20577"/>
          <ac:spMkLst>
            <pc:docMk/>
            <pc:sldMk cId="0" sldId="261"/>
            <ac:spMk id="42" creationId="{00000000-0000-0000-0000-000000000000}"/>
          </ac:spMkLst>
        </pc:spChg>
        <pc:spChg chg="mod">
          <ac:chgData name="Hoàng Võ Phượng Trang" userId="S::tranghvp@nhsv.vn::8cd0370f-488a-490a-9cb7-5453f06a8503" providerId="AD" clId="Web-{A6E6CB44-5B09-986A-407A-2122E2404914}" dt="2026-06-05T11:37:19.663" v="518" actId="20577"/>
          <ac:spMkLst>
            <pc:docMk/>
            <pc:sldMk cId="0" sldId="261"/>
            <ac:spMk id="44" creationId="{00000000-0000-0000-0000-000000000000}"/>
          </ac:spMkLst>
        </pc:spChg>
        <pc:spChg chg="mod">
          <ac:chgData name="Hoàng Võ Phượng Trang" userId="S::tranghvp@nhsv.vn::8cd0370f-488a-490a-9cb7-5453f06a8503" providerId="AD" clId="Web-{A6E6CB44-5B09-986A-407A-2122E2404914}" dt="2026-06-05T11:01:41.143" v="388" actId="20577"/>
          <ac:spMkLst>
            <pc:docMk/>
            <pc:sldMk cId="0" sldId="261"/>
            <ac:spMk id="63" creationId="{00000000-0000-0000-0000-000000000000}"/>
          </ac:spMkLst>
        </pc:spChg>
      </pc:sldChg>
      <pc:sldChg chg="modSp">
        <pc:chgData name="Hoàng Võ Phượng Trang" userId="S::tranghvp@nhsv.vn::8cd0370f-488a-490a-9cb7-5453f06a8503" providerId="AD" clId="Web-{A6E6CB44-5B09-986A-407A-2122E2404914}" dt="2026-06-05T11:09:35.956" v="427" actId="20577"/>
        <pc:sldMkLst>
          <pc:docMk/>
          <pc:sldMk cId="0" sldId="268"/>
        </pc:sldMkLst>
        <pc:spChg chg="mod">
          <ac:chgData name="Hoàng Võ Phượng Trang" userId="S::tranghvp@nhsv.vn::8cd0370f-488a-490a-9cb7-5453f06a8503" providerId="AD" clId="Web-{A6E6CB44-5B09-986A-407A-2122E2404914}" dt="2026-06-05T11:09:35.956" v="427" actId="20577"/>
          <ac:spMkLst>
            <pc:docMk/>
            <pc:sldMk cId="0" sldId="268"/>
            <ac:spMk id="33" creationId="{00000000-0000-0000-0000-000000000000}"/>
          </ac:spMkLst>
        </pc:spChg>
      </pc:sldChg>
      <pc:sldChg chg="modSp">
        <pc:chgData name="Hoàng Võ Phượng Trang" userId="S::tranghvp@nhsv.vn::8cd0370f-488a-490a-9cb7-5453f06a8503" providerId="AD" clId="Web-{A6E6CB44-5B09-986A-407A-2122E2404914}" dt="2026-06-05T11:38:01.180" v="519" actId="20577"/>
        <pc:sldMkLst>
          <pc:docMk/>
          <pc:sldMk cId="0" sldId="269"/>
        </pc:sldMkLst>
        <pc:spChg chg="mod">
          <ac:chgData name="Hoàng Võ Phượng Trang" userId="S::tranghvp@nhsv.vn::8cd0370f-488a-490a-9cb7-5453f06a8503" providerId="AD" clId="Web-{A6E6CB44-5B09-986A-407A-2122E2404914}" dt="2026-06-05T11:11:12.677" v="428" actId="20577"/>
          <ac:spMkLst>
            <pc:docMk/>
            <pc:sldMk cId="0" sldId="269"/>
            <ac:spMk id="23" creationId="{00000000-0000-0000-0000-000000000000}"/>
          </ac:spMkLst>
        </pc:spChg>
        <pc:spChg chg="mod">
          <ac:chgData name="Hoàng Võ Phượng Trang" userId="S::tranghvp@nhsv.vn::8cd0370f-488a-490a-9cb7-5453f06a8503" providerId="AD" clId="Web-{A6E6CB44-5B09-986A-407A-2122E2404914}" dt="2026-06-05T11:38:01.180" v="519" actId="20577"/>
          <ac:spMkLst>
            <pc:docMk/>
            <pc:sldMk cId="0" sldId="269"/>
            <ac:spMk id="44" creationId="{00000000-0000-0000-0000-000000000000}"/>
          </ac:spMkLst>
        </pc:spChg>
        <pc:spChg chg="mod">
          <ac:chgData name="Hoàng Võ Phượng Trang" userId="S::tranghvp@nhsv.vn::8cd0370f-488a-490a-9cb7-5453f06a8503" providerId="AD" clId="Web-{A6E6CB44-5B09-986A-407A-2122E2404914}" dt="2026-06-05T11:27:03.129" v="508" actId="20577"/>
          <ac:spMkLst>
            <pc:docMk/>
            <pc:sldMk cId="0" sldId="269"/>
            <ac:spMk id="63" creationId="{BCAF2B28-4CF5-F58C-EC88-7BDD4BD7BD43}"/>
          </ac:spMkLst>
        </pc:spChg>
      </pc:sldChg>
      <pc:sldChg chg="modSp">
        <pc:chgData name="Hoàng Võ Phượng Trang" userId="S::tranghvp@nhsv.vn::8cd0370f-488a-490a-9cb7-5453f06a8503" providerId="AD" clId="Web-{A6E6CB44-5B09-986A-407A-2122E2404914}" dt="2026-06-05T11:38:12.384" v="520" actId="20577"/>
        <pc:sldMkLst>
          <pc:docMk/>
          <pc:sldMk cId="0" sldId="270"/>
        </pc:sldMkLst>
        <pc:spChg chg="mod">
          <ac:chgData name="Hoàng Võ Phượng Trang" userId="S::tranghvp@nhsv.vn::8cd0370f-488a-490a-9cb7-5453f06a8503" providerId="AD" clId="Web-{A6E6CB44-5B09-986A-407A-2122E2404914}" dt="2026-06-05T11:38:12.384" v="520" actId="20577"/>
          <ac:spMkLst>
            <pc:docMk/>
            <pc:sldMk cId="0" sldId="270"/>
            <ac:spMk id="41" creationId="{00000000-0000-0000-0000-000000000000}"/>
          </ac:spMkLst>
        </pc:spChg>
      </pc:sldChg>
      <pc:sldChg chg="modSp">
        <pc:chgData name="Hoàng Võ Phượng Trang" userId="S::tranghvp@nhsv.vn::8cd0370f-488a-490a-9cb7-5453f06a8503" providerId="AD" clId="Web-{A6E6CB44-5B09-986A-407A-2122E2404914}" dt="2026-06-05T11:38:21.540" v="521" actId="20577"/>
        <pc:sldMkLst>
          <pc:docMk/>
          <pc:sldMk cId="0" sldId="271"/>
        </pc:sldMkLst>
        <pc:spChg chg="mod">
          <ac:chgData name="Hoàng Võ Phượng Trang" userId="S::tranghvp@nhsv.vn::8cd0370f-488a-490a-9cb7-5453f06a8503" providerId="AD" clId="Web-{A6E6CB44-5B09-986A-407A-2122E2404914}" dt="2026-06-05T11:38:21.540" v="521" actId="20577"/>
          <ac:spMkLst>
            <pc:docMk/>
            <pc:sldMk cId="0" sldId="271"/>
            <ac:spMk id="23" creationId="{00000000-0000-0000-0000-000000000000}"/>
          </ac:spMkLst>
        </pc:spChg>
        <pc:spChg chg="mod">
          <ac:chgData name="Hoàng Võ Phượng Trang" userId="S::tranghvp@nhsv.vn::8cd0370f-488a-490a-9cb7-5453f06a8503" providerId="AD" clId="Web-{A6E6CB44-5B09-986A-407A-2122E2404914}" dt="2026-06-05T11:16:16.592" v="503" actId="20577"/>
          <ac:spMkLst>
            <pc:docMk/>
            <pc:sldMk cId="0" sldId="271"/>
            <ac:spMk id="34" creationId="{00000000-0000-0000-0000-000000000000}"/>
          </ac:spMkLst>
        </pc:spChg>
      </pc:sldChg>
      <pc:sldChg chg="delSp modSp add replId">
        <pc:chgData name="Hoàng Võ Phượng Trang" userId="S::tranghvp@nhsv.vn::8cd0370f-488a-490a-9cb7-5453f06a8503" providerId="AD" clId="Web-{A6E6CB44-5B09-986A-407A-2122E2404914}" dt="2026-06-05T11:37:02.897" v="517" actId="20577"/>
        <pc:sldMkLst>
          <pc:docMk/>
          <pc:sldMk cId="3502350973" sldId="276"/>
        </pc:sldMkLst>
        <pc:spChg chg="mod">
          <ac:chgData name="Hoàng Võ Phượng Trang" userId="S::tranghvp@nhsv.vn::8cd0370f-488a-490a-9cb7-5453f06a8503" providerId="AD" clId="Web-{A6E6CB44-5B09-986A-407A-2122E2404914}" dt="2026-06-05T11:36:59.678" v="515" actId="20577"/>
          <ac:spMkLst>
            <pc:docMk/>
            <pc:sldMk cId="3502350973" sldId="276"/>
            <ac:spMk id="25" creationId="{1ADB76E5-7DA5-E806-6042-8B365DF3780F}"/>
          </ac:spMkLst>
        </pc:spChg>
        <pc:spChg chg="mod">
          <ac:chgData name="Hoàng Võ Phượng Trang" userId="S::tranghvp@nhsv.vn::8cd0370f-488a-490a-9cb7-5453f06a8503" providerId="AD" clId="Web-{A6E6CB44-5B09-986A-407A-2122E2404914}" dt="2026-06-05T10:55:31.460" v="360" actId="20577"/>
          <ac:spMkLst>
            <pc:docMk/>
            <pc:sldMk cId="3502350973" sldId="276"/>
            <ac:spMk id="33" creationId="{756C2782-665E-AFEB-ADE2-AF45CA66B4FF}"/>
          </ac:spMkLst>
        </pc:spChg>
        <pc:spChg chg="mod">
          <ac:chgData name="Hoàng Võ Phượng Trang" userId="S::tranghvp@nhsv.vn::8cd0370f-488a-490a-9cb7-5453f06a8503" providerId="AD" clId="Web-{A6E6CB44-5B09-986A-407A-2122E2404914}" dt="2026-06-05T11:37:02.897" v="517" actId="20577"/>
          <ac:spMkLst>
            <pc:docMk/>
            <pc:sldMk cId="3502350973" sldId="276"/>
            <ac:spMk id="35" creationId="{D78BE04A-7A11-B773-DEA7-5A2193E56731}"/>
          </ac:spMkLst>
        </pc:spChg>
        <pc:spChg chg="mod">
          <ac:chgData name="Hoàng Võ Phượng Trang" userId="S::tranghvp@nhsv.vn::8cd0370f-488a-490a-9cb7-5453f06a8503" providerId="AD" clId="Web-{A6E6CB44-5B09-986A-407A-2122E2404914}" dt="2026-06-05T10:56:04.789" v="373" actId="20577"/>
          <ac:spMkLst>
            <pc:docMk/>
            <pc:sldMk cId="3502350973" sldId="276"/>
            <ac:spMk id="42" creationId="{162EABFD-7B3F-68B0-1326-E9804827E219}"/>
          </ac:spMkLst>
        </pc:spChg>
      </pc:sldChg>
    </pc:docChg>
  </pc:docChgLst>
  <pc:docChgLst>
    <pc:chgData name="Phạm Thị Nhung" userId="efd89869-bc98-4b2c-bb90-b9c8e6d4161a" providerId="ADAL" clId="{C08F7AAA-8DA5-4EDB-BF41-7449D673628E}"/>
    <pc:docChg chg="modSld">
      <pc:chgData name="Phạm Thị Nhung" userId="efd89869-bc98-4b2c-bb90-b9c8e6d4161a" providerId="ADAL" clId="{C08F7AAA-8DA5-4EDB-BF41-7449D673628E}" dt="2026-06-11T07:18:18.249" v="0" actId="20578"/>
      <pc:docMkLst>
        <pc:docMk/>
      </pc:docMkLst>
      <pc:sldChg chg="modSp">
        <pc:chgData name="Phạm Thị Nhung" userId="efd89869-bc98-4b2c-bb90-b9c8e6d4161a" providerId="ADAL" clId="{C08F7AAA-8DA5-4EDB-BF41-7449D673628E}" dt="2026-06-11T07:18:18.249" v="0" actId="20578"/>
        <pc:sldMkLst>
          <pc:docMk/>
          <pc:sldMk cId="0" sldId="264"/>
        </pc:sldMkLst>
        <pc:spChg chg="mod">
          <ac:chgData name="Phạm Thị Nhung" userId="efd89869-bc98-4b2c-bb90-b9c8e6d4161a" providerId="ADAL" clId="{C08F7AAA-8DA5-4EDB-BF41-7449D673628E}" dt="2026-06-11T07:18:18.249" v="0" actId="20578"/>
          <ac:spMkLst>
            <pc:docMk/>
            <pc:sldMk cId="0" sldId="264"/>
            <ac:spMk id="25" creationId="{00000000-0000-0000-0000-000000000000}"/>
          </ac:spMkLst>
        </pc:spChg>
      </pc:sldChg>
    </pc:docChg>
  </pc:docChgLst>
  <pc:docChgLst>
    <pc:chgData name="Hoàng Võ Phượng Trang" userId="8cd0370f-488a-490a-9cb7-5453f06a8503" providerId="ADAL" clId="{16654AAA-34A0-414B-B06C-3D4A687D81B3}"/>
    <pc:docChg chg="undo custSel modSld">
      <pc:chgData name="Hoàng Võ Phượng Trang" userId="8cd0370f-488a-490a-9cb7-5453f06a8503" providerId="ADAL" clId="{16654AAA-34A0-414B-B06C-3D4A687D81B3}" dt="2026-06-11T06:52:07.338" v="1739" actId="207"/>
      <pc:docMkLst>
        <pc:docMk/>
      </pc:docMkLst>
      <pc:sldChg chg="modSp mod">
        <pc:chgData name="Hoàng Võ Phượng Trang" userId="8cd0370f-488a-490a-9cb7-5453f06a8503" providerId="ADAL" clId="{16654AAA-34A0-414B-B06C-3D4A687D81B3}" dt="2026-06-11T06:47:29.320" v="1563" actId="20577"/>
        <pc:sldMkLst>
          <pc:docMk/>
          <pc:sldMk cId="0" sldId="258"/>
        </pc:sldMkLst>
        <pc:spChg chg="mod">
          <ac:chgData name="Hoàng Võ Phượng Trang" userId="8cd0370f-488a-490a-9cb7-5453f06a8503" providerId="ADAL" clId="{16654AAA-34A0-414B-B06C-3D4A687D81B3}" dt="2026-06-11T06:36:11.846" v="343" actId="14100"/>
          <ac:spMkLst>
            <pc:docMk/>
            <pc:sldMk cId="0" sldId="258"/>
            <ac:spMk id="24" creationId="{00000000-0000-0000-0000-000000000000}"/>
          </ac:spMkLst>
        </pc:spChg>
        <pc:spChg chg="mod">
          <ac:chgData name="Hoàng Võ Phượng Trang" userId="8cd0370f-488a-490a-9cb7-5453f06a8503" providerId="ADAL" clId="{16654AAA-34A0-414B-B06C-3D4A687D81B3}" dt="2026-06-11T06:27:54.618" v="205" actId="14100"/>
          <ac:spMkLst>
            <pc:docMk/>
            <pc:sldMk cId="0" sldId="258"/>
            <ac:spMk id="26" creationId="{00000000-0000-0000-0000-000000000000}"/>
          </ac:spMkLst>
        </pc:spChg>
        <pc:spChg chg="mod">
          <ac:chgData name="Hoàng Võ Phượng Trang" userId="8cd0370f-488a-490a-9cb7-5453f06a8503" providerId="ADAL" clId="{16654AAA-34A0-414B-B06C-3D4A687D81B3}" dt="2026-06-11T06:37:44.591" v="391" actId="20577"/>
          <ac:spMkLst>
            <pc:docMk/>
            <pc:sldMk cId="0" sldId="258"/>
            <ac:spMk id="34" creationId="{00000000-0000-0000-0000-000000000000}"/>
          </ac:spMkLst>
        </pc:spChg>
        <pc:spChg chg="mod">
          <ac:chgData name="Hoàng Võ Phượng Trang" userId="8cd0370f-488a-490a-9cb7-5453f06a8503" providerId="ADAL" clId="{16654AAA-34A0-414B-B06C-3D4A687D81B3}" dt="2026-06-11T06:39:13.174" v="393" actId="1076"/>
          <ac:spMkLst>
            <pc:docMk/>
            <pc:sldMk cId="0" sldId="258"/>
            <ac:spMk id="43" creationId="{00000000-0000-0000-0000-000000000000}"/>
          </ac:spMkLst>
        </pc:spChg>
        <pc:spChg chg="mod">
          <ac:chgData name="Hoàng Võ Phượng Trang" userId="8cd0370f-488a-490a-9cb7-5453f06a8503" providerId="ADAL" clId="{16654AAA-34A0-414B-B06C-3D4A687D81B3}" dt="2026-06-11T06:37:29.934" v="385" actId="20577"/>
          <ac:spMkLst>
            <pc:docMk/>
            <pc:sldMk cId="0" sldId="258"/>
            <ac:spMk id="44" creationId="{00000000-0000-0000-0000-000000000000}"/>
          </ac:spMkLst>
        </pc:spChg>
        <pc:spChg chg="mod">
          <ac:chgData name="Hoàng Võ Phượng Trang" userId="8cd0370f-488a-490a-9cb7-5453f06a8503" providerId="ADAL" clId="{16654AAA-34A0-414B-B06C-3D4A687D81B3}" dt="2026-06-11T06:47:29.320" v="1563" actId="20577"/>
          <ac:spMkLst>
            <pc:docMk/>
            <pc:sldMk cId="0" sldId="258"/>
            <ac:spMk id="53" creationId="{00000000-0000-0000-0000-000000000000}"/>
          </ac:spMkLst>
        </pc:spChg>
      </pc:sldChg>
      <pc:sldChg chg="modSp mod">
        <pc:chgData name="Hoàng Võ Phượng Trang" userId="8cd0370f-488a-490a-9cb7-5453f06a8503" providerId="ADAL" clId="{16654AAA-34A0-414B-B06C-3D4A687D81B3}" dt="2026-06-11T06:49:37.175" v="1682" actId="207"/>
        <pc:sldMkLst>
          <pc:docMk/>
          <pc:sldMk cId="0" sldId="263"/>
        </pc:sldMkLst>
        <pc:spChg chg="mod">
          <ac:chgData name="Hoàng Võ Phượng Trang" userId="8cd0370f-488a-490a-9cb7-5453f06a8503" providerId="ADAL" clId="{16654AAA-34A0-414B-B06C-3D4A687D81B3}" dt="2026-06-11T06:49:14.367" v="1662" actId="255"/>
          <ac:spMkLst>
            <pc:docMk/>
            <pc:sldMk cId="0" sldId="263"/>
            <ac:spMk id="32" creationId="{00000000-0000-0000-0000-000000000000}"/>
          </ac:spMkLst>
        </pc:spChg>
        <pc:spChg chg="mod">
          <ac:chgData name="Hoàng Võ Phượng Trang" userId="8cd0370f-488a-490a-9cb7-5453f06a8503" providerId="ADAL" clId="{16654AAA-34A0-414B-B06C-3D4A687D81B3}" dt="2026-06-11T06:49:37.175" v="1682" actId="207"/>
          <ac:spMkLst>
            <pc:docMk/>
            <pc:sldMk cId="0" sldId="263"/>
            <ac:spMk id="51" creationId="{00000000-0000-0000-0000-000000000000}"/>
          </ac:spMkLst>
        </pc:spChg>
      </pc:sldChg>
      <pc:sldChg chg="modSp mod">
        <pc:chgData name="Hoàng Võ Phượng Trang" userId="8cd0370f-488a-490a-9cb7-5453f06a8503" providerId="ADAL" clId="{16654AAA-34A0-414B-B06C-3D4A687D81B3}" dt="2026-06-11T06:52:07.338" v="1739" actId="207"/>
        <pc:sldMkLst>
          <pc:docMk/>
          <pc:sldMk cId="0" sldId="273"/>
        </pc:sldMkLst>
        <pc:spChg chg="mod">
          <ac:chgData name="Hoàng Võ Phượng Trang" userId="8cd0370f-488a-490a-9cb7-5453f06a8503" providerId="ADAL" clId="{16654AAA-34A0-414B-B06C-3D4A687D81B3}" dt="2026-06-11T06:52:07.338" v="1739" actId="207"/>
          <ac:spMkLst>
            <pc:docMk/>
            <pc:sldMk cId="0" sldId="273"/>
            <ac:spMk id="24" creationId="{00000000-0000-0000-0000-000000000000}"/>
          </ac:spMkLst>
        </pc:spChg>
      </pc:sldChg>
    </pc:docChg>
  </pc:docChgLst>
  <pc:docChgLst>
    <pc:chgData name="Nguyễn Minh Đức" userId="S::ducnm@nhsv.vn::f17d3d50-59dd-4e0f-8cde-493c8921742b" providerId="AD" clId="Web-{B3E3C042-71CD-3266-BCBC-5C65A05EC033}"/>
    <pc:docChg chg="modSld">
      <pc:chgData name="Nguyễn Minh Đức" userId="S::ducnm@nhsv.vn::f17d3d50-59dd-4e0f-8cde-493c8921742b" providerId="AD" clId="Web-{B3E3C042-71CD-3266-BCBC-5C65A05EC033}" dt="2026-06-12T10:29:57.660" v="490" actId="20577"/>
      <pc:docMkLst>
        <pc:docMk/>
      </pc:docMkLst>
      <pc:sldChg chg="modSp">
        <pc:chgData name="Nguyễn Minh Đức" userId="S::ducnm@nhsv.vn::f17d3d50-59dd-4e0f-8cde-493c8921742b" providerId="AD" clId="Web-{B3E3C042-71CD-3266-BCBC-5C65A05EC033}" dt="2026-06-12T09:38:01.581" v="105" actId="20577"/>
        <pc:sldMkLst>
          <pc:docMk/>
          <pc:sldMk cId="0" sldId="258"/>
        </pc:sldMkLst>
        <pc:spChg chg="mod">
          <ac:chgData name="Nguyễn Minh Đức" userId="S::ducnm@nhsv.vn::f17d3d50-59dd-4e0f-8cde-493c8921742b" providerId="AD" clId="Web-{B3E3C042-71CD-3266-BCBC-5C65A05EC033}" dt="2026-06-12T09:29:16.750" v="1" actId="20577"/>
          <ac:spMkLst>
            <pc:docMk/>
            <pc:sldMk cId="0" sldId="258"/>
            <ac:spMk id="18" creationId="{00000000-0000-0000-0000-000000000000}"/>
          </ac:spMkLst>
        </pc:spChg>
        <pc:spChg chg="mod">
          <ac:chgData name="Nguyễn Minh Đức" userId="S::ducnm@nhsv.vn::f17d3d50-59dd-4e0f-8cde-493c8921742b" providerId="AD" clId="Web-{B3E3C042-71CD-3266-BCBC-5C65A05EC033}" dt="2026-06-12T09:30:16.188" v="3" actId="20577"/>
          <ac:spMkLst>
            <pc:docMk/>
            <pc:sldMk cId="0" sldId="258"/>
            <ac:spMk id="28" creationId="{00000000-0000-0000-0000-000000000000}"/>
          </ac:spMkLst>
        </pc:spChg>
        <pc:spChg chg="mod">
          <ac:chgData name="Nguyễn Minh Đức" userId="S::ducnm@nhsv.vn::f17d3d50-59dd-4e0f-8cde-493c8921742b" providerId="AD" clId="Web-{B3E3C042-71CD-3266-BCBC-5C65A05EC033}" dt="2026-06-12T09:30:31.453" v="8" actId="20577"/>
          <ac:spMkLst>
            <pc:docMk/>
            <pc:sldMk cId="0" sldId="258"/>
            <ac:spMk id="38" creationId="{00000000-0000-0000-0000-000000000000}"/>
          </ac:spMkLst>
        </pc:spChg>
        <pc:spChg chg="mod">
          <ac:chgData name="Nguyễn Minh Đức" userId="S::ducnm@nhsv.vn::f17d3d50-59dd-4e0f-8cde-493c8921742b" providerId="AD" clId="Web-{B3E3C042-71CD-3266-BCBC-5C65A05EC033}" dt="2026-06-12T09:38:01.581" v="105" actId="20577"/>
          <ac:spMkLst>
            <pc:docMk/>
            <pc:sldMk cId="0" sldId="258"/>
            <ac:spMk id="57" creationId="{00000000-0000-0000-0000-000000000000}"/>
          </ac:spMkLst>
        </pc:spChg>
        <pc:spChg chg="mod">
          <ac:chgData name="Nguyễn Minh Đức" userId="S::ducnm@nhsv.vn::f17d3d50-59dd-4e0f-8cde-493c8921742b" providerId="AD" clId="Web-{B3E3C042-71CD-3266-BCBC-5C65A05EC033}" dt="2026-06-12T09:32:34.907" v="45" actId="20577"/>
          <ac:spMkLst>
            <pc:docMk/>
            <pc:sldMk cId="0" sldId="258"/>
            <ac:spMk id="62" creationId="{00000000-0000-0000-0000-000000000000}"/>
          </ac:spMkLst>
        </pc:spChg>
        <pc:spChg chg="mod">
          <ac:chgData name="Nguyễn Minh Đức" userId="S::ducnm@nhsv.vn::f17d3d50-59dd-4e0f-8cde-493c8921742b" providerId="AD" clId="Web-{B3E3C042-71CD-3266-BCBC-5C65A05EC033}" dt="2026-06-12T09:37:45.299" v="103" actId="20577"/>
          <ac:spMkLst>
            <pc:docMk/>
            <pc:sldMk cId="0" sldId="258"/>
            <ac:spMk id="66" creationId="{00000000-0000-0000-0000-000000000000}"/>
          </ac:spMkLst>
        </pc:spChg>
        <pc:spChg chg="mod">
          <ac:chgData name="Nguyễn Minh Đức" userId="S::ducnm@nhsv.vn::f17d3d50-59dd-4e0f-8cde-493c8921742b" providerId="AD" clId="Web-{B3E3C042-71CD-3266-BCBC-5C65A05EC033}" dt="2026-06-12T09:37:33.487" v="101" actId="20577"/>
          <ac:spMkLst>
            <pc:docMk/>
            <pc:sldMk cId="0" sldId="258"/>
            <ac:spMk id="71" creationId="{00000000-0000-0000-0000-000000000000}"/>
          </ac:spMkLst>
        </pc:spChg>
      </pc:sldChg>
      <pc:sldChg chg="modSp">
        <pc:chgData name="Nguyễn Minh Đức" userId="S::ducnm@nhsv.vn::f17d3d50-59dd-4e0f-8cde-493c8921742b" providerId="AD" clId="Web-{B3E3C042-71CD-3266-BCBC-5C65A05EC033}" dt="2026-06-12T10:29:57.660" v="490" actId="20577"/>
        <pc:sldMkLst>
          <pc:docMk/>
          <pc:sldMk cId="0" sldId="259"/>
        </pc:sldMkLst>
        <pc:spChg chg="mod">
          <ac:chgData name="Nguyễn Minh Đức" userId="S::ducnm@nhsv.vn::f17d3d50-59dd-4e0f-8cde-493c8921742b" providerId="AD" clId="Web-{B3E3C042-71CD-3266-BCBC-5C65A05EC033}" dt="2026-06-12T09:45:51.333" v="205" actId="20577"/>
          <ac:spMkLst>
            <pc:docMk/>
            <pc:sldMk cId="0" sldId="259"/>
            <ac:spMk id="18" creationId="{00000000-0000-0000-0000-000000000000}"/>
          </ac:spMkLst>
        </pc:spChg>
        <pc:spChg chg="mod">
          <ac:chgData name="Nguyễn Minh Đức" userId="S::ducnm@nhsv.vn::f17d3d50-59dd-4e0f-8cde-493c8921742b" providerId="AD" clId="Web-{B3E3C042-71CD-3266-BCBC-5C65A05EC033}" dt="2026-06-12T10:28:49.644" v="482" actId="20577"/>
          <ac:spMkLst>
            <pc:docMk/>
            <pc:sldMk cId="0" sldId="259"/>
            <ac:spMk id="20" creationId="{00000000-0000-0000-0000-000000000000}"/>
          </ac:spMkLst>
        </pc:spChg>
        <pc:spChg chg="mod">
          <ac:chgData name="Nguyễn Minh Đức" userId="S::ducnm@nhsv.vn::f17d3d50-59dd-4e0f-8cde-493c8921742b" providerId="AD" clId="Web-{B3E3C042-71CD-3266-BCBC-5C65A05EC033}" dt="2026-06-12T10:28:52.051" v="483" actId="20577"/>
          <ac:spMkLst>
            <pc:docMk/>
            <pc:sldMk cId="0" sldId="259"/>
            <ac:spMk id="22" creationId="{00000000-0000-0000-0000-000000000000}"/>
          </ac:spMkLst>
        </pc:spChg>
        <pc:spChg chg="mod">
          <ac:chgData name="Nguyễn Minh Đức" userId="S::ducnm@nhsv.vn::f17d3d50-59dd-4e0f-8cde-493c8921742b" providerId="AD" clId="Web-{B3E3C042-71CD-3266-BCBC-5C65A05EC033}" dt="2026-06-12T10:25:18.003" v="480" actId="20577"/>
          <ac:spMkLst>
            <pc:docMk/>
            <pc:sldMk cId="0" sldId="259"/>
            <ac:spMk id="23" creationId="{00000000-0000-0000-0000-000000000000}"/>
          </ac:spMkLst>
        </pc:spChg>
        <pc:spChg chg="mod">
          <ac:chgData name="Nguyễn Minh Đức" userId="S::ducnm@nhsv.vn::f17d3d50-59dd-4e0f-8cde-493c8921742b" providerId="AD" clId="Web-{B3E3C042-71CD-3266-BCBC-5C65A05EC033}" dt="2026-06-12T10:29:51.379" v="485" actId="20577"/>
          <ac:spMkLst>
            <pc:docMk/>
            <pc:sldMk cId="0" sldId="259"/>
            <ac:spMk id="27" creationId="{00000000-0000-0000-0000-000000000000}"/>
          </ac:spMkLst>
        </pc:spChg>
        <pc:spChg chg="mod">
          <ac:chgData name="Nguyễn Minh Đức" userId="S::ducnm@nhsv.vn::f17d3d50-59dd-4e0f-8cde-493c8921742b" providerId="AD" clId="Web-{B3E3C042-71CD-3266-BCBC-5C65A05EC033}" dt="2026-06-12T10:29:57.660" v="490" actId="20577"/>
          <ac:spMkLst>
            <pc:docMk/>
            <pc:sldMk cId="0" sldId="259"/>
            <ac:spMk id="32" creationId="{00000000-0000-0000-0000-000000000000}"/>
          </ac:spMkLst>
        </pc:spChg>
        <pc:spChg chg="mod">
          <ac:chgData name="Nguyễn Minh Đức" userId="S::ducnm@nhsv.vn::f17d3d50-59dd-4e0f-8cde-493c8921742b" providerId="AD" clId="Web-{B3E3C042-71CD-3266-BCBC-5C65A05EC033}" dt="2026-06-12T09:48:53.272" v="227" actId="20577"/>
          <ac:spMkLst>
            <pc:docMk/>
            <pc:sldMk cId="0" sldId="259"/>
            <ac:spMk id="57" creationId="{865B7EB8-1DC1-1045-B68C-718A183EC146}"/>
          </ac:spMkLst>
        </pc:spChg>
        <pc:spChg chg="mod">
          <ac:chgData name="Nguyễn Minh Đức" userId="S::ducnm@nhsv.vn::f17d3d50-59dd-4e0f-8cde-493c8921742b" providerId="AD" clId="Web-{B3E3C042-71CD-3266-BCBC-5C65A05EC033}" dt="2026-06-12T09:50:14.225" v="283" actId="20577"/>
          <ac:spMkLst>
            <pc:docMk/>
            <pc:sldMk cId="0" sldId="259"/>
            <ac:spMk id="62" creationId="{92D743E0-C719-FEC4-369D-79F3BC138449}"/>
          </ac:spMkLst>
        </pc:spChg>
        <pc:spChg chg="mod">
          <ac:chgData name="Nguyễn Minh Đức" userId="S::ducnm@nhsv.vn::f17d3d50-59dd-4e0f-8cde-493c8921742b" providerId="AD" clId="Web-{B3E3C042-71CD-3266-BCBC-5C65A05EC033}" dt="2026-06-12T09:50:33.116" v="286" actId="14100"/>
          <ac:spMkLst>
            <pc:docMk/>
            <pc:sldMk cId="0" sldId="259"/>
            <ac:spMk id="66" creationId="{CDB6B5DA-6D3E-622F-B935-F8174B8A8C2B}"/>
          </ac:spMkLst>
        </pc:spChg>
        <pc:spChg chg="mod">
          <ac:chgData name="Nguyễn Minh Đức" userId="S::ducnm@nhsv.vn::f17d3d50-59dd-4e0f-8cde-493c8921742b" providerId="AD" clId="Web-{B3E3C042-71CD-3266-BCBC-5C65A05EC033}" dt="2026-06-12T09:50:30.741" v="285" actId="14100"/>
          <ac:spMkLst>
            <pc:docMk/>
            <pc:sldMk cId="0" sldId="259"/>
            <ac:spMk id="68" creationId="{F275EB42-8884-1869-16C1-52738EC67956}"/>
          </ac:spMkLst>
        </pc:spChg>
        <pc:spChg chg="mod">
          <ac:chgData name="Nguyễn Minh Đức" userId="S::ducnm@nhsv.vn::f17d3d50-59dd-4e0f-8cde-493c8921742b" providerId="AD" clId="Web-{B3E3C042-71CD-3266-BCBC-5C65A05EC033}" dt="2026-06-12T09:50:26.647" v="284" actId="14100"/>
          <ac:spMkLst>
            <pc:docMk/>
            <pc:sldMk cId="0" sldId="259"/>
            <ac:spMk id="70" creationId="{F93CBFB9-5FB0-525A-CCE3-84D68927B2C1}"/>
          </ac:spMkLst>
        </pc:spChg>
      </pc:sldChg>
      <pc:sldChg chg="modSp">
        <pc:chgData name="Nguyễn Minh Đức" userId="S::ducnm@nhsv.vn::f17d3d50-59dd-4e0f-8cde-493c8921742b" providerId="AD" clId="Web-{B3E3C042-71CD-3266-BCBC-5C65A05EC033}" dt="2026-06-12T09:52:22.085" v="297" actId="20577"/>
        <pc:sldMkLst>
          <pc:docMk/>
          <pc:sldMk cId="0" sldId="260"/>
        </pc:sldMkLst>
        <pc:spChg chg="mod">
          <ac:chgData name="Nguyễn Minh Đức" userId="S::ducnm@nhsv.vn::f17d3d50-59dd-4e0f-8cde-493c8921742b" providerId="AD" clId="Web-{B3E3C042-71CD-3266-BCBC-5C65A05EC033}" dt="2026-06-12T09:51:26.601" v="290" actId="20577"/>
          <ac:spMkLst>
            <pc:docMk/>
            <pc:sldMk cId="0" sldId="260"/>
            <ac:spMk id="27" creationId="{00000000-0000-0000-0000-000000000000}"/>
          </ac:spMkLst>
        </pc:spChg>
        <pc:spChg chg="mod">
          <ac:chgData name="Nguyễn Minh Đức" userId="S::ducnm@nhsv.vn::f17d3d50-59dd-4e0f-8cde-493c8921742b" providerId="AD" clId="Web-{B3E3C042-71CD-3266-BCBC-5C65A05EC033}" dt="2026-06-12T09:51:47.491" v="294" actId="20577"/>
          <ac:spMkLst>
            <pc:docMk/>
            <pc:sldMk cId="0" sldId="260"/>
            <ac:spMk id="41" creationId="{00000000-0000-0000-0000-000000000000}"/>
          </ac:spMkLst>
        </pc:spChg>
        <pc:spChg chg="mod">
          <ac:chgData name="Nguyễn Minh Đức" userId="S::ducnm@nhsv.vn::f17d3d50-59dd-4e0f-8cde-493c8921742b" providerId="AD" clId="Web-{B3E3C042-71CD-3266-BCBC-5C65A05EC033}" dt="2026-06-12T09:52:09.413" v="295" actId="20577"/>
          <ac:spMkLst>
            <pc:docMk/>
            <pc:sldMk cId="0" sldId="260"/>
            <ac:spMk id="42" creationId="{00000000-0000-0000-0000-000000000000}"/>
          </ac:spMkLst>
        </pc:spChg>
        <pc:spChg chg="mod">
          <ac:chgData name="Nguyễn Minh Đức" userId="S::ducnm@nhsv.vn::f17d3d50-59dd-4e0f-8cde-493c8921742b" providerId="AD" clId="Web-{B3E3C042-71CD-3266-BCBC-5C65A05EC033}" dt="2026-06-12T09:52:22.085" v="297" actId="20577"/>
          <ac:spMkLst>
            <pc:docMk/>
            <pc:sldMk cId="0" sldId="260"/>
            <ac:spMk id="50" creationId="{00000000-0000-0000-0000-000000000000}"/>
          </ac:spMkLst>
        </pc:spChg>
      </pc:sldChg>
      <pc:sldChg chg="modSp">
        <pc:chgData name="Nguyễn Minh Đức" userId="S::ducnm@nhsv.vn::f17d3d50-59dd-4e0f-8cde-493c8921742b" providerId="AD" clId="Web-{B3E3C042-71CD-3266-BCBC-5C65A05EC033}" dt="2026-06-12T10:14:10.436" v="478" actId="20577"/>
        <pc:sldMkLst>
          <pc:docMk/>
          <pc:sldMk cId="0" sldId="261"/>
        </pc:sldMkLst>
        <pc:spChg chg="mod">
          <ac:chgData name="Nguyễn Minh Đức" userId="S::ducnm@nhsv.vn::f17d3d50-59dd-4e0f-8cde-493c8921742b" providerId="AD" clId="Web-{B3E3C042-71CD-3266-BCBC-5C65A05EC033}" dt="2026-06-12T09:56:09.946" v="303" actId="20577"/>
          <ac:spMkLst>
            <pc:docMk/>
            <pc:sldMk cId="0" sldId="261"/>
            <ac:spMk id="18" creationId="{00000000-0000-0000-0000-000000000000}"/>
          </ac:spMkLst>
        </pc:spChg>
        <pc:spChg chg="mod">
          <ac:chgData name="Nguyễn Minh Đức" userId="S::ducnm@nhsv.vn::f17d3d50-59dd-4e0f-8cde-493c8921742b" providerId="AD" clId="Web-{B3E3C042-71CD-3266-BCBC-5C65A05EC033}" dt="2026-06-12T09:57:17.009" v="371" actId="20577"/>
          <ac:spMkLst>
            <pc:docMk/>
            <pc:sldMk cId="0" sldId="261"/>
            <ac:spMk id="23" creationId="{00000000-0000-0000-0000-000000000000}"/>
          </ac:spMkLst>
        </pc:spChg>
        <pc:spChg chg="mod">
          <ac:chgData name="Nguyễn Minh Đức" userId="S::ducnm@nhsv.vn::f17d3d50-59dd-4e0f-8cde-493c8921742b" providerId="AD" clId="Web-{B3E3C042-71CD-3266-BCBC-5C65A05EC033}" dt="2026-06-12T10:00:40.963" v="373" actId="20577"/>
          <ac:spMkLst>
            <pc:docMk/>
            <pc:sldMk cId="0" sldId="261"/>
            <ac:spMk id="29" creationId="{00000000-0000-0000-0000-000000000000}"/>
          </ac:spMkLst>
        </pc:spChg>
        <pc:spChg chg="mod">
          <ac:chgData name="Nguyễn Minh Đức" userId="S::ducnm@nhsv.vn::f17d3d50-59dd-4e0f-8cde-493c8921742b" providerId="AD" clId="Web-{B3E3C042-71CD-3266-BCBC-5C65A05EC033}" dt="2026-06-12T10:12:26.029" v="476" actId="20577"/>
          <ac:spMkLst>
            <pc:docMk/>
            <pc:sldMk cId="0" sldId="261"/>
            <ac:spMk id="32" creationId="{00000000-0000-0000-0000-000000000000}"/>
          </ac:spMkLst>
        </pc:spChg>
        <pc:spChg chg="mod">
          <ac:chgData name="Nguyễn Minh Đức" userId="S::ducnm@nhsv.vn::f17d3d50-59dd-4e0f-8cde-493c8921742b" providerId="AD" clId="Web-{B3E3C042-71CD-3266-BCBC-5C65A05EC033}" dt="2026-06-12T10:01:09.276" v="376" actId="20577"/>
          <ac:spMkLst>
            <pc:docMk/>
            <pc:sldMk cId="0" sldId="261"/>
            <ac:spMk id="50" creationId="{00000000-0000-0000-0000-000000000000}"/>
          </ac:spMkLst>
        </pc:spChg>
        <pc:spChg chg="mod">
          <ac:chgData name="Nguyễn Minh Đức" userId="S::ducnm@nhsv.vn::f17d3d50-59dd-4e0f-8cde-493c8921742b" providerId="AD" clId="Web-{B3E3C042-71CD-3266-BCBC-5C65A05EC033}" dt="2026-06-12T10:01:03.260" v="374" actId="20577"/>
          <ac:spMkLst>
            <pc:docMk/>
            <pc:sldMk cId="0" sldId="261"/>
            <ac:spMk id="52" creationId="{00000000-0000-0000-0000-000000000000}"/>
          </ac:spMkLst>
        </pc:spChg>
        <pc:spChg chg="mod">
          <ac:chgData name="Nguyễn Minh Đức" userId="S::ducnm@nhsv.vn::f17d3d50-59dd-4e0f-8cde-493c8921742b" providerId="AD" clId="Web-{B3E3C042-71CD-3266-BCBC-5C65A05EC033}" dt="2026-06-12T10:14:10.436" v="478" actId="20577"/>
          <ac:spMkLst>
            <pc:docMk/>
            <pc:sldMk cId="0" sldId="261"/>
            <ac:spMk id="56" creationId="{00000000-0000-0000-0000-000000000000}"/>
          </ac:spMkLst>
        </pc:spChg>
      </pc:sldChg>
      <pc:sldChg chg="modSp">
        <pc:chgData name="Nguyễn Minh Đức" userId="S::ducnm@nhsv.vn::f17d3d50-59dd-4e0f-8cde-493c8921742b" providerId="AD" clId="Web-{B3E3C042-71CD-3266-BCBC-5C65A05EC033}" dt="2026-06-12T10:09:33.888" v="457" actId="20577"/>
        <pc:sldMkLst>
          <pc:docMk/>
          <pc:sldMk cId="3502350973" sldId="276"/>
        </pc:sldMkLst>
        <pc:spChg chg="mod">
          <ac:chgData name="Nguyễn Minh Đức" userId="S::ducnm@nhsv.vn::f17d3d50-59dd-4e0f-8cde-493c8921742b" providerId="AD" clId="Web-{B3E3C042-71CD-3266-BCBC-5C65A05EC033}" dt="2026-06-12T10:08:46.559" v="378" actId="20577"/>
          <ac:spMkLst>
            <pc:docMk/>
            <pc:sldMk cId="3502350973" sldId="276"/>
            <ac:spMk id="27" creationId="{6B16218A-DFE6-CB38-F0A1-940CF195A89A}"/>
          </ac:spMkLst>
        </pc:spChg>
        <pc:spChg chg="mod">
          <ac:chgData name="Nguyễn Minh Đức" userId="S::ducnm@nhsv.vn::f17d3d50-59dd-4e0f-8cde-493c8921742b" providerId="AD" clId="Web-{B3E3C042-71CD-3266-BCBC-5C65A05EC033}" dt="2026-06-12T10:08:49.934" v="379" actId="20577"/>
          <ac:spMkLst>
            <pc:docMk/>
            <pc:sldMk cId="3502350973" sldId="276"/>
            <ac:spMk id="31" creationId="{7CB25461-063A-B276-FE40-4D62CCFDFDA0}"/>
          </ac:spMkLst>
        </pc:spChg>
        <pc:spChg chg="mod">
          <ac:chgData name="Nguyễn Minh Đức" userId="S::ducnm@nhsv.vn::f17d3d50-59dd-4e0f-8cde-493c8921742b" providerId="AD" clId="Web-{B3E3C042-71CD-3266-BCBC-5C65A05EC033}" dt="2026-06-12T10:09:33.888" v="457" actId="20577"/>
          <ac:spMkLst>
            <pc:docMk/>
            <pc:sldMk cId="3502350973" sldId="276"/>
            <ac:spMk id="32" creationId="{6331B615-C5CE-0F58-E433-BA772308436E}"/>
          </ac:spMkLst>
        </pc:spChg>
        <pc:spChg chg="mod">
          <ac:chgData name="Nguyễn Minh Đức" userId="S::ducnm@nhsv.vn::f17d3d50-59dd-4e0f-8cde-493c8921742b" providerId="AD" clId="Web-{B3E3C042-71CD-3266-BCBC-5C65A05EC033}" dt="2026-06-12T09:55:21.024" v="301" actId="20577"/>
          <ac:spMkLst>
            <pc:docMk/>
            <pc:sldMk cId="3502350973" sldId="276"/>
            <ac:spMk id="41" creationId="{8B78195A-663E-1614-19E5-73E5F20F4D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5545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287FD-C7F2-80D6-CAE5-03852867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CA21F-4FE8-EC74-692A-A1E68407E3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F7EEB6-E88F-AF3E-479B-77CE9913B3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80CFCE-74CD-E7BF-467A-966B8EA491F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58204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2F99-ABA2-D5BB-6A64-DFA86023C7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E50C7E-F195-D5BC-0890-FF07CFB26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8726E9-C6D3-921E-7D0D-ECD16B293724}"/>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5" name="Footer Placeholder 4">
            <a:extLst>
              <a:ext uri="{FF2B5EF4-FFF2-40B4-BE49-F238E27FC236}">
                <a16:creationId xmlns:a16="http://schemas.microsoft.com/office/drawing/2014/main" id="{231FC6CE-27B5-66BC-7D59-61FA57D81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142F8-354F-E059-9026-BCC5C07A6D55}"/>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99962392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27212-B972-6950-47CD-51949A4DA3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64CA2-0466-D9CA-62B3-2B3FBB93D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DFE9C6-B303-4476-FE51-BAC1196E3F8F}"/>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5" name="Footer Placeholder 4">
            <a:extLst>
              <a:ext uri="{FF2B5EF4-FFF2-40B4-BE49-F238E27FC236}">
                <a16:creationId xmlns:a16="http://schemas.microsoft.com/office/drawing/2014/main" id="{3AC48088-59AE-E998-E222-8B852ABE2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E5375-E2BD-F16E-10F3-CDEF423ACCFF}"/>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4171084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CE22E-A2A9-9F36-378A-E74BBD7DA9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CA34E7-0D1E-A400-611D-6081147537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02AC30-1313-0BA4-E0CB-DCD10795D98D}"/>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5" name="Footer Placeholder 4">
            <a:extLst>
              <a:ext uri="{FF2B5EF4-FFF2-40B4-BE49-F238E27FC236}">
                <a16:creationId xmlns:a16="http://schemas.microsoft.com/office/drawing/2014/main" id="{999CCF3A-2758-F6BE-4A9D-C54038B57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2D3465-FDC3-4595-187B-DB60D19E3C26}"/>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8948219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8D5AE-630B-31B4-4D32-BA974730DC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7709F5-BFCF-1A69-2256-D71CB41BE8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408659-CF25-B90B-D042-8D18731BE9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DD9F6C-C19F-C273-0601-567FC3C45954}"/>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6" name="Footer Placeholder 5">
            <a:extLst>
              <a:ext uri="{FF2B5EF4-FFF2-40B4-BE49-F238E27FC236}">
                <a16:creationId xmlns:a16="http://schemas.microsoft.com/office/drawing/2014/main" id="{2B0F4C82-6CD2-5523-1BE4-839EF85960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7DFDE9-3165-CE34-C227-065019425323}"/>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71132329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969EC-BF5B-43E8-D5EB-D62A6095DC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5BC823-A370-E663-C0CD-9C2EB9FD73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C716FC-7CFF-4315-ED3D-CCCA8DFC1D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777D21-C51C-60AC-9596-6C275B418D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E37C66-C529-19AD-8B5D-2BACB35CAD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6AC2E3-AAFA-E31F-59C7-D089022F928F}"/>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8" name="Footer Placeholder 7">
            <a:extLst>
              <a:ext uri="{FF2B5EF4-FFF2-40B4-BE49-F238E27FC236}">
                <a16:creationId xmlns:a16="http://schemas.microsoft.com/office/drawing/2014/main" id="{1E9539C5-F9A9-B140-EB1E-8F19BB4BDF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2F7275-9B69-C252-7A9F-2B8156E9E8EC}"/>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4027331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8DC81-C659-F68E-E2D3-B290167049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0CF254-E0F4-7684-6765-4C067A91B39E}"/>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4" name="Footer Placeholder 3">
            <a:extLst>
              <a:ext uri="{FF2B5EF4-FFF2-40B4-BE49-F238E27FC236}">
                <a16:creationId xmlns:a16="http://schemas.microsoft.com/office/drawing/2014/main" id="{737DD469-EFFF-165A-2209-E4F5BB9EED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FCC3C9-348D-43DD-C10C-9B18AC55F626}"/>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40564420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2C7F7B-CA83-1D4D-1194-5E69831986EB}"/>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3" name="Footer Placeholder 2">
            <a:extLst>
              <a:ext uri="{FF2B5EF4-FFF2-40B4-BE49-F238E27FC236}">
                <a16:creationId xmlns:a16="http://schemas.microsoft.com/office/drawing/2014/main" id="{DB9A7DD2-416B-0A73-9AD7-D128360540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728D7A-2F47-9B03-16F6-A8516371CC75}"/>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62287326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24E5E-8767-7FBE-E22E-E7F907F85A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6A32BC-EE58-D0B0-A679-3524CCB23D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3EAC7A-244D-8CFF-C78A-0437F12D7B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1BEFB2-3FF5-8624-59E7-6A261484F508}"/>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6" name="Footer Placeholder 5">
            <a:extLst>
              <a:ext uri="{FF2B5EF4-FFF2-40B4-BE49-F238E27FC236}">
                <a16:creationId xmlns:a16="http://schemas.microsoft.com/office/drawing/2014/main" id="{314C6055-A240-831C-83F5-21760AD2D6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C063A8-E1A2-4342-589C-72519BFF2124}"/>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44029762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EC8EE-9B04-7E9D-7421-DC895D17F5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2FDAFE-E903-08A3-99DE-28C389FA50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C6CBC7-AED2-360B-D116-13C1CB4F38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DCDE8A-4F78-ACAE-41B3-C38180158C77}"/>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6" name="Footer Placeholder 5">
            <a:extLst>
              <a:ext uri="{FF2B5EF4-FFF2-40B4-BE49-F238E27FC236}">
                <a16:creationId xmlns:a16="http://schemas.microsoft.com/office/drawing/2014/main" id="{5064EFA5-179A-AA3E-526F-F1A40BFAA2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8F347E-F0C6-B056-2026-69157DF156A7}"/>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44028695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120D-D65B-4E4B-8860-DE674A0B2E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C38303-2B9B-52AA-8B09-5D19F65501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AED02F-2E08-017B-9B7F-CBB9DEC5E557}"/>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5" name="Footer Placeholder 4">
            <a:extLst>
              <a:ext uri="{FF2B5EF4-FFF2-40B4-BE49-F238E27FC236}">
                <a16:creationId xmlns:a16="http://schemas.microsoft.com/office/drawing/2014/main" id="{37A5E6F5-F866-2C7B-466C-526AB1DBB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13C61D-F9AD-FD4F-3F60-4181A7F82B1B}"/>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729500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B52FB1-7243-5C83-254B-EB88F67E67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5D5B5D-CFAF-6ACE-1255-8CB9390588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DD1DA8-0637-7928-C260-2EEFE34FC1AB}"/>
              </a:ext>
            </a:extLst>
          </p:cNvPr>
          <p:cNvSpPr>
            <a:spLocks noGrp="1"/>
          </p:cNvSpPr>
          <p:nvPr>
            <p:ph type="dt" sz="half" idx="10"/>
          </p:nvPr>
        </p:nvSpPr>
        <p:spPr/>
        <p:txBody>
          <a:bodyPr/>
          <a:lstStyle/>
          <a:p>
            <a:fld id="{C764DE79-268F-4C1A-8933-263129D2AF90}" type="datetimeFigureOut">
              <a:rPr lang="en-US" smtClean="0"/>
              <a:t>6/12/2026</a:t>
            </a:fld>
            <a:endParaRPr lang="en-US"/>
          </a:p>
        </p:txBody>
      </p:sp>
      <p:sp>
        <p:nvSpPr>
          <p:cNvPr id="5" name="Footer Placeholder 4">
            <a:extLst>
              <a:ext uri="{FF2B5EF4-FFF2-40B4-BE49-F238E27FC236}">
                <a16:creationId xmlns:a16="http://schemas.microsoft.com/office/drawing/2014/main" id="{658ECFFF-7B12-25A6-B8F0-9F379C41F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341A8E-5250-2634-8E95-613F0C5CC1F8}"/>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19916359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6445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FE0C17-1DB0-518A-ABD4-64A3F6A411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9F706A-5A5C-68B1-FD3F-8AA310A761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19FD45-DCE7-F78E-41AE-D724C353F5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smtClean="0"/>
              <a:t>6/12/2026</a:t>
            </a:fld>
            <a:endParaRPr lang="en-US"/>
          </a:p>
        </p:txBody>
      </p:sp>
      <p:sp>
        <p:nvSpPr>
          <p:cNvPr id="5" name="Footer Placeholder 4">
            <a:extLst>
              <a:ext uri="{FF2B5EF4-FFF2-40B4-BE49-F238E27FC236}">
                <a16:creationId xmlns:a16="http://schemas.microsoft.com/office/drawing/2014/main" id="{69C6305E-A46E-2D83-E416-20F0DCDA49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2915FD-F254-7B89-4A12-D9433EC257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smtClean="0"/>
              <a:t>‹#›</a:t>
            </a:fld>
            <a:endParaRPr lang="en-US"/>
          </a:p>
        </p:txBody>
      </p:sp>
    </p:spTree>
    <p:extLst>
      <p:ext uri="{BB962C8B-B14F-4D97-AF65-F5344CB8AC3E}">
        <p14:creationId xmlns:p14="http://schemas.microsoft.com/office/powerpoint/2010/main" val="119357640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nhsv.vn/uploadfile/source/Thuvientailieu/Cong_bo_rui_ro_GD_truc_tuyen.pdf" TargetMode="External"/><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2"/>
        </a:solidFill>
        <a:effectLst/>
      </p:bgPr>
    </p:bg>
    <p:spTree>
      <p:nvGrpSpPr>
        <p:cNvPr id="1" name=""/>
        <p:cNvGrpSpPr/>
        <p:nvPr/>
      </p:nvGrpSpPr>
      <p:grpSpPr>
        <a:xfrm>
          <a:off x="0" y="0"/>
          <a:ext cx="0" cy="0"/>
          <a:chOff x="0" y="0"/>
          <a:chExt cx="0" cy="0"/>
        </a:xfrm>
      </p:grpSpPr>
      <p:sp>
        <p:nvSpPr>
          <p:cNvPr id="7" name="Text 4"/>
          <p:cNvSpPr/>
          <p:nvPr/>
        </p:nvSpPr>
        <p:spPr>
          <a:xfrm>
            <a:off x="822960" y="2468880"/>
            <a:ext cx="10515600" cy="365760"/>
          </a:xfrm>
          <a:prstGeom prst="rect">
            <a:avLst/>
          </a:prstGeom>
          <a:noFill/>
          <a:ln/>
        </p:spPr>
        <p:txBody>
          <a:bodyPr wrap="square" lIns="0" tIns="0" rIns="0" bIns="0" rtlCol="0" anchor="ctr"/>
          <a:lstStyle/>
          <a:p>
            <a:pPr marL="0" indent="0">
              <a:buNone/>
            </a:pPr>
            <a:r>
              <a:rPr lang="en-US" sz="1300" b="1">
                <a:latin typeface="Aptos Narrow" panose="020B0004020202020204" pitchFamily="34" charset="0"/>
                <a:ea typeface="Arial" pitchFamily="34" charset="-122"/>
                <a:cs typeface="Arial" pitchFamily="34" charset="-120"/>
              </a:rPr>
              <a:t>TỰ ĐÁNH GIÁ TUÂN THỦ · </a:t>
            </a:r>
            <a:r>
              <a:rPr lang="en-US" sz="1300" b="1">
                <a:latin typeface="Aptos Narrow" panose="020B0004020202020204" pitchFamily="34" charset="0"/>
                <a:ea typeface="NanumGothic" pitchFamily="34" charset="-122"/>
                <a:cs typeface="NanumGothic" pitchFamily="34" charset="-120"/>
              </a:rPr>
              <a:t>자가 준수 </a:t>
            </a:r>
            <a:r>
              <a:rPr lang="en-US" sz="1300" b="1" err="1">
                <a:latin typeface="Aptos Narrow" panose="020B0004020202020204" pitchFamily="34" charset="0"/>
                <a:ea typeface="NanumGothic" pitchFamily="34" charset="-122"/>
                <a:cs typeface="NanumGothic" pitchFamily="34" charset="-120"/>
              </a:rPr>
              <a:t>점검</a:t>
            </a:r>
            <a:r>
              <a:rPr lang="en-US" sz="1300" b="1">
                <a:latin typeface="Aptos Narrow" panose="020B0004020202020204" pitchFamily="34" charset="0"/>
                <a:ea typeface="NanumGothic" pitchFamily="34" charset="-122"/>
                <a:cs typeface="NanumGothic" pitchFamily="34" charset="-120"/>
              </a:rPr>
              <a:t> </a:t>
            </a:r>
            <a:endParaRPr lang="en-US" sz="1300">
              <a:latin typeface="Aptos Narrow" panose="020B0004020202020204" pitchFamily="34" charset="0"/>
            </a:endParaRPr>
          </a:p>
        </p:txBody>
      </p:sp>
      <p:sp>
        <p:nvSpPr>
          <p:cNvPr id="8" name="Text 5"/>
          <p:cNvSpPr/>
          <p:nvPr/>
        </p:nvSpPr>
        <p:spPr>
          <a:xfrm>
            <a:off x="822960" y="2834640"/>
            <a:ext cx="10515600" cy="777240"/>
          </a:xfrm>
          <a:prstGeom prst="rect">
            <a:avLst/>
          </a:prstGeom>
          <a:noFill/>
          <a:ln/>
        </p:spPr>
        <p:txBody>
          <a:bodyPr wrap="square" lIns="0" tIns="0" rIns="0" bIns="0" rtlCol="0" anchor="t"/>
          <a:lstStyle/>
          <a:p>
            <a:pPr marL="0" indent="0">
              <a:buNone/>
            </a:pPr>
            <a:r>
              <a:rPr lang="en-US" sz="3600" b="1">
                <a:latin typeface="Aptos Narrow" panose="020B0004020202020204" pitchFamily="34" charset="0"/>
                <a:ea typeface="Arial" pitchFamily="34" charset="-122"/>
                <a:cs typeface="Arial" pitchFamily="34" charset="-120"/>
              </a:rPr>
              <a:t>Checklist </a:t>
            </a:r>
            <a:r>
              <a:rPr lang="en-US" sz="3600" b="1" err="1">
                <a:latin typeface="Aptos Narrow" panose="020B0004020202020204" pitchFamily="34" charset="0"/>
                <a:ea typeface="Arial" pitchFamily="34" charset="-122"/>
                <a:cs typeface="Arial" pitchFamily="34" charset="-120"/>
              </a:rPr>
              <a:t>tuân</a:t>
            </a:r>
            <a:r>
              <a:rPr lang="en-US" sz="3600" b="1">
                <a:latin typeface="Aptos Narrow" panose="020B0004020202020204" pitchFamily="34" charset="0"/>
                <a:ea typeface="Arial" pitchFamily="34" charset="-122"/>
                <a:cs typeface="Arial" pitchFamily="34" charset="-120"/>
              </a:rPr>
              <a:t> </a:t>
            </a:r>
            <a:r>
              <a:rPr lang="en-US" sz="3600" b="1" err="1">
                <a:latin typeface="Aptos Narrow" panose="020B0004020202020204" pitchFamily="34" charset="0"/>
                <a:ea typeface="Arial" pitchFamily="34" charset="-122"/>
                <a:cs typeface="Arial" pitchFamily="34" charset="-120"/>
              </a:rPr>
              <a:t>thủ</a:t>
            </a:r>
            <a:endParaRPr lang="en-US" sz="3600">
              <a:latin typeface="Aptos Narrow" panose="020B0004020202020204" pitchFamily="34" charset="0"/>
            </a:endParaRPr>
          </a:p>
        </p:txBody>
      </p:sp>
      <p:sp>
        <p:nvSpPr>
          <p:cNvPr id="9" name="Text 6"/>
          <p:cNvSpPr/>
          <p:nvPr/>
        </p:nvSpPr>
        <p:spPr>
          <a:xfrm>
            <a:off x="822960" y="3611880"/>
            <a:ext cx="10515600" cy="685800"/>
          </a:xfrm>
          <a:prstGeom prst="rect">
            <a:avLst/>
          </a:prstGeom>
          <a:noFill/>
          <a:ln/>
        </p:spPr>
        <p:txBody>
          <a:bodyPr wrap="square" lIns="0" tIns="0" rIns="0" bIns="0" rtlCol="0" anchor="t"/>
          <a:lstStyle/>
          <a:p>
            <a:pPr marL="0" indent="0">
              <a:buNone/>
            </a:pPr>
            <a:r>
              <a:rPr lang="en-US" sz="3200" b="1" err="1">
                <a:latin typeface="Aptos Narrow" panose="020B0004020202020204" pitchFamily="34" charset="0"/>
                <a:ea typeface="NanumGothic" pitchFamily="34" charset="-122"/>
                <a:cs typeface="NanumGothic" pitchFamily="34" charset="-120"/>
              </a:rPr>
              <a:t>준수</a:t>
            </a:r>
            <a:r>
              <a:rPr lang="en-US" sz="3200" b="1">
                <a:latin typeface="Aptos Narrow" panose="020B0004020202020204" pitchFamily="34" charset="0"/>
                <a:ea typeface="NanumGothic" pitchFamily="34" charset="-122"/>
                <a:cs typeface="NanumGothic" pitchFamily="34" charset="-120"/>
              </a:rPr>
              <a:t> 점검표</a:t>
            </a:r>
            <a:endParaRPr lang="en-US" sz="3200">
              <a:latin typeface="Aptos Narrow" panose="020B0004020202020204" pitchFamily="34" charset="0"/>
            </a:endParaRPr>
          </a:p>
        </p:txBody>
      </p:sp>
      <p:sp>
        <p:nvSpPr>
          <p:cNvPr id="10" name="Text 7"/>
          <p:cNvSpPr/>
          <p:nvPr/>
        </p:nvSpPr>
        <p:spPr>
          <a:xfrm>
            <a:off x="822960" y="4434840"/>
            <a:ext cx="10515600" cy="411480"/>
          </a:xfrm>
          <a:prstGeom prst="rect">
            <a:avLst/>
          </a:prstGeom>
          <a:noFill/>
          <a:ln/>
        </p:spPr>
        <p:txBody>
          <a:bodyPr wrap="square" lIns="0" tIns="0" rIns="0" bIns="0" rtlCol="0" anchor="ctr"/>
          <a:lstStyle/>
          <a:p>
            <a:pPr marL="0" indent="0">
              <a:buNone/>
            </a:pPr>
            <a:r>
              <a:rPr lang="en-US" sz="1400">
                <a:latin typeface="Aptos Narrow" panose="020B0004020202020204" pitchFamily="34" charset="0"/>
                <a:ea typeface="Arial" pitchFamily="34" charset="-122"/>
                <a:cs typeface="Arial" pitchFamily="34" charset="-120"/>
              </a:rPr>
              <a:t>Cung cấp dịch vụ trực tuyến trong hoạt động kinh doanh chứng khoán</a:t>
            </a:r>
            <a:endParaRPr lang="en-US" sz="1400">
              <a:latin typeface="Aptos Narrow" panose="020B0004020202020204" pitchFamily="34" charset="0"/>
            </a:endParaRPr>
          </a:p>
        </p:txBody>
      </p:sp>
      <p:sp>
        <p:nvSpPr>
          <p:cNvPr id="11" name="Text 8"/>
          <p:cNvSpPr/>
          <p:nvPr/>
        </p:nvSpPr>
        <p:spPr>
          <a:xfrm>
            <a:off x="822960" y="4800600"/>
            <a:ext cx="10515600" cy="411480"/>
          </a:xfrm>
          <a:prstGeom prst="rect">
            <a:avLst/>
          </a:prstGeom>
          <a:noFill/>
          <a:ln/>
        </p:spPr>
        <p:txBody>
          <a:bodyPr wrap="square" lIns="0" tIns="0" rIns="0" bIns="0" rtlCol="0" anchor="ctr"/>
          <a:lstStyle/>
          <a:p>
            <a:pPr marL="0" indent="0">
              <a:buNone/>
            </a:pPr>
            <a:r>
              <a:rPr lang="en-US" sz="1400">
                <a:latin typeface="Aptos Narrow" panose="020B0004020202020204" pitchFamily="34" charset="0"/>
                <a:ea typeface="NanumGothic" pitchFamily="34" charset="-122"/>
                <a:cs typeface="NanumGothic" pitchFamily="34" charset="-120"/>
              </a:rPr>
              <a:t>증권업에서의 온라인 서비스 제공 (Điều 5–22 / 제5~22조)</a:t>
            </a:r>
            <a:endParaRPr lang="en-US" sz="1400">
              <a:latin typeface="Aptos Narrow" panose="020B0004020202020204" pitchFamily="34" charset="0"/>
            </a:endParaRPr>
          </a:p>
        </p:txBody>
      </p:sp>
      <p:sp>
        <p:nvSpPr>
          <p:cNvPr id="12" name="Text 9"/>
          <p:cNvSpPr/>
          <p:nvPr/>
        </p:nvSpPr>
        <p:spPr>
          <a:xfrm>
            <a:off x="822960" y="5440680"/>
            <a:ext cx="10789920" cy="365760"/>
          </a:xfrm>
          <a:prstGeom prst="rect">
            <a:avLst/>
          </a:prstGeom>
          <a:noFill/>
          <a:ln/>
        </p:spPr>
        <p:txBody>
          <a:bodyPr wrap="square" lIns="0" tIns="0" rIns="0" bIns="0" rtlCol="0" anchor="ctr"/>
          <a:lstStyle/>
          <a:p>
            <a:pPr marL="0" indent="0">
              <a:buNone/>
            </a:pPr>
            <a:r>
              <a:rPr lang="en-US" sz="1250" i="1">
                <a:latin typeface="Aptos Narrow" panose="020B0004020202020204" pitchFamily="34" charset="0"/>
                <a:ea typeface="Arial" pitchFamily="34" charset="-122"/>
                <a:cs typeface="Arial" pitchFamily="34" charset="-120"/>
              </a:rPr>
              <a:t>Mục 1 · </a:t>
            </a:r>
            <a:r>
              <a:rPr lang="en-US" sz="1250" i="1">
                <a:latin typeface="Aptos Narrow" panose="020B0004020202020204" pitchFamily="34" charset="0"/>
                <a:ea typeface="NanumGothic" pitchFamily="34" charset="-122"/>
                <a:cs typeface="NanumGothic" pitchFamily="34" charset="-120"/>
              </a:rPr>
              <a:t>제1절 </a:t>
            </a:r>
            <a:r>
              <a:rPr lang="en-US" sz="1250" i="1">
                <a:latin typeface="Aptos Narrow" panose="020B0004020202020204" pitchFamily="34" charset="0"/>
                <a:ea typeface="Arial" pitchFamily="34" charset="-122"/>
                <a:cs typeface="Arial" pitchFamily="34" charset="-120"/>
              </a:rPr>
              <a:t>(Điều 5–13)      Mục 2 · </a:t>
            </a:r>
            <a:r>
              <a:rPr lang="en-US" sz="1250" i="1">
                <a:latin typeface="Aptos Narrow" panose="020B0004020202020204" pitchFamily="34" charset="0"/>
                <a:ea typeface="NanumGothic" pitchFamily="34" charset="-122"/>
                <a:cs typeface="NanumGothic" pitchFamily="34" charset="-120"/>
              </a:rPr>
              <a:t>제2절 </a:t>
            </a:r>
            <a:r>
              <a:rPr lang="en-US" sz="1250" i="1">
                <a:latin typeface="Aptos Narrow" panose="020B0004020202020204" pitchFamily="34" charset="0"/>
                <a:ea typeface="Arial" pitchFamily="34" charset="-122"/>
                <a:cs typeface="Arial" pitchFamily="34" charset="-120"/>
              </a:rPr>
              <a:t>(Điều 14–15)      Mục 3 · </a:t>
            </a:r>
            <a:r>
              <a:rPr lang="en-US" sz="1250" i="1">
                <a:latin typeface="Aptos Narrow" panose="020B0004020202020204" pitchFamily="34" charset="0"/>
                <a:ea typeface="NanumGothic" pitchFamily="34" charset="-122"/>
                <a:cs typeface="NanumGothic" pitchFamily="34" charset="-120"/>
              </a:rPr>
              <a:t>제3절 </a:t>
            </a:r>
            <a:r>
              <a:rPr lang="en-US" sz="1250" i="1">
                <a:latin typeface="Aptos Narrow" panose="020B0004020202020204" pitchFamily="34" charset="0"/>
                <a:ea typeface="Arial" pitchFamily="34" charset="-122"/>
                <a:cs typeface="Arial" pitchFamily="34" charset="-120"/>
              </a:rPr>
              <a:t>(Điều 16–22)</a:t>
            </a:r>
            <a:endParaRPr lang="en-US" sz="1250">
              <a:latin typeface="Aptos Narrow" panose="020B0004020202020204" pitchFamily="34" charset="0"/>
            </a:endParaRPr>
          </a:p>
        </p:txBody>
      </p:sp>
      <p:sp>
        <p:nvSpPr>
          <p:cNvPr id="13" name="Text 10"/>
          <p:cNvSpPr/>
          <p:nvPr/>
        </p:nvSpPr>
        <p:spPr>
          <a:xfrm>
            <a:off x="822960" y="5852160"/>
            <a:ext cx="10789920" cy="320040"/>
          </a:xfrm>
          <a:prstGeom prst="rect">
            <a:avLst/>
          </a:prstGeom>
          <a:noFill/>
          <a:ln/>
        </p:spPr>
        <p:txBody>
          <a:bodyPr wrap="square" lIns="0" tIns="0" rIns="0" bIns="0" rtlCol="0" anchor="ctr"/>
          <a:lstStyle/>
          <a:p>
            <a:pPr marL="0" indent="0">
              <a:buNone/>
            </a:pPr>
            <a:r>
              <a:rPr lang="en-US" sz="1100" i="1">
                <a:latin typeface="Aptos Narrow" panose="020B0004020202020204" pitchFamily="34" charset="0"/>
                <a:ea typeface="Arial" pitchFamily="34" charset="-122"/>
                <a:cs typeface="Arial" pitchFamily="34" charset="-120"/>
              </a:rPr>
              <a:t>Dành cho công ty chứng khoán tự rà soát mức độ tuân thủ trước khi cung cấp dịch vụ.</a:t>
            </a:r>
            <a:endParaRPr lang="en-US" sz="1100">
              <a:latin typeface="Aptos Narrow" panose="020B0004020202020204" pitchFamily="34" charset="0"/>
            </a:endParaRPr>
          </a:p>
        </p:txBody>
      </p:sp>
      <p:sp>
        <p:nvSpPr>
          <p:cNvPr id="14" name="Text 11"/>
          <p:cNvSpPr/>
          <p:nvPr/>
        </p:nvSpPr>
        <p:spPr>
          <a:xfrm>
            <a:off x="822960" y="6163056"/>
            <a:ext cx="10789920" cy="320040"/>
          </a:xfrm>
          <a:prstGeom prst="rect">
            <a:avLst/>
          </a:prstGeom>
          <a:noFill/>
          <a:ln/>
        </p:spPr>
        <p:txBody>
          <a:bodyPr wrap="square" lIns="0" tIns="0" rIns="0" bIns="0" rtlCol="0" anchor="ctr"/>
          <a:lstStyle/>
          <a:p>
            <a:pPr marL="0" indent="0">
              <a:buNone/>
            </a:pPr>
            <a:r>
              <a:rPr lang="en-US" sz="1100" i="1">
                <a:latin typeface="Aptos Narrow" panose="020B0004020202020204" pitchFamily="34" charset="0"/>
                <a:ea typeface="NanumGothic" pitchFamily="34" charset="-122"/>
                <a:cs typeface="NanumGothic" pitchFamily="34" charset="-120"/>
              </a:rPr>
              <a:t>증권회사가 서비스 제공 전 준수 수준을 자체 점검하기 위한 자료입니다.</a:t>
            </a:r>
            <a:endParaRPr lang="en-US" sz="1100">
              <a:latin typeface="Aptos Narrow"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2"/>
        </a:solidFill>
        <a:effectLst/>
      </p:bgPr>
    </p:bg>
    <p:spTree>
      <p:nvGrpSpPr>
        <p:cNvPr id="1" name=""/>
        <p:cNvGrpSpPr/>
        <p:nvPr/>
      </p:nvGrpSpPr>
      <p:grpSpPr>
        <a:xfrm>
          <a:off x="0" y="0"/>
          <a:ext cx="0" cy="0"/>
          <a:chOff x="0" y="0"/>
          <a:chExt cx="0" cy="0"/>
        </a:xfrm>
      </p:grpSpPr>
      <p:sp>
        <p:nvSpPr>
          <p:cNvPr id="4" name="Text 2"/>
          <p:cNvSpPr/>
          <p:nvPr/>
        </p:nvSpPr>
        <p:spPr>
          <a:xfrm>
            <a:off x="822960" y="1371600"/>
            <a:ext cx="10058400" cy="457200"/>
          </a:xfrm>
          <a:prstGeom prst="rect">
            <a:avLst/>
          </a:prstGeom>
          <a:noFill/>
          <a:ln/>
        </p:spPr>
        <p:txBody>
          <a:bodyPr wrap="square" lIns="0" tIns="0" rIns="0" bIns="0" rtlCol="0" anchor="ctr"/>
          <a:lstStyle/>
          <a:p>
            <a:pPr marL="0" indent="0">
              <a:buNone/>
            </a:pPr>
            <a:r>
              <a:rPr lang="en-US" sz="1500" b="1" kern="0" spc="100">
                <a:latin typeface="Aptos Narrow" panose="020B0004020202020204" pitchFamily="34" charset="0"/>
                <a:ea typeface="Arial" pitchFamily="34" charset="-122"/>
                <a:cs typeface="Arial" pitchFamily="34" charset="-120"/>
              </a:rPr>
              <a:t>MỤC 1 · </a:t>
            </a:r>
            <a:r>
              <a:rPr lang="en-US" sz="1500" b="1" kern="0" spc="100">
                <a:latin typeface="Aptos Narrow" panose="020B0004020202020204" pitchFamily="34" charset="0"/>
                <a:ea typeface="NanumGothic" pitchFamily="34" charset="-122"/>
                <a:cs typeface="NanumGothic" pitchFamily="34" charset="-120"/>
              </a:rPr>
              <a:t>제1절</a:t>
            </a:r>
            <a:endParaRPr lang="en-US" sz="1500">
              <a:latin typeface="Aptos Narrow" panose="020B0004020202020204" pitchFamily="34" charset="0"/>
            </a:endParaRPr>
          </a:p>
        </p:txBody>
      </p:sp>
      <p:sp>
        <p:nvSpPr>
          <p:cNvPr id="7" name="Text 4"/>
          <p:cNvSpPr/>
          <p:nvPr/>
        </p:nvSpPr>
        <p:spPr>
          <a:xfrm>
            <a:off x="822960" y="2039112"/>
            <a:ext cx="9144000" cy="640080"/>
          </a:xfrm>
          <a:prstGeom prst="rect">
            <a:avLst/>
          </a:prstGeom>
          <a:noFill/>
          <a:ln/>
        </p:spPr>
        <p:txBody>
          <a:bodyPr wrap="square" lIns="0" tIns="0" rIns="0" bIns="0" rtlCol="0" anchor="ctr"/>
          <a:lstStyle/>
          <a:p>
            <a:pPr marL="0" indent="0">
              <a:buNone/>
            </a:pPr>
            <a:r>
              <a:rPr lang="en-US" sz="2600" b="1">
                <a:latin typeface="Aptos Narrow" panose="020B0004020202020204" pitchFamily="34" charset="0"/>
                <a:ea typeface="Arial" pitchFamily="34" charset="-122"/>
                <a:cs typeface="Arial" pitchFamily="34" charset="-120"/>
              </a:rPr>
              <a:t>Quy định chung về cung cấp dịch vụ trực tuyến</a:t>
            </a:r>
            <a:endParaRPr lang="en-US" sz="2600">
              <a:latin typeface="Aptos Narrow" panose="020B0004020202020204" pitchFamily="34" charset="0"/>
            </a:endParaRPr>
          </a:p>
        </p:txBody>
      </p:sp>
      <p:sp>
        <p:nvSpPr>
          <p:cNvPr id="8" name="Text 5"/>
          <p:cNvSpPr/>
          <p:nvPr/>
        </p:nvSpPr>
        <p:spPr>
          <a:xfrm>
            <a:off x="822960" y="2532888"/>
            <a:ext cx="9144000" cy="548640"/>
          </a:xfrm>
          <a:prstGeom prst="rect">
            <a:avLst/>
          </a:prstGeom>
          <a:noFill/>
          <a:ln/>
        </p:spPr>
        <p:txBody>
          <a:bodyPr wrap="square" lIns="0" tIns="0" rIns="0" bIns="0" rtlCol="0" anchor="ctr"/>
          <a:lstStyle/>
          <a:p>
            <a:pPr marL="0" indent="0">
              <a:buNone/>
            </a:pPr>
            <a:r>
              <a:rPr lang="en-US" sz="1800" b="1">
                <a:latin typeface="Aptos Narrow" panose="020B0004020202020204" pitchFamily="34" charset="0"/>
                <a:ea typeface="NanumGothic" pitchFamily="34" charset="-122"/>
                <a:cs typeface="NanumGothic" pitchFamily="34" charset="-120"/>
              </a:rPr>
              <a:t>온라인 서비스 제공에 관한 총칙</a:t>
            </a:r>
            <a:endParaRPr lang="en-US" sz="1800">
              <a:latin typeface="Aptos Narrow" panose="020B0004020202020204" pitchFamily="34" charset="0"/>
            </a:endParaRPr>
          </a:p>
        </p:txBody>
      </p:sp>
      <p:sp>
        <p:nvSpPr>
          <p:cNvPr id="9" name="Text 6"/>
          <p:cNvSpPr/>
          <p:nvPr/>
        </p:nvSpPr>
        <p:spPr>
          <a:xfrm>
            <a:off x="822960" y="3657600"/>
            <a:ext cx="10515600" cy="457200"/>
          </a:xfrm>
          <a:prstGeom prst="rect">
            <a:avLst/>
          </a:prstGeom>
          <a:noFill/>
          <a:ln/>
        </p:spPr>
        <p:txBody>
          <a:bodyPr wrap="square" lIns="0" tIns="0" rIns="0" bIns="0" rtlCol="0" anchor="ctr"/>
          <a:lstStyle/>
          <a:p>
            <a:pPr marL="0" indent="0">
              <a:buNone/>
            </a:pPr>
            <a:r>
              <a:rPr lang="en-US" sz="1350">
                <a:latin typeface="Aptos Narrow" panose="020B0004020202020204" pitchFamily="34" charset="0"/>
                <a:ea typeface="Arial" pitchFamily="34" charset="-122"/>
                <a:cs typeface="Arial" pitchFamily="34" charset="-120"/>
              </a:rPr>
              <a:t>Điều 5–13 / 제5~13조 · Yêu cầu chung, hình thức &amp; áp dụng xác thực, NĐT nước </a:t>
            </a:r>
            <a:r>
              <a:rPr lang="en-US" sz="1350" err="1">
                <a:latin typeface="Aptos Narrow" panose="020B0004020202020204" pitchFamily="34" charset="0"/>
                <a:ea typeface="Arial" pitchFamily="34" charset="-122"/>
                <a:cs typeface="Arial" pitchFamily="34" charset="-120"/>
              </a:rPr>
              <a:t>ngoài</a:t>
            </a:r>
            <a:r>
              <a:rPr lang="en-US" sz="1350">
                <a:latin typeface="Aptos Narrow" panose="020B0004020202020204" pitchFamily="34" charset="0"/>
                <a:ea typeface="Arial" pitchFamily="34" charset="-122"/>
                <a:cs typeface="Arial" pitchFamily="34" charset="-120"/>
              </a:rPr>
              <a:t> </a:t>
            </a:r>
          </a:p>
          <a:p>
            <a:pPr marL="0" indent="0">
              <a:buNone/>
            </a:pPr>
            <a:r>
              <a:rPr lang="en-US" sz="1350" err="1">
                <a:latin typeface="Aptos Narrow" panose="020B0004020202020204" pitchFamily="34" charset="0"/>
                <a:ea typeface="NanumGothic" pitchFamily="34" charset="-122"/>
                <a:cs typeface="NanumGothic" pitchFamily="34" charset="-120"/>
              </a:rPr>
              <a:t>일반</a:t>
            </a:r>
            <a:r>
              <a:rPr lang="en-US" sz="1350">
                <a:latin typeface="Aptos Narrow" panose="020B0004020202020204" pitchFamily="34" charset="0"/>
                <a:ea typeface="NanumGothic" pitchFamily="34" charset="-122"/>
                <a:cs typeface="NanumGothic" pitchFamily="34" charset="-120"/>
              </a:rPr>
              <a:t> 요건, 인증방식 적용, 외국인 투자자</a:t>
            </a:r>
            <a:endParaRPr lang="en-US" sz="1350">
              <a:latin typeface="Aptos Narrow" panose="020B0004020202020204" pitchFamily="34" charset="0"/>
            </a:endParaRPr>
          </a:p>
        </p:txBody>
      </p:sp>
      <p:sp>
        <p:nvSpPr>
          <p:cNvPr id="10" name="Text 7"/>
          <p:cNvSpPr/>
          <p:nvPr/>
        </p:nvSpPr>
        <p:spPr>
          <a:xfrm>
            <a:off x="822960" y="5029200"/>
            <a:ext cx="10332720" cy="365760"/>
          </a:xfrm>
          <a:prstGeom prst="rect">
            <a:avLst/>
          </a:prstGeom>
          <a:noFill/>
          <a:ln/>
        </p:spPr>
        <p:txBody>
          <a:bodyPr wrap="square" lIns="0" tIns="0" rIns="0" bIns="0" rtlCol="0" anchor="ctr"/>
          <a:lstStyle/>
          <a:p>
            <a:pPr marL="0" indent="0">
              <a:buNone/>
            </a:pPr>
            <a:r>
              <a:rPr lang="en-US" sz="1200" i="1">
                <a:latin typeface="Aptos Narrow" panose="020B0004020202020204" pitchFamily="34" charset="0"/>
                <a:ea typeface="Arial" pitchFamily="34" charset="-122"/>
                <a:cs typeface="Arial" pitchFamily="34" charset="-120"/>
              </a:rPr>
              <a:t>Cách dùng: đánh dấu vào cột Có / Không / Không áp dụng (N/A) cho từng yêu cầu; ghi chú bằng chứng tuân thủ.</a:t>
            </a:r>
            <a:endParaRPr lang="en-US" sz="1200">
              <a:latin typeface="Aptos Narrow" panose="020B0004020202020204" pitchFamily="34" charset="0"/>
            </a:endParaRPr>
          </a:p>
        </p:txBody>
      </p:sp>
      <p:sp>
        <p:nvSpPr>
          <p:cNvPr id="11" name="Text 8"/>
          <p:cNvSpPr/>
          <p:nvPr/>
        </p:nvSpPr>
        <p:spPr>
          <a:xfrm>
            <a:off x="822960" y="5413248"/>
            <a:ext cx="10332720" cy="365760"/>
          </a:xfrm>
          <a:prstGeom prst="rect">
            <a:avLst/>
          </a:prstGeom>
          <a:noFill/>
          <a:ln/>
        </p:spPr>
        <p:txBody>
          <a:bodyPr wrap="square" lIns="0" tIns="0" rIns="0" bIns="0" rtlCol="0" anchor="ctr"/>
          <a:lstStyle/>
          <a:p>
            <a:pPr marL="0" indent="0">
              <a:buNone/>
            </a:pPr>
            <a:r>
              <a:rPr lang="en-US" sz="1200" i="1">
                <a:latin typeface="Aptos Narrow" panose="020B0004020202020204" pitchFamily="34" charset="0"/>
                <a:ea typeface="NanumGothic" pitchFamily="34" charset="-122"/>
                <a:cs typeface="NanumGothic" pitchFamily="34" charset="-120"/>
              </a:rPr>
              <a:t>사용법: 각 요건에 대해 예 / 아니오 / 해당없음(N/A) 칸에 표시하고, 준수 근거를 비고란에 기재하십시오.</a:t>
            </a:r>
            <a:endParaRPr lang="en-US" sz="1200">
              <a:latin typeface="Aptos Narrow" panose="020B0004020202020204" pitchFamily="34" charset="0"/>
            </a:endParaRPr>
          </a:p>
        </p:txBody>
      </p:sp>
      <p:sp>
        <p:nvSpPr>
          <p:cNvPr id="12" name="Text 9"/>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latin typeface="Aptos Narrow" panose="020B0004020202020204" pitchFamily="34" charset="0"/>
                <a:ea typeface="Arial" pitchFamily="34" charset="-122"/>
                <a:cs typeface="Arial" pitchFamily="34" charset="-120"/>
              </a:rPr>
              <a:t>1</a:t>
            </a:r>
            <a:endParaRPr lang="en-US" sz="900">
              <a:latin typeface="Aptos Narrow"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1 · 제1절 — ĐIỀU 5 — </a:t>
            </a:r>
            <a:r>
              <a:rPr lang="en-US" sz="1150" b="1" kern="0" spc="100">
                <a:solidFill>
                  <a:srgbClr val="0E8C8B"/>
                </a:solidFill>
                <a:latin typeface="Aptos Narrow" panose="020B0004020202020204" pitchFamily="34" charset="0"/>
                <a:ea typeface="NanumGothic" pitchFamily="34" charset="-122"/>
                <a:cs typeface="NanumGothic" pitchFamily="34" charset="-120"/>
              </a:rPr>
              <a:t>제5조 (Comp, Legal, Mr Duc)</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Yêu cầu chung đối với tổ chức cung cấp dịch vụ</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서비스 제공기관에 대한 일반 요건</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lumMod val="90000"/>
            </a:schemeClr>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68642" y="1481328"/>
            <a:ext cx="709398"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chemeClr val="bg1"/>
                </a:solidFill>
                <a:latin typeface="Aptos Narrow" panose="020B0004020202020204" pitchFamily="34" charset="0"/>
                <a:ea typeface="Arial" pitchFamily="34" charset="-122"/>
                <a:cs typeface="Arial" pitchFamily="34" charset="-120"/>
              </a:rPr>
              <a:t>Có</a:t>
            </a:r>
            <a:endParaRPr lang="en-US" sz="1100">
              <a:solidFill>
                <a:schemeClr val="bg1"/>
              </a:solidFill>
              <a:latin typeface="Aptos Narrow" panose="020B0004020202020204" pitchFamily="34" charset="0"/>
            </a:endParaRPr>
          </a:p>
          <a:p>
            <a:pPr marL="0" indent="0" algn="ctr">
              <a:lnSpc>
                <a:spcPct val="95000"/>
              </a:lnSpc>
              <a:buNone/>
            </a:pPr>
            <a:r>
              <a:rPr lang="en-US" sz="900">
                <a:solidFill>
                  <a:schemeClr val="bg1"/>
                </a:solidFill>
                <a:latin typeface="Aptos Narrow" panose="020B0004020202020204" pitchFamily="34" charset="0"/>
                <a:ea typeface="NanumGothic" pitchFamily="34" charset="-122"/>
                <a:cs typeface="NanumGothic" pitchFamily="34" charset="-120"/>
              </a:rPr>
              <a:t>예</a:t>
            </a:r>
            <a:endParaRPr lang="en-US" sz="1100">
              <a:solidFill>
                <a:schemeClr val="bg1"/>
              </a:solidFill>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chemeClr val="bg1"/>
                </a:solidFill>
                <a:latin typeface="Aptos Narrow" panose="020B0004020202020204" pitchFamily="34" charset="0"/>
                <a:ea typeface="Arial" pitchFamily="34" charset="-122"/>
                <a:cs typeface="Arial" pitchFamily="34" charset="-120"/>
              </a:rPr>
              <a:t>Không</a:t>
            </a:r>
            <a:endParaRPr lang="en-US" sz="1100">
              <a:solidFill>
                <a:schemeClr val="bg1"/>
              </a:solidFill>
              <a:latin typeface="Aptos Narrow" panose="020B0004020202020204" pitchFamily="34" charset="0"/>
            </a:endParaRPr>
          </a:p>
          <a:p>
            <a:pPr marL="0" indent="0" algn="ctr">
              <a:lnSpc>
                <a:spcPct val="95000"/>
              </a:lnSpc>
              <a:buNone/>
            </a:pPr>
            <a:r>
              <a:rPr lang="en-US" sz="900">
                <a:solidFill>
                  <a:schemeClr val="bg1"/>
                </a:solidFill>
                <a:latin typeface="Aptos Narrow" panose="020B0004020202020204" pitchFamily="34" charset="0"/>
                <a:ea typeface="NanumGothic" pitchFamily="34" charset="-122"/>
                <a:cs typeface="NanumGothic" pitchFamily="34" charset="-120"/>
              </a:rPr>
              <a:t>아니오</a:t>
            </a:r>
            <a:endParaRPr lang="en-US" sz="1100">
              <a:solidFill>
                <a:schemeClr val="bg1"/>
              </a:solidFill>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chemeClr val="bg1"/>
                </a:solidFill>
                <a:latin typeface="Aptos Narrow" panose="020B0004020202020204" pitchFamily="34" charset="0"/>
                <a:ea typeface="Arial" pitchFamily="34" charset="-122"/>
                <a:cs typeface="Arial" pitchFamily="34" charset="-120"/>
              </a:rPr>
              <a:t>N/A</a:t>
            </a:r>
            <a:endParaRPr lang="en-US" sz="1100">
              <a:solidFill>
                <a:schemeClr val="bg1"/>
              </a:solidFill>
              <a:latin typeface="Aptos Narrow" panose="020B0004020202020204" pitchFamily="34" charset="0"/>
            </a:endParaRPr>
          </a:p>
          <a:p>
            <a:pPr marL="0" indent="0" algn="ctr">
              <a:lnSpc>
                <a:spcPct val="95000"/>
              </a:lnSpc>
              <a:buNone/>
            </a:pPr>
            <a:r>
              <a:rPr lang="en-US" sz="900">
                <a:solidFill>
                  <a:schemeClr val="bg1"/>
                </a:solidFill>
                <a:latin typeface="Aptos Narrow" panose="020B0004020202020204" pitchFamily="34" charset="0"/>
                <a:ea typeface="NanumGothic" pitchFamily="34" charset="-122"/>
                <a:cs typeface="NanumGothic" pitchFamily="34" charset="-120"/>
              </a:rPr>
              <a:t>해당없음</a:t>
            </a:r>
            <a:endParaRPr lang="en-US" sz="1100">
              <a:solidFill>
                <a:schemeClr val="bg1"/>
              </a:solidFill>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rgbClr val="12436E"/>
          </a:solidFill>
          <a:ln/>
        </p:spPr>
        <p:txBody>
          <a:bodyPr/>
          <a:lstStyle/>
          <a:p>
            <a:endParaRPr lang="en-US">
              <a:latin typeface="Aptos Narrow" panose="020B0004020202020204" pitchFamily="34" charset="0"/>
            </a:endParaRPr>
          </a:p>
        </p:txBody>
      </p:sp>
      <p:sp>
        <p:nvSpPr>
          <p:cNvPr id="14" name="Text 12"/>
          <p:cNvSpPr/>
          <p:nvPr/>
        </p:nvSpPr>
        <p:spPr>
          <a:xfrm>
            <a:off x="8641080" y="1481328"/>
            <a:ext cx="3090672" cy="566928"/>
          </a:xfrm>
          <a:prstGeom prst="rect">
            <a:avLst/>
          </a:prstGeom>
          <a:solidFill>
            <a:schemeClr val="bg2">
              <a:lumMod val="90000"/>
            </a:schemeClr>
          </a:solid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79322" y="2048256"/>
            <a:ext cx="59893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Công bố thông tin về các dịch vụ cung cấp, bảo đảm khách hàng tiếp cận được trước hoặc ngay tại thời điểm đăng ký sử dụng dịch vụ (khoản 1, 2 Điều 5).</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제공 서비스에 관한 정보를 공시하여 고객이 가입 전 또는 가입 시점에 접근 가능하도록 보장(제5조 제1·2항).</a:t>
            </a:r>
            <a:endParaRPr lang="en-US" sz="850">
              <a:latin typeface="Aptos Narrow" panose="020B0004020202020204" pitchFamily="34" charset="0"/>
            </a:endParaRPr>
          </a:p>
        </p:txBody>
      </p:sp>
      <p:sp>
        <p:nvSpPr>
          <p:cNvPr id="17" name="Shape 15"/>
          <p:cNvSpPr/>
          <p:nvPr/>
        </p:nvSpPr>
        <p:spPr>
          <a:xfrm>
            <a:off x="6446520" y="2048256"/>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8" name="Shape 16"/>
          <p:cNvSpPr/>
          <p:nvPr/>
        </p:nvSpPr>
        <p:spPr>
          <a:xfrm>
            <a:off x="6711696" y="2306574"/>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1200">
                <a:latin typeface="Aptos Narrow"/>
              </a:rPr>
              <a:t>x</a:t>
            </a:r>
          </a:p>
        </p:txBody>
      </p:sp>
      <p:sp>
        <p:nvSpPr>
          <p:cNvPr id="19" name="Shape 17"/>
          <p:cNvSpPr/>
          <p:nvPr/>
        </p:nvSpPr>
        <p:spPr>
          <a:xfrm>
            <a:off x="7178040" y="2048256"/>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30657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30657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4" name="Text 22"/>
          <p:cNvSpPr/>
          <p:nvPr/>
        </p:nvSpPr>
        <p:spPr>
          <a:xfrm>
            <a:off x="8641080" y="1701800"/>
            <a:ext cx="3090672" cy="1064260"/>
          </a:xfrm>
          <a:prstGeom prst="rect">
            <a:avLst/>
          </a:prstGeom>
          <a:noFill/>
          <a:ln/>
        </p:spPr>
        <p:txBody>
          <a:bodyPr wrap="square" lIns="0" tIns="0" rIns="0" bIns="0" rtlCol="0" anchor="ctr"/>
          <a:lstStyle/>
          <a:p>
            <a:pPr marL="0" indent="0">
              <a:lnSpc>
                <a:spcPct val="95000"/>
              </a:lnSpc>
              <a:buNone/>
            </a:pPr>
            <a:r>
              <a:rPr lang="en-US" sz="650" i="1">
                <a:solidFill>
                  <a:srgbClr val="12436E"/>
                </a:solidFill>
                <a:latin typeface="Aptos Narrow" panose="020B0004020202020204" pitchFamily="34" charset="0"/>
                <a:ea typeface="Arial" pitchFamily="34" charset="-122"/>
                <a:cs typeface="Arial" pitchFamily="34" charset="-120"/>
              </a:rPr>
              <a:t>Nội dung công bố (khoản 2): </a:t>
            </a:r>
          </a:p>
          <a:p>
            <a:pPr marL="228600" indent="-228600">
              <a:lnSpc>
                <a:spcPct val="95000"/>
              </a:lnSpc>
              <a:buAutoNum type="alphaLcParenR"/>
            </a:pPr>
            <a:r>
              <a:rPr lang="en-US" sz="650" i="1">
                <a:solidFill>
                  <a:srgbClr val="12436E"/>
                </a:solidFill>
                <a:latin typeface="Aptos Narrow" panose="020B0004020202020204" pitchFamily="34" charset="0"/>
                <a:ea typeface="Arial" pitchFamily="34" charset="-122"/>
                <a:cs typeface="Arial" pitchFamily="34" charset="-120"/>
              </a:rPr>
              <a:t>Cách thức cung cấp &amp; truy cập dịch vụ theo từng </a:t>
            </a:r>
            <a:r>
              <a:rPr lang="en-US" sz="650" i="1" err="1">
                <a:solidFill>
                  <a:srgbClr val="12436E"/>
                </a:solidFill>
                <a:latin typeface="Aptos Narrow" panose="020B0004020202020204" pitchFamily="34" charset="0"/>
                <a:ea typeface="Arial" pitchFamily="34" charset="-122"/>
                <a:cs typeface="Arial" pitchFamily="34" charset="-120"/>
              </a:rPr>
              <a:t>phương</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tiện</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truy</a:t>
            </a:r>
            <a:r>
              <a:rPr lang="en-US" sz="650" i="1">
                <a:solidFill>
                  <a:srgbClr val="12436E"/>
                </a:solidFill>
                <a:latin typeface="Aptos Narrow" panose="020B0004020202020204" pitchFamily="34" charset="0"/>
                <a:ea typeface="Arial" pitchFamily="34" charset="-122"/>
                <a:cs typeface="Arial" pitchFamily="34" charset="-120"/>
              </a:rPr>
              <a:t> cập: </a:t>
            </a:r>
            <a:r>
              <a:rPr lang="en-US" sz="650" i="1">
                <a:solidFill>
                  <a:srgbClr val="00B050"/>
                </a:solidFill>
                <a:latin typeface="Aptos Narrow" panose="020B0004020202020204" pitchFamily="34" charset="0"/>
                <a:ea typeface="Arial" pitchFamily="34" charset="-122"/>
                <a:cs typeface="Arial" pitchFamily="34" charset="-120"/>
              </a:rPr>
              <a:t>https://nhsv.vn/page/cong-cu-giao-dich.html</a:t>
            </a:r>
          </a:p>
          <a:p>
            <a:pPr marL="228600" indent="-228600">
              <a:lnSpc>
                <a:spcPct val="95000"/>
              </a:lnSpc>
              <a:buAutoNum type="alphaLcParenR"/>
            </a:pPr>
            <a:r>
              <a:rPr lang="en-US" sz="650" i="1">
                <a:solidFill>
                  <a:srgbClr val="12436E"/>
                </a:solidFill>
                <a:latin typeface="Aptos Narrow" panose="020B0004020202020204" pitchFamily="34" charset="0"/>
                <a:ea typeface="Arial" pitchFamily="34" charset="-122"/>
                <a:cs typeface="Arial" pitchFamily="34" charset="-120"/>
              </a:rPr>
              <a:t>Hạn mức giao dịch (nếu có) &amp; hình thức </a:t>
            </a:r>
            <a:r>
              <a:rPr lang="en-US" sz="650" i="1" err="1">
                <a:solidFill>
                  <a:srgbClr val="12436E"/>
                </a:solidFill>
                <a:latin typeface="Aptos Narrow" panose="020B0004020202020204" pitchFamily="34" charset="0"/>
                <a:ea typeface="Arial" pitchFamily="34" charset="-122"/>
                <a:cs typeface="Arial" pitchFamily="34" charset="-120"/>
              </a:rPr>
              <a:t>xác</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thực</a:t>
            </a:r>
            <a:r>
              <a:rPr lang="en-US" sz="650" i="1">
                <a:solidFill>
                  <a:srgbClr val="12436E"/>
                </a:solidFill>
                <a:latin typeface="Aptos Narrow" panose="020B0004020202020204" pitchFamily="34" charset="0"/>
                <a:ea typeface="Arial" pitchFamily="34" charset="-122"/>
                <a:cs typeface="Arial" pitchFamily="34" charset="-120"/>
              </a:rPr>
              <a:t> GD </a:t>
            </a:r>
            <a:r>
              <a:rPr lang="en-US" sz="650" i="1">
                <a:solidFill>
                  <a:srgbClr val="00B050"/>
                </a:solidFill>
                <a:latin typeface="Aptos Narrow" panose="020B0004020202020204" pitchFamily="34" charset="0"/>
                <a:ea typeface="Arial" pitchFamily="34" charset="-122"/>
                <a:cs typeface="Arial" pitchFamily="34" charset="-120"/>
              </a:rPr>
              <a:t>=&gt; cần bổ sung hình thức xác thực GD</a:t>
            </a:r>
          </a:p>
          <a:p>
            <a:pPr marL="228600" indent="-228600">
              <a:lnSpc>
                <a:spcPct val="95000"/>
              </a:lnSpc>
              <a:buAutoNum type="alphaLcParenR"/>
            </a:pPr>
            <a:r>
              <a:rPr lang="en-US" sz="650" i="1">
                <a:solidFill>
                  <a:srgbClr val="12436E"/>
                </a:solidFill>
                <a:latin typeface="Aptos Narrow" panose="020B0004020202020204" pitchFamily="34" charset="0"/>
                <a:ea typeface="Arial" pitchFamily="34" charset="-122"/>
                <a:cs typeface="Arial" pitchFamily="34" charset="-120"/>
              </a:rPr>
              <a:t>Trang thiết bị cần thiết &amp; điều kiện sử dụng: </a:t>
            </a:r>
            <a:r>
              <a:rPr lang="en-US" sz="650" i="1">
                <a:solidFill>
                  <a:srgbClr val="00B050"/>
                </a:solidFill>
                <a:latin typeface="Aptos Narrow" panose="020B0004020202020204" pitchFamily="34" charset="0"/>
                <a:ea typeface="Arial" pitchFamily="34" charset="-122"/>
                <a:cs typeface="Arial" pitchFamily="34" charset="-120"/>
              </a:rPr>
              <a:t>https://nhsv.vn/page/huong-dan-giao-dich-tren-mobile-nhsv-pro.html</a:t>
            </a:r>
          </a:p>
          <a:p>
            <a:pPr marL="228600" indent="-228600">
              <a:lnSpc>
                <a:spcPct val="95000"/>
              </a:lnSpc>
              <a:buAutoNum type="alphaLcParenR"/>
            </a:pPr>
            <a:r>
              <a:rPr lang="en-US" sz="650" i="1">
                <a:solidFill>
                  <a:srgbClr val="12436E"/>
                </a:solidFill>
                <a:latin typeface="Aptos Narrow" panose="020B0004020202020204" pitchFamily="34" charset="0"/>
                <a:ea typeface="Arial" pitchFamily="34" charset="-122"/>
                <a:cs typeface="Arial" pitchFamily="34" charset="-120"/>
              </a:rPr>
              <a:t>Các rủi ro theo khoản 1 Điều 26: </a:t>
            </a:r>
            <a:r>
              <a:rPr lang="en-US" sz="650" i="1">
                <a:solidFill>
                  <a:srgbClr val="00B050"/>
                </a:solidFill>
                <a:latin typeface="Aptos Narrow" panose="020B0004020202020204" pitchFamily="34" charset="0"/>
                <a:ea typeface="Arial" pitchFamily="34" charset="-122"/>
                <a:cs typeface="Arial" pitchFamily="34" charset="-120"/>
              </a:rPr>
              <a:t>https://nhsv.vn/uploadfile/source/Thuvientailieu/Cong_bo_rui_ro_GD_truc_tuyen.pdf (đã có nhưng cần chi tiết hơn)</a:t>
            </a:r>
          </a:p>
          <a:p>
            <a:pPr marL="228600" indent="-228600">
              <a:lnSpc>
                <a:spcPct val="95000"/>
              </a:lnSpc>
              <a:buAutoNum type="alphaLcParenR"/>
            </a:pPr>
            <a:r>
              <a:rPr lang="en-US" sz="650" i="1">
                <a:solidFill>
                  <a:srgbClr val="12436E"/>
                </a:solidFill>
                <a:latin typeface="Aptos Narrow" panose="020B0004020202020204" pitchFamily="34" charset="0"/>
                <a:ea typeface="Arial" pitchFamily="34" charset="-122"/>
                <a:cs typeface="Arial" pitchFamily="34" charset="-120"/>
              </a:rPr>
              <a:t>Thông tin khác cần thiết.</a:t>
            </a:r>
            <a:endParaRPr lang="en-US" sz="650">
              <a:latin typeface="Aptos Narrow" panose="020B0004020202020204" pitchFamily="34" charset="0"/>
            </a:endParaRPr>
          </a:p>
        </p:txBody>
      </p:sp>
      <p:sp>
        <p:nvSpPr>
          <p:cNvPr id="25" name="Shape 23"/>
          <p:cNvSpPr/>
          <p:nvPr/>
        </p:nvSpPr>
        <p:spPr>
          <a:xfrm>
            <a:off x="457200" y="2766060"/>
            <a:ext cx="59893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6" name="Text 24"/>
          <p:cNvSpPr/>
          <p:nvPr/>
        </p:nvSpPr>
        <p:spPr>
          <a:xfrm>
            <a:off x="533400" y="2766060"/>
            <a:ext cx="5935242"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Công ty chứng khoán phải được UBCKNN chấp thuận trước khi cung cấp dịch vụ GDCK trực tuyến; hồ sơ theo Điều 203 NĐ 155/2020/NĐ-CP; tài liệu theo Phụ lục I (khoản 3 Điều 5).</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증권회사는 온라인 증권거래 서비스 제공 전 UBCKNN 승인을 취득; 서류는 NĐ 155/2020 제203조, 양식은 부록 I (제5조 제3항).</a:t>
            </a:r>
            <a:endParaRPr lang="en-US" sz="850">
              <a:latin typeface="Aptos Narrow" panose="020B0004020202020204" pitchFamily="34" charset="0"/>
            </a:endParaRPr>
          </a:p>
        </p:txBody>
      </p:sp>
      <p:sp>
        <p:nvSpPr>
          <p:cNvPr id="27" name="Shape 25"/>
          <p:cNvSpPr/>
          <p:nvPr/>
        </p:nvSpPr>
        <p:spPr>
          <a:xfrm>
            <a:off x="6446520" y="2766060"/>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8" name="Shape 26"/>
          <p:cNvSpPr/>
          <p:nvPr/>
        </p:nvSpPr>
        <p:spPr>
          <a:xfrm>
            <a:off x="6711696" y="3024378"/>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1200">
                <a:latin typeface="Aptos Narrow"/>
              </a:rPr>
              <a:t>x</a:t>
            </a:r>
          </a:p>
        </p:txBody>
      </p:sp>
      <p:sp>
        <p:nvSpPr>
          <p:cNvPr id="29" name="Shape 27"/>
          <p:cNvSpPr/>
          <p:nvPr/>
        </p:nvSpPr>
        <p:spPr>
          <a:xfrm>
            <a:off x="7178040" y="2766060"/>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0" name="Shape 28"/>
          <p:cNvSpPr/>
          <p:nvPr/>
        </p:nvSpPr>
        <p:spPr>
          <a:xfrm>
            <a:off x="7443216" y="3024378"/>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1" name="Shape 29"/>
          <p:cNvSpPr/>
          <p:nvPr/>
        </p:nvSpPr>
        <p:spPr>
          <a:xfrm>
            <a:off x="7909560" y="2766060"/>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2" name="Shape 30"/>
          <p:cNvSpPr/>
          <p:nvPr/>
        </p:nvSpPr>
        <p:spPr>
          <a:xfrm>
            <a:off x="8174736" y="3024378"/>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3" name="Shape 31"/>
          <p:cNvSpPr/>
          <p:nvPr/>
        </p:nvSpPr>
        <p:spPr>
          <a:xfrm>
            <a:off x="8641080" y="2766060"/>
            <a:ext cx="3090672"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8686800" y="2766060"/>
            <a:ext cx="2971800" cy="717804"/>
          </a:xfrm>
          <a:prstGeom prst="rect">
            <a:avLst/>
          </a:prstGeom>
          <a:noFill/>
          <a:ln/>
        </p:spPr>
        <p:txBody>
          <a:bodyPr wrap="square" lIns="0" tIns="0" rIns="0" bIns="0" rtlCol="0" anchor="ctr"/>
          <a:lstStyle/>
          <a:p>
            <a:pPr marL="0" indent="0">
              <a:lnSpc>
                <a:spcPct val="95000"/>
              </a:lnSpc>
              <a:buNone/>
            </a:pPr>
            <a:r>
              <a:rPr lang="en-US" sz="650" i="1" err="1">
                <a:solidFill>
                  <a:srgbClr val="12436E"/>
                </a:solidFill>
                <a:latin typeface="Aptos Narrow" panose="020B0004020202020204" pitchFamily="34" charset="0"/>
                <a:ea typeface="Arial" pitchFamily="34" charset="-122"/>
                <a:cs typeface="Arial" pitchFamily="34" charset="-120"/>
              </a:rPr>
              <a:t>Phụ</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lục</a:t>
            </a:r>
            <a:r>
              <a:rPr lang="en-US" sz="650" i="1">
                <a:solidFill>
                  <a:srgbClr val="12436E"/>
                </a:solidFill>
                <a:latin typeface="Aptos Narrow" panose="020B0004020202020204" pitchFamily="34" charset="0"/>
                <a:ea typeface="Arial" pitchFamily="34" charset="-122"/>
                <a:cs typeface="Arial" pitchFamily="34" charset="-120"/>
              </a:rPr>
              <a:t> I TT – BÁO CÁO THIẾT KẾ HỆ THỐNG GIAO DỊCH TRỰC TUYẾN  </a:t>
            </a:r>
            <a:r>
              <a:rPr lang="en-US" sz="650" i="1" err="1">
                <a:solidFill>
                  <a:srgbClr val="12436E"/>
                </a:solidFill>
                <a:latin typeface="Aptos Narrow" panose="020B0004020202020204" pitchFamily="34" charset="0"/>
                <a:ea typeface="Arial" pitchFamily="34" charset="-122"/>
                <a:cs typeface="Arial" pitchFamily="34" charset="-120"/>
              </a:rPr>
              <a:t>gồm</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tài</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liệu</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về</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nhân</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sự</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vận</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hành</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hệ</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thống</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hệ</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thống</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giao</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dịch</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giải</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pháp</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kỹ</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thuật</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bảo</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đảm</a:t>
            </a:r>
            <a:r>
              <a:rPr lang="en-US" sz="650" i="1">
                <a:solidFill>
                  <a:srgbClr val="12436E"/>
                </a:solidFill>
                <a:latin typeface="Aptos Narrow" panose="020B0004020202020204" pitchFamily="34" charset="0"/>
                <a:ea typeface="Arial" pitchFamily="34" charset="-122"/>
                <a:cs typeface="Arial" pitchFamily="34" charset="-120"/>
              </a:rPr>
              <a:t> an </a:t>
            </a:r>
            <a:r>
              <a:rPr lang="en-US" sz="650" i="1" err="1">
                <a:solidFill>
                  <a:srgbClr val="12436E"/>
                </a:solidFill>
                <a:latin typeface="Aptos Narrow" panose="020B0004020202020204" pitchFamily="34" charset="0"/>
                <a:ea typeface="Arial" pitchFamily="34" charset="-122"/>
                <a:cs typeface="Arial" pitchFamily="34" charset="-120"/>
              </a:rPr>
              <a:t>toàn</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hệ</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thống</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hệ</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thống</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lưu</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trữ</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dữ</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liệu</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dự</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phòng</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và</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khắc</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phục</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sự</a:t>
            </a:r>
            <a:r>
              <a:rPr lang="en-US" sz="650" i="1">
                <a:solidFill>
                  <a:srgbClr val="12436E"/>
                </a:solidFill>
                <a:latin typeface="Aptos Narrow" panose="020B0004020202020204" pitchFamily="34" charset="0"/>
                <a:ea typeface="Arial" pitchFamily="34" charset="-122"/>
                <a:cs typeface="Arial" pitchFamily="34" charset="-120"/>
              </a:rPr>
              <a:t> </a:t>
            </a:r>
            <a:r>
              <a:rPr lang="en-US" sz="650" i="1" err="1">
                <a:solidFill>
                  <a:srgbClr val="12436E"/>
                </a:solidFill>
                <a:latin typeface="Aptos Narrow" panose="020B0004020202020204" pitchFamily="34" charset="0"/>
                <a:ea typeface="Arial" pitchFamily="34" charset="-122"/>
                <a:cs typeface="Arial" pitchFamily="34" charset="-120"/>
              </a:rPr>
              <a:t>cố</a:t>
            </a:r>
            <a:r>
              <a:rPr lang="en-US" sz="650" i="1">
                <a:solidFill>
                  <a:srgbClr val="12436E"/>
                </a:solidFill>
                <a:latin typeface="Aptos Narrow" panose="020B0004020202020204" pitchFamily="34" charset="0"/>
                <a:ea typeface="Arial" pitchFamily="34" charset="-122"/>
                <a:cs typeface="Arial" pitchFamily="34" charset="-120"/>
              </a:rPr>
              <a:t>.</a:t>
            </a:r>
          </a:p>
          <a:p>
            <a:pPr marL="0" indent="0">
              <a:lnSpc>
                <a:spcPct val="95000"/>
              </a:lnSpc>
              <a:buNone/>
            </a:pPr>
            <a:r>
              <a:rPr lang="vi-VN" sz="650" i="1">
                <a:solidFill>
                  <a:srgbClr val="00B050"/>
                </a:solidFill>
                <a:latin typeface="Aptos Narrow" panose="020B0004020202020204" pitchFamily="34" charset="0"/>
                <a:ea typeface="Arial" pitchFamily="34" charset="-122"/>
                <a:cs typeface="Arial" pitchFamily="34" charset="-120"/>
              </a:rPr>
              <a:t>Ngày 10/5/2017, UBCKNN ban hành Quyết định số 454/QĐ-UBCK về việc chấp thuận đăng ký cung cấp dịch vụ giao dịch chứng khoán trực tuyến của CTCP Chứng khoán Woori CB</a:t>
            </a:r>
            <a:r>
              <a:rPr lang="en-US" sz="650" i="1">
                <a:solidFill>
                  <a:srgbClr val="00B050"/>
                </a:solidFill>
                <a:latin typeface="Aptos Narrow" panose="020B0004020202020204" pitchFamily="34" charset="0"/>
                <a:ea typeface="Arial" pitchFamily="34" charset="-122"/>
                <a:cs typeface="Arial" pitchFamily="34" charset="-120"/>
              </a:rPr>
              <a:t>V </a:t>
            </a:r>
            <a:r>
              <a:rPr lang="en-US" sz="650" i="1">
                <a:solidFill>
                  <a:srgbClr val="00B050"/>
                </a:solidFill>
                <a:latin typeface="Aptos Narrow" panose="020B0004020202020204" pitchFamily="34" charset="0"/>
              </a:rPr>
              <a:t>https://ssc.gov.vn/webcenter/portal/ubck/pages_r/l/chitit?dDocName=APPSSCGOVVN162112128 </a:t>
            </a:r>
          </a:p>
          <a:p>
            <a:pPr>
              <a:lnSpc>
                <a:spcPct val="95000"/>
              </a:lnSpc>
            </a:pPr>
            <a:r>
              <a:rPr lang="en-US" sz="650" i="1">
                <a:solidFill>
                  <a:srgbClr val="00B050"/>
                </a:solidFill>
                <a:latin typeface="Aptos Narrow" panose="020B0004020202020204" pitchFamily="34" charset="0"/>
                <a:ea typeface="Arial" pitchFamily="34" charset="-122"/>
                <a:cs typeface="Arial" pitchFamily="34" charset="-120"/>
              </a:rPr>
              <a:t>(trước hiệu lực của TT134/2017)</a:t>
            </a:r>
          </a:p>
        </p:txBody>
      </p:sp>
      <p:sp>
        <p:nvSpPr>
          <p:cNvPr id="35" name="Shape 33"/>
          <p:cNvSpPr/>
          <p:nvPr/>
        </p:nvSpPr>
        <p:spPr>
          <a:xfrm>
            <a:off x="457200" y="3483864"/>
            <a:ext cx="59893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6" name="Text 34"/>
          <p:cNvSpPr/>
          <p:nvPr/>
        </p:nvSpPr>
        <p:spPr>
          <a:xfrm>
            <a:off x="603504" y="3483864"/>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Cung cấp dịch vụ phải thể hiện bằng hợp đồng hoặc điều khoản của hợp đồng với khách hàng (khoản 4 Điều 5).</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서비스 제공은 고객과의 계약 또는 계약 조항으로 표시되어야 함(제5조 제4항).</a:t>
            </a:r>
            <a:endParaRPr lang="en-US" sz="850">
              <a:latin typeface="Aptos Narrow" panose="020B0004020202020204" pitchFamily="34" charset="0"/>
            </a:endParaRPr>
          </a:p>
        </p:txBody>
      </p:sp>
      <p:sp>
        <p:nvSpPr>
          <p:cNvPr id="37" name="Shape 35"/>
          <p:cNvSpPr/>
          <p:nvPr/>
        </p:nvSpPr>
        <p:spPr>
          <a:xfrm>
            <a:off x="6446520" y="3483864"/>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8" name="Shape 36"/>
          <p:cNvSpPr/>
          <p:nvPr/>
        </p:nvSpPr>
        <p:spPr>
          <a:xfrm>
            <a:off x="6711696" y="3742182"/>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1200">
                <a:latin typeface="Aptos Narrow"/>
              </a:rPr>
              <a:t>x</a:t>
            </a:r>
          </a:p>
        </p:txBody>
      </p:sp>
      <p:sp>
        <p:nvSpPr>
          <p:cNvPr id="39" name="Shape 37"/>
          <p:cNvSpPr/>
          <p:nvPr/>
        </p:nvSpPr>
        <p:spPr>
          <a:xfrm>
            <a:off x="7178040" y="3483864"/>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7443216" y="374218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Shape 39"/>
          <p:cNvSpPr/>
          <p:nvPr/>
        </p:nvSpPr>
        <p:spPr>
          <a:xfrm>
            <a:off x="7909560" y="3483864"/>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2" name="Shape 40"/>
          <p:cNvSpPr/>
          <p:nvPr/>
        </p:nvSpPr>
        <p:spPr>
          <a:xfrm>
            <a:off x="8174736" y="374218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3" name="Shape 41"/>
          <p:cNvSpPr/>
          <p:nvPr/>
        </p:nvSpPr>
        <p:spPr>
          <a:xfrm>
            <a:off x="8618958" y="3483864"/>
            <a:ext cx="3090672" cy="717804"/>
          </a:xfrm>
          <a:prstGeom prst="rect">
            <a:avLst/>
          </a:prstGeom>
          <a:solidFill>
            <a:srgbClr val="FFFFFF"/>
          </a:solidFill>
          <a:ln w="6350">
            <a:solidFill>
              <a:srgbClr val="E2E8ED"/>
            </a:solidFill>
            <a:prstDash val="solid"/>
          </a:ln>
        </p:spPr>
        <p:txBody>
          <a:bodyPr/>
          <a:lstStyle/>
          <a:p>
            <a:endParaRPr lang="en-US">
              <a:solidFill>
                <a:srgbClr val="002060"/>
              </a:solidFill>
              <a:latin typeface="Aptos Narrow" panose="020B0004020202020204" pitchFamily="34" charset="0"/>
            </a:endParaRPr>
          </a:p>
        </p:txBody>
      </p:sp>
      <p:sp>
        <p:nvSpPr>
          <p:cNvPr id="44" name="Text 42"/>
          <p:cNvSpPr/>
          <p:nvPr/>
        </p:nvSpPr>
        <p:spPr>
          <a:xfrm>
            <a:off x="8714232" y="3483864"/>
            <a:ext cx="2944368" cy="717804"/>
          </a:xfrm>
          <a:prstGeom prst="rect">
            <a:avLst/>
          </a:prstGeom>
          <a:noFill/>
          <a:ln/>
        </p:spPr>
        <p:txBody>
          <a:bodyPr wrap="square" lIns="0" tIns="0" rIns="0" bIns="0" rtlCol="0" anchor="ctr"/>
          <a:lstStyle/>
          <a:p>
            <a:pPr marL="228600" indent="-228600">
              <a:lnSpc>
                <a:spcPct val="95000"/>
              </a:lnSpc>
              <a:buAutoNum type="alphaLcParenR"/>
            </a:pPr>
            <a:r>
              <a:rPr lang="en-US" sz="740" i="1">
                <a:solidFill>
                  <a:srgbClr val="12436E"/>
                </a:solidFill>
                <a:latin typeface="Aptos Narrow" panose="020B0004020202020204" pitchFamily="34" charset="0"/>
                <a:cs typeface="Arial" pitchFamily="34" charset="-120"/>
              </a:rPr>
              <a:t>Phương </a:t>
            </a:r>
            <a:r>
              <a:rPr lang="en-US" sz="740" i="1" err="1">
                <a:solidFill>
                  <a:srgbClr val="12436E"/>
                </a:solidFill>
                <a:latin typeface="Aptos Narrow" panose="020B0004020202020204" pitchFamily="34" charset="0"/>
                <a:cs typeface="Arial" pitchFamily="34" charset="-120"/>
              </a:rPr>
              <a:t>thức</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giao</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dịch</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trực</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tuyến</a:t>
            </a:r>
            <a:r>
              <a:rPr lang="en-US" sz="740" i="1">
                <a:solidFill>
                  <a:srgbClr val="12436E"/>
                </a:solidFill>
                <a:latin typeface="Aptos Narrow" panose="020B0004020202020204" pitchFamily="34" charset="0"/>
                <a:cs typeface="Arial" pitchFamily="34" charset="-120"/>
              </a:rPr>
              <a:t> &amp; </a:t>
            </a:r>
            <a:r>
              <a:rPr lang="en-US" sz="740" i="1" err="1">
                <a:solidFill>
                  <a:srgbClr val="12436E"/>
                </a:solidFill>
                <a:latin typeface="Aptos Narrow" panose="020B0004020202020204" pitchFamily="34" charset="0"/>
                <a:cs typeface="Arial" pitchFamily="34" charset="-120"/>
              </a:rPr>
              <a:t>loại</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giao</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dịch</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tương</a:t>
            </a:r>
            <a:r>
              <a:rPr lang="en-US" sz="740" i="1">
                <a:solidFill>
                  <a:srgbClr val="12436E"/>
                </a:solidFill>
                <a:latin typeface="Aptos Narrow" panose="020B0004020202020204" pitchFamily="34" charset="0"/>
                <a:cs typeface="Arial" pitchFamily="34" charset="-120"/>
              </a:rPr>
              <a:t> ứng</a:t>
            </a:r>
            <a:r>
              <a:rPr lang="en-US" sz="740" i="1">
                <a:solidFill>
                  <a:srgbClr val="00B050"/>
                </a:solidFill>
                <a:latin typeface="Aptos Narrow" panose="020B0004020202020204" pitchFamily="34" charset="0"/>
                <a:cs typeface="Arial" pitchFamily="34" charset="-120"/>
              </a:rPr>
              <a:t> =&gt; Đã có</a:t>
            </a:r>
          </a:p>
          <a:p>
            <a:pPr marL="228600" indent="-228600">
              <a:lnSpc>
                <a:spcPct val="95000"/>
              </a:lnSpc>
              <a:buAutoNum type="alphaLcParenR"/>
            </a:pPr>
            <a:r>
              <a:rPr lang="en-US" sz="740" i="1">
                <a:solidFill>
                  <a:srgbClr val="12436E"/>
                </a:solidFill>
                <a:latin typeface="Aptos Narrow" panose="020B0004020202020204" pitchFamily="34" charset="0"/>
                <a:cs typeface="Arial" pitchFamily="34" charset="-120"/>
              </a:rPr>
              <a:t>SĐT di </a:t>
            </a:r>
            <a:r>
              <a:rPr lang="en-US" sz="740" i="1" err="1">
                <a:solidFill>
                  <a:srgbClr val="12436E"/>
                </a:solidFill>
                <a:latin typeface="Aptos Narrow" panose="020B0004020202020204" pitchFamily="34" charset="0"/>
                <a:cs typeface="Arial" pitchFamily="34" charset="-120"/>
              </a:rPr>
              <a:t>dộng</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đăng</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ký</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sử</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dụng</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dịch</a:t>
            </a:r>
            <a:r>
              <a:rPr lang="en-US" sz="740" i="1">
                <a:solidFill>
                  <a:srgbClr val="12436E"/>
                </a:solidFill>
                <a:latin typeface="Aptos Narrow" panose="020B0004020202020204" pitchFamily="34" charset="0"/>
                <a:cs typeface="Arial" pitchFamily="34" charset="-120"/>
              </a:rPr>
              <a:t> vụ </a:t>
            </a:r>
            <a:r>
              <a:rPr lang="en-US" sz="740" i="1">
                <a:solidFill>
                  <a:srgbClr val="00B050"/>
                </a:solidFill>
                <a:latin typeface="Aptos Narrow" panose="020B0004020202020204" pitchFamily="34" charset="0"/>
                <a:cs typeface="Arial" pitchFamily="34" charset="-120"/>
              </a:rPr>
              <a:t>=&gt; Đã có </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biện</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pháp</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xác</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minh</a:t>
            </a:r>
            <a:r>
              <a:rPr lang="en-US" sz="740" i="1">
                <a:solidFill>
                  <a:srgbClr val="12436E"/>
                </a:solidFill>
                <a:latin typeface="Aptos Narrow" panose="020B0004020202020204" pitchFamily="34" charset="0"/>
                <a:cs typeface="Arial" pitchFamily="34" charset="-120"/>
              </a:rPr>
              <a:t> SĐT </a:t>
            </a:r>
            <a:r>
              <a:rPr lang="en-US" sz="740" i="1" err="1">
                <a:solidFill>
                  <a:srgbClr val="12436E"/>
                </a:solidFill>
                <a:latin typeface="Aptos Narrow" panose="020B0004020202020204" pitchFamily="34" charset="0"/>
                <a:cs typeface="Arial" pitchFamily="34" charset="-120"/>
              </a:rPr>
              <a:t>thuộc</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quyền</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sử</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dụng</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hợp</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pháp</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của</a:t>
            </a:r>
            <a:r>
              <a:rPr lang="en-US" sz="740" i="1">
                <a:solidFill>
                  <a:srgbClr val="12436E"/>
                </a:solidFill>
                <a:latin typeface="Aptos Narrow" panose="020B0004020202020204" pitchFamily="34" charset="0"/>
                <a:cs typeface="Arial" pitchFamily="34" charset="-120"/>
              </a:rPr>
              <a:t> KH</a:t>
            </a:r>
            <a:r>
              <a:rPr lang="en-US" sz="740" i="1">
                <a:solidFill>
                  <a:srgbClr val="00B050"/>
                </a:solidFill>
                <a:latin typeface="Aptos Narrow" panose="020B0004020202020204" pitchFamily="34" charset="0"/>
                <a:cs typeface="Arial" pitchFamily="34" charset="-120"/>
              </a:rPr>
              <a:t> =&gt; Chưa có</a:t>
            </a:r>
          </a:p>
          <a:p>
            <a:pPr marL="228600" indent="-228600">
              <a:lnSpc>
                <a:spcPct val="95000"/>
              </a:lnSpc>
              <a:buAutoNum type="alphaLcParenR"/>
            </a:pPr>
            <a:r>
              <a:rPr lang="en-US" sz="740" i="1">
                <a:solidFill>
                  <a:srgbClr val="12436E"/>
                </a:solidFill>
                <a:latin typeface="Aptos Narrow" panose="020B0004020202020204" pitchFamily="34" charset="0"/>
                <a:cs typeface="Arial" pitchFamily="34" charset="-120"/>
              </a:rPr>
              <a:t>Các </a:t>
            </a:r>
            <a:r>
              <a:rPr lang="en-US" sz="740" i="1" err="1">
                <a:solidFill>
                  <a:srgbClr val="12436E"/>
                </a:solidFill>
                <a:latin typeface="Aptos Narrow" panose="020B0004020202020204" pitchFamily="34" charset="0"/>
                <a:cs typeface="Arial" pitchFamily="34" charset="-120"/>
              </a:rPr>
              <a:t>rủi</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ro</a:t>
            </a:r>
            <a:r>
              <a:rPr lang="en-US" sz="740" i="1">
                <a:solidFill>
                  <a:srgbClr val="12436E"/>
                </a:solidFill>
                <a:latin typeface="Aptos Narrow" panose="020B0004020202020204" pitchFamily="34" charset="0"/>
                <a:cs typeface="Arial" pitchFamily="34" charset="-120"/>
              </a:rPr>
              <a:t> &amp; </a:t>
            </a:r>
            <a:r>
              <a:rPr lang="en-US" sz="740" i="1" err="1">
                <a:solidFill>
                  <a:srgbClr val="12436E"/>
                </a:solidFill>
                <a:latin typeface="Aptos Narrow" panose="020B0004020202020204" pitchFamily="34" charset="0"/>
                <a:cs typeface="Arial" pitchFamily="34" charset="-120"/>
              </a:rPr>
              <a:t>trách</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nhiệm</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bồi</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thường</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của</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mỗi</a:t>
            </a:r>
            <a:r>
              <a:rPr lang="en-US" sz="740" i="1">
                <a:solidFill>
                  <a:srgbClr val="12436E"/>
                </a:solidFill>
                <a:latin typeface="Aptos Narrow" panose="020B0004020202020204" pitchFamily="34" charset="0"/>
                <a:cs typeface="Arial" pitchFamily="34" charset="-120"/>
              </a:rPr>
              <a:t> bên </a:t>
            </a:r>
            <a:r>
              <a:rPr lang="en-US" sz="740" i="1">
                <a:solidFill>
                  <a:srgbClr val="00B050"/>
                </a:solidFill>
                <a:latin typeface="Aptos Narrow" panose="020B0004020202020204" pitchFamily="34" charset="0"/>
                <a:cs typeface="Arial" pitchFamily="34" charset="-120"/>
              </a:rPr>
              <a:t>=&gt; Đã có</a:t>
            </a:r>
            <a:endParaRPr lang="en-US" sz="740" i="1">
              <a:solidFill>
                <a:srgbClr val="12436E"/>
              </a:solidFill>
              <a:latin typeface="Aptos Narrow" panose="020B0004020202020204" pitchFamily="34" charset="0"/>
              <a:cs typeface="Arial" pitchFamily="34" charset="-120"/>
            </a:endParaRPr>
          </a:p>
        </p:txBody>
      </p:sp>
      <p:sp>
        <p:nvSpPr>
          <p:cNvPr id="45" name="Shape 43"/>
          <p:cNvSpPr/>
          <p:nvPr/>
        </p:nvSpPr>
        <p:spPr>
          <a:xfrm>
            <a:off x="457200" y="4201668"/>
            <a:ext cx="59893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6" name="Text 44"/>
          <p:cNvSpPr/>
          <p:nvPr/>
        </p:nvSpPr>
        <p:spPr>
          <a:xfrm>
            <a:off x="603504" y="4201668"/>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Ban hành quy trình giao dịch trực tuyến phù hợp với Thông tư, pháp luật về chứng khoán và pháp luật có liên quan (khoản 5 Điều 5).</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본 시행규칙, 증권법 및 관련 법규에 부합하는 온라인 거래 절차 제정(제5조 제5항).</a:t>
            </a:r>
            <a:endParaRPr lang="en-US" sz="850">
              <a:latin typeface="Aptos Narrow" panose="020B0004020202020204" pitchFamily="34" charset="0"/>
            </a:endParaRPr>
          </a:p>
        </p:txBody>
      </p:sp>
      <p:sp>
        <p:nvSpPr>
          <p:cNvPr id="47" name="Shape 45"/>
          <p:cNvSpPr/>
          <p:nvPr/>
        </p:nvSpPr>
        <p:spPr>
          <a:xfrm>
            <a:off x="6446520" y="4201668"/>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8" name="Shape 46"/>
          <p:cNvSpPr/>
          <p:nvPr/>
        </p:nvSpPr>
        <p:spPr>
          <a:xfrm>
            <a:off x="6711696" y="445998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9" name="Shape 47"/>
          <p:cNvSpPr/>
          <p:nvPr/>
        </p:nvSpPr>
        <p:spPr>
          <a:xfrm>
            <a:off x="7178040" y="4201668"/>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0" name="Shape 48"/>
          <p:cNvSpPr/>
          <p:nvPr/>
        </p:nvSpPr>
        <p:spPr>
          <a:xfrm>
            <a:off x="7443216" y="445998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1" name="Shape 49"/>
          <p:cNvSpPr/>
          <p:nvPr/>
        </p:nvSpPr>
        <p:spPr>
          <a:xfrm>
            <a:off x="7909560" y="4201668"/>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2" name="Shape 50"/>
          <p:cNvSpPr/>
          <p:nvPr/>
        </p:nvSpPr>
        <p:spPr>
          <a:xfrm>
            <a:off x="8174736" y="445998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3" name="Shape 51"/>
          <p:cNvSpPr/>
          <p:nvPr/>
        </p:nvSpPr>
        <p:spPr>
          <a:xfrm>
            <a:off x="8641080" y="4201668"/>
            <a:ext cx="3090672" cy="717804"/>
          </a:xfrm>
          <a:prstGeom prst="rect">
            <a:avLst/>
          </a:prstGeom>
          <a:solidFill>
            <a:srgbClr val="F4F7F9"/>
          </a:solidFill>
          <a:ln w="6350">
            <a:solidFill>
              <a:srgbClr val="E2E8ED"/>
            </a:solidFill>
            <a:prstDash val="solid"/>
          </a:ln>
        </p:spPr>
        <p:txBody>
          <a:bodyPr/>
          <a:lstStyle/>
          <a:p>
            <a:r>
              <a:rPr lang="en-US" sz="550">
                <a:solidFill>
                  <a:srgbClr val="00B050"/>
                </a:solidFill>
                <a:latin typeface="Aptos Narrow" panose="020B0004020202020204" pitchFamily="34" charset="0"/>
              </a:rPr>
              <a:t>Đã có các Quy trình sau: QT mở tài khoản eKYC; QT QLL GDTT; QT đăng ký, hủy sử dụng DV GDCKTT; QT KSRR trong HĐ GDTT; QT khắc phục sự cố hệ thống GDTT; QT vận hành hệ thống GDTT HNX/HSX</a:t>
            </a:r>
          </a:p>
          <a:p>
            <a:r>
              <a:rPr lang="en-US" sz="550">
                <a:solidFill>
                  <a:srgbClr val="00B050"/>
                </a:solidFill>
                <a:latin typeface="Aptos Narrow" panose="020B0004020202020204" pitchFamily="34" charset="0"/>
              </a:rPr>
              <a:t>Cần bổ sung các nội dung vào Quy trình hoặc bổ sung các Quy trình sau:</a:t>
            </a:r>
          </a:p>
          <a:p>
            <a:pPr marL="171450" indent="-171450">
              <a:buFontTx/>
              <a:buChar char="-"/>
            </a:pPr>
            <a:r>
              <a:rPr lang="en-US" sz="550">
                <a:solidFill>
                  <a:srgbClr val="00B050"/>
                </a:solidFill>
                <a:latin typeface="Aptos Narrow" panose="020B0004020202020204" pitchFamily="34" charset="0"/>
              </a:rPr>
              <a:t>QT rút tiền: bổ sung nội dung xác thực theo giá trị giao dịch</a:t>
            </a:r>
          </a:p>
          <a:p>
            <a:pPr marL="171450" indent="-171450">
              <a:buFontTx/>
              <a:buChar char="-"/>
            </a:pPr>
            <a:r>
              <a:rPr lang="en-US" sz="550">
                <a:solidFill>
                  <a:srgbClr val="00B050"/>
                </a:solidFill>
                <a:latin typeface="Aptos Narrow" panose="020B0004020202020204" pitchFamily="34" charset="0"/>
              </a:rPr>
              <a:t>QT mở tài khoản eKYC + đóng tài khoản: bổ sung nội dung xác thực</a:t>
            </a:r>
          </a:p>
          <a:p>
            <a:pPr marL="171450" indent="-171450">
              <a:buFontTx/>
              <a:buChar char="-"/>
            </a:pPr>
            <a:r>
              <a:rPr lang="en-US" sz="550">
                <a:solidFill>
                  <a:srgbClr val="00B050"/>
                </a:solidFill>
                <a:latin typeface="Aptos Narrow" panose="020B0004020202020204" pitchFamily="34" charset="0"/>
              </a:rPr>
              <a:t>QT quản lý lệnh: bổ sung các nội dung xác thực lệnh</a:t>
            </a:r>
            <a:br>
              <a:rPr lang="en-US" sz="550">
                <a:solidFill>
                  <a:srgbClr val="00B050"/>
                </a:solidFill>
                <a:latin typeface="Aptos Narrow" panose="020B0004020202020204" pitchFamily="34" charset="0"/>
              </a:rPr>
            </a:br>
            <a:r>
              <a:rPr lang="en-US" sz="550">
                <a:solidFill>
                  <a:srgbClr val="00B050"/>
                </a:solidFill>
                <a:latin typeface="Aptos Narrow" panose="020B0004020202020204" pitchFamily="34" charset="0"/>
              </a:rPr>
              <a:t>Cân nhắc bổ sung Quy trình tổng quát về xác thực giao dịch/xác thực thiết bị</a:t>
            </a:r>
          </a:p>
        </p:txBody>
      </p:sp>
      <p:sp>
        <p:nvSpPr>
          <p:cNvPr id="54" name="Shape 52"/>
          <p:cNvSpPr/>
          <p:nvPr/>
        </p:nvSpPr>
        <p:spPr>
          <a:xfrm>
            <a:off x="457200" y="4919472"/>
            <a:ext cx="59893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5" name="Text 53"/>
          <p:cNvSpPr/>
          <p:nvPr/>
        </p:nvSpPr>
        <p:spPr>
          <a:xfrm>
            <a:off x="603504" y="4919472"/>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Ghi nhận thông tin về các yêu cầu giao dịch của khách hàng trên hệ thống; lưu trữ để tra cứu được khi cần thiết (khoản 6 Điều 5).</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고객 거래요청 정보를 시스템에 기록; 필요 시 조회 가능하도록 보관(제5조 제6항).</a:t>
            </a:r>
            <a:endParaRPr lang="en-US" sz="850">
              <a:latin typeface="Aptos Narrow" panose="020B0004020202020204" pitchFamily="34" charset="0"/>
            </a:endParaRPr>
          </a:p>
        </p:txBody>
      </p:sp>
      <p:sp>
        <p:nvSpPr>
          <p:cNvPr id="56" name="Shape 54"/>
          <p:cNvSpPr/>
          <p:nvPr/>
        </p:nvSpPr>
        <p:spPr>
          <a:xfrm>
            <a:off x="6446520" y="4919472"/>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7" name="Shape 55"/>
          <p:cNvSpPr/>
          <p:nvPr/>
        </p:nvSpPr>
        <p:spPr>
          <a:xfrm>
            <a:off x="6711696" y="5177790"/>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1200">
                <a:latin typeface="Aptos Narrow" panose="020B0004020202020204" pitchFamily="34" charset="0"/>
              </a:rPr>
              <a:t>x</a:t>
            </a:r>
          </a:p>
        </p:txBody>
      </p:sp>
      <p:sp>
        <p:nvSpPr>
          <p:cNvPr id="58" name="Shape 56"/>
          <p:cNvSpPr/>
          <p:nvPr/>
        </p:nvSpPr>
        <p:spPr>
          <a:xfrm>
            <a:off x="7178040" y="4919472"/>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9" name="Shape 57"/>
          <p:cNvSpPr/>
          <p:nvPr/>
        </p:nvSpPr>
        <p:spPr>
          <a:xfrm>
            <a:off x="7443216" y="5177790"/>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0" name="Shape 58"/>
          <p:cNvSpPr/>
          <p:nvPr/>
        </p:nvSpPr>
        <p:spPr>
          <a:xfrm>
            <a:off x="7909560" y="4919472"/>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1" name="Shape 59"/>
          <p:cNvSpPr/>
          <p:nvPr/>
        </p:nvSpPr>
        <p:spPr>
          <a:xfrm>
            <a:off x="8174736" y="5177790"/>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2" name="Shape 60"/>
          <p:cNvSpPr/>
          <p:nvPr/>
        </p:nvSpPr>
        <p:spPr>
          <a:xfrm>
            <a:off x="8641080" y="4919472"/>
            <a:ext cx="3090672" cy="717804"/>
          </a:xfrm>
          <a:prstGeom prst="rect">
            <a:avLst/>
          </a:prstGeom>
          <a:solidFill>
            <a:srgbClr val="FFFFFF"/>
          </a:solidFill>
          <a:ln w="6350">
            <a:solidFill>
              <a:srgbClr val="E2E8ED"/>
            </a:solidFill>
            <a:prstDash val="solid"/>
          </a:ln>
        </p:spPr>
        <p:txBody>
          <a:bodyPr lIns="91440" tIns="45720" rIns="91440" bIns="45720" anchor="t"/>
          <a:lstStyle/>
          <a:p>
            <a:pPr marL="171450" indent="-171450">
              <a:buFont typeface="Calibri"/>
              <a:buChar char="-"/>
            </a:pPr>
            <a:r>
              <a:rPr lang="en-US" sz="600">
                <a:latin typeface="Aptos Narrow"/>
              </a:rPr>
              <a:t>Đặt lệnh: đang quản lý qua BOS</a:t>
            </a:r>
            <a:endParaRPr lang="en-US" sz="600">
              <a:latin typeface="Aptos Narrow" panose="020B0004020202020204" pitchFamily="34" charset="0"/>
            </a:endParaRPr>
          </a:p>
        </p:txBody>
      </p:sp>
      <p:sp>
        <p:nvSpPr>
          <p:cNvPr id="63" name="Shape 61"/>
          <p:cNvSpPr/>
          <p:nvPr/>
        </p:nvSpPr>
        <p:spPr>
          <a:xfrm>
            <a:off x="457200" y="5637276"/>
            <a:ext cx="59893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4" name="Text 62"/>
          <p:cNvSpPr/>
          <p:nvPr/>
        </p:nvSpPr>
        <p:spPr>
          <a:xfrm>
            <a:off x="603504" y="5637276"/>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Thông báo kết quả thực hiện lệnh cho khách hàng ngay sau khi khớp, không vượt quá 10 giây kể từ thời điểm lệnh được khớp (khoản 7 Điều 5).</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체결 즉시 고객에게 결과 통지; 체결 시점부터 10초 초과 금지(제5조 제7항).</a:t>
            </a:r>
            <a:endParaRPr lang="en-US" sz="850">
              <a:latin typeface="Aptos Narrow" panose="020B0004020202020204" pitchFamily="34" charset="0"/>
            </a:endParaRPr>
          </a:p>
        </p:txBody>
      </p:sp>
      <p:sp>
        <p:nvSpPr>
          <p:cNvPr id="65" name="Shape 63"/>
          <p:cNvSpPr/>
          <p:nvPr/>
        </p:nvSpPr>
        <p:spPr>
          <a:xfrm>
            <a:off x="6446520" y="5637276"/>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6" name="Shape 64"/>
          <p:cNvSpPr/>
          <p:nvPr/>
        </p:nvSpPr>
        <p:spPr>
          <a:xfrm>
            <a:off x="6711696" y="5895594"/>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1200">
                <a:latin typeface="Aptos Narrow" panose="020B0004020202020204" pitchFamily="34" charset="0"/>
              </a:rPr>
              <a:t>x</a:t>
            </a:r>
          </a:p>
        </p:txBody>
      </p:sp>
      <p:sp>
        <p:nvSpPr>
          <p:cNvPr id="67" name="Shape 65"/>
          <p:cNvSpPr/>
          <p:nvPr/>
        </p:nvSpPr>
        <p:spPr>
          <a:xfrm>
            <a:off x="7178040" y="5637276"/>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8" name="Shape 66"/>
          <p:cNvSpPr/>
          <p:nvPr/>
        </p:nvSpPr>
        <p:spPr>
          <a:xfrm>
            <a:off x="7443216" y="589559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9" name="Shape 67"/>
          <p:cNvSpPr/>
          <p:nvPr/>
        </p:nvSpPr>
        <p:spPr>
          <a:xfrm>
            <a:off x="7909560" y="5637276"/>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70" name="Shape 68"/>
          <p:cNvSpPr/>
          <p:nvPr/>
        </p:nvSpPr>
        <p:spPr>
          <a:xfrm>
            <a:off x="8174736" y="589559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71" name="Shape 69"/>
          <p:cNvSpPr/>
          <p:nvPr/>
        </p:nvSpPr>
        <p:spPr>
          <a:xfrm>
            <a:off x="8641080" y="5637276"/>
            <a:ext cx="3090672" cy="717804"/>
          </a:xfrm>
          <a:prstGeom prst="rect">
            <a:avLst/>
          </a:prstGeom>
          <a:solidFill>
            <a:srgbClr val="F4F7F9"/>
          </a:solidFill>
          <a:ln w="6350">
            <a:solidFill>
              <a:srgbClr val="E2E8ED"/>
            </a:solidFill>
            <a:prstDash val="solid"/>
          </a:ln>
        </p:spPr>
        <p:txBody>
          <a:bodyPr lIns="91440" tIns="45720" rIns="91440" bIns="45720" anchor="t"/>
          <a:lstStyle/>
          <a:p>
            <a:pPr marL="171450" indent="-171450">
              <a:buFont typeface="Calibri"/>
              <a:buChar char="-"/>
            </a:pPr>
            <a:r>
              <a:rPr lang="en-US" sz="600">
                <a:latin typeface="Aptos Narrow"/>
                <a:cs typeface="Arial"/>
              </a:rPr>
              <a:t>Hiện tại đã có thông báo đẩy/ notification trên toàn bộ các kênh giao dịch: NHSV Pro, WTS/HTS</a:t>
            </a:r>
          </a:p>
        </p:txBody>
      </p:sp>
      <p:sp>
        <p:nvSpPr>
          <p:cNvPr id="72" name="Text 70"/>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73" name="Text 71"/>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2</a:t>
            </a:r>
            <a:endParaRPr lang="en-US" sz="900">
              <a:latin typeface="Aptos Narrow"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1 · 제1절 — ĐIỀU 5 — </a:t>
            </a:r>
            <a:r>
              <a:rPr lang="en-US" sz="1150" b="1" kern="0" spc="100">
                <a:solidFill>
                  <a:srgbClr val="0E8C8B"/>
                </a:solidFill>
                <a:latin typeface="Aptos Narrow" panose="020B0004020202020204" pitchFamily="34" charset="0"/>
                <a:ea typeface="NanumGothic" pitchFamily="34" charset="-122"/>
                <a:cs typeface="NanumGothic" pitchFamily="34" charset="-120"/>
              </a:rPr>
              <a:t>제5조 (계속)</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solidFill>
            <a:schemeClr val="bg1"/>
          </a:solidFill>
          <a:ln/>
        </p:spPr>
        <p:txBody>
          <a:bodyPr wrap="square" lIns="0" tIns="0" rIns="0" bIns="0" rtlCol="0" anchor="t"/>
          <a:lstStyle/>
          <a:p>
            <a:pPr marL="0" indent="0">
              <a:buNone/>
            </a:pPr>
            <a:r>
              <a:rPr lang="en-US" sz="2100" b="1">
                <a:latin typeface="Aptos Narrow" panose="020B0004020202020204" pitchFamily="34" charset="0"/>
                <a:ea typeface="Arial" pitchFamily="34" charset="-122"/>
                <a:cs typeface="Arial" pitchFamily="34" charset="-120"/>
              </a:rPr>
              <a:t>Trách nhiệm trực tiếp của công ty chứng khoán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증권회사의 직접 수행 책임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544889" y="2048256"/>
            <a:ext cx="5733288" cy="1188720"/>
          </a:xfrm>
          <a:prstGeom prst="rect">
            <a:avLst/>
          </a:prstGeom>
          <a:noFill/>
          <a:ln/>
        </p:spPr>
        <p:txBody>
          <a:bodyPr wrap="square" lIns="0" tIns="0" rIns="0" bIns="0" rtlCol="0" anchor="ctr"/>
          <a:lstStyle/>
          <a:p>
            <a:pPr>
              <a:lnSpc>
                <a:spcPct val="98000"/>
              </a:lnSpc>
            </a:pPr>
            <a:r>
              <a:rPr lang="en-US" sz="900" b="1">
                <a:solidFill>
                  <a:srgbClr val="1E2B38"/>
                </a:solidFill>
                <a:latin typeface="Aptos Narrow"/>
                <a:ea typeface="Arial" pitchFamily="34" charset="-122"/>
                <a:cs typeface="Arial"/>
              </a:rPr>
              <a:t>Khi </a:t>
            </a:r>
            <a:r>
              <a:rPr lang="en-US" sz="900" b="1" err="1">
                <a:solidFill>
                  <a:srgbClr val="1E2B38"/>
                </a:solidFill>
                <a:latin typeface="Aptos Narrow"/>
                <a:ea typeface="Arial" pitchFamily="34" charset="-122"/>
                <a:cs typeface="Arial"/>
              </a:rPr>
              <a:t>cung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cấp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dịch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vụ</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công</a:t>
            </a:r>
            <a:r>
              <a:rPr lang="en-US" sz="900" b="1">
                <a:solidFill>
                  <a:srgbClr val="1E2B38"/>
                </a:solidFill>
                <a:latin typeface="Aptos Narrow"/>
                <a:ea typeface="Arial" pitchFamily="34" charset="-122"/>
                <a:cs typeface="Arial"/>
              </a:rPr>
              <a:t> ty </a:t>
            </a:r>
            <a:r>
              <a:rPr lang="en-US" sz="900" b="1" err="1">
                <a:solidFill>
                  <a:srgbClr val="1E2B38"/>
                </a:solidFill>
                <a:latin typeface="Aptos Narrow"/>
                <a:ea typeface="Arial" pitchFamily="34" charset="-122"/>
                <a:cs typeface="Arial"/>
              </a:rPr>
              <a:t>chứng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khoán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phải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trực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tiếp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thực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hiện</a:t>
            </a:r>
            <a:r>
              <a:rPr lang="en-US" sz="900" b="1">
                <a:solidFill>
                  <a:srgbClr val="1E2B38"/>
                </a:solidFill>
                <a:latin typeface="Aptos Narrow"/>
                <a:ea typeface="Arial" pitchFamily="34" charset="-122"/>
                <a:cs typeface="Arial"/>
              </a:rPr>
              <a:t>: </a:t>
            </a:r>
            <a:endParaRPr lang="en-US" sz="900">
              <a:solidFill>
                <a:srgbClr val="000000"/>
              </a:solidFill>
              <a:latin typeface="Aptos Narrow"/>
              <a:ea typeface="Arial" pitchFamily="34" charset="-122"/>
              <a:cs typeface="Arial"/>
            </a:endParaRPr>
          </a:p>
          <a:p>
            <a:pPr>
              <a:lnSpc>
                <a:spcPct val="98000"/>
              </a:lnSpc>
            </a:pPr>
            <a:r>
              <a:rPr lang="en-US" sz="900" b="1">
                <a:solidFill>
                  <a:srgbClr val="1E2B38"/>
                </a:solidFill>
                <a:latin typeface="Aptos Narrow"/>
                <a:ea typeface="Arial" pitchFamily="34" charset="-122"/>
                <a:cs typeface="Arial"/>
              </a:rPr>
              <a:t>a) </a:t>
            </a:r>
            <a:r>
              <a:rPr lang="en-US" sz="900" b="1" err="1">
                <a:solidFill>
                  <a:srgbClr val="1E2B38"/>
                </a:solidFill>
                <a:latin typeface="Aptos Narrow"/>
                <a:ea typeface="Arial" pitchFamily="34" charset="-122"/>
                <a:cs typeface="Arial"/>
              </a:rPr>
              <a:t>Xác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thực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giao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dịch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mở</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tài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khoản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chứng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khoán</a:t>
            </a:r>
            <a:r>
              <a:rPr lang="en-US" sz="900" b="1">
                <a:solidFill>
                  <a:srgbClr val="1E2B38"/>
                </a:solidFill>
                <a:latin typeface="Aptos Narrow"/>
                <a:ea typeface="Arial" pitchFamily="34" charset="-122"/>
                <a:cs typeface="Arial"/>
              </a:rPr>
              <a:t>; </a:t>
            </a:r>
            <a:endParaRPr lang="en-US" sz="900">
              <a:solidFill>
                <a:srgbClr val="000000"/>
              </a:solidFill>
              <a:latin typeface="Aptos Narrow"/>
              <a:ea typeface="Arial" pitchFamily="34" charset="-122"/>
              <a:cs typeface="Arial"/>
            </a:endParaRPr>
          </a:p>
          <a:p>
            <a:pPr marL="0" indent="0">
              <a:lnSpc>
                <a:spcPct val="98000"/>
              </a:lnSpc>
              <a:buNone/>
            </a:pPr>
            <a:r>
              <a:rPr lang="en-US" sz="900" b="1">
                <a:solidFill>
                  <a:srgbClr val="1E2B38"/>
                </a:solidFill>
                <a:latin typeface="Aptos Narrow"/>
                <a:ea typeface="Arial" pitchFamily="34" charset="-122"/>
                <a:cs typeface="Arial"/>
              </a:rPr>
              <a:t>b) </a:t>
            </a:r>
            <a:r>
              <a:rPr lang="en-US" sz="900" b="1" err="1">
                <a:solidFill>
                  <a:srgbClr val="1E2B38"/>
                </a:solidFill>
                <a:latin typeface="Aptos Narrow"/>
                <a:ea typeface="Arial" pitchFamily="34" charset="-122"/>
                <a:cs typeface="Arial"/>
              </a:rPr>
              <a:t>Xác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thực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giao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dịch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đặt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lệnh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mua</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bán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chứng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khoán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điểm</a:t>
            </a:r>
            <a:r>
              <a:rPr lang="en-US" sz="900" b="1">
                <a:solidFill>
                  <a:srgbClr val="1E2B38"/>
                </a:solidFill>
                <a:latin typeface="Aptos Narrow"/>
                <a:ea typeface="Arial" pitchFamily="34" charset="-122"/>
                <a:cs typeface="Arial"/>
              </a:rPr>
              <a:t> a, b </a:t>
            </a:r>
            <a:r>
              <a:rPr lang="en-US" sz="900" b="1" err="1">
                <a:solidFill>
                  <a:srgbClr val="1E2B38"/>
                </a:solidFill>
                <a:latin typeface="Aptos Narrow"/>
                <a:ea typeface="Arial" pitchFamily="34" charset="-122"/>
                <a:cs typeface="Arial"/>
              </a:rPr>
              <a:t>khoản</a:t>
            </a:r>
            <a:r>
              <a:rPr lang="en-US" sz="900" b="1">
                <a:solidFill>
                  <a:srgbClr val="1E2B38"/>
                </a:solidFill>
                <a:latin typeface="Aptos Narrow"/>
                <a:ea typeface="Arial" pitchFamily="34" charset="-122"/>
                <a:cs typeface="Arial"/>
              </a:rPr>
              <a:t> 8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5).</a:t>
            </a:r>
            <a:endParaRPr lang="en-US" sz="900">
              <a:latin typeface="Aptos Narrow"/>
              <a:cs typeface="Arial"/>
            </a:endParaRPr>
          </a:p>
          <a:p>
            <a:pPr marL="0" indent="0">
              <a:lnSpc>
                <a:spcPct val="98000"/>
              </a:lnSpc>
              <a:buNone/>
            </a:pPr>
            <a:r>
              <a:rPr lang="en-US" sz="850" err="1">
                <a:solidFill>
                  <a:srgbClr val="5B6B79"/>
                </a:solidFill>
                <a:latin typeface="Aptos Narrow"/>
                <a:ea typeface="NanumGothic"/>
                <a:cs typeface="NanumGothic" pitchFamily="34" charset="-120"/>
              </a:rPr>
              <a:t>서비스</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제공</a:t>
            </a:r>
            <a:r>
              <a:rPr lang="en-US" sz="850">
                <a:solidFill>
                  <a:srgbClr val="5B6B79"/>
                </a:solidFill>
                <a:latin typeface="Aptos Narrow"/>
                <a:ea typeface="NanumGothic"/>
                <a:cs typeface="NanumGothic" pitchFamily="34" charset="-120"/>
              </a:rPr>
              <a:t> 시 </a:t>
            </a:r>
            <a:r>
              <a:rPr lang="en-US" sz="850" err="1">
                <a:solidFill>
                  <a:srgbClr val="5B6B79"/>
                </a:solidFill>
                <a:latin typeface="Aptos Narrow"/>
                <a:ea typeface="NanumGothic"/>
                <a:cs typeface="NanumGothic" pitchFamily="34" charset="-120"/>
              </a:rPr>
              <a:t>증권회사가</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직접</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수행</a:t>
            </a:r>
            <a:r>
              <a:rPr lang="en-US" sz="850">
                <a:solidFill>
                  <a:srgbClr val="5B6B79"/>
                </a:solidFill>
                <a:latin typeface="Aptos Narrow"/>
                <a:ea typeface="NanumGothic"/>
                <a:cs typeface="NanumGothic" pitchFamily="34" charset="-120"/>
              </a:rPr>
              <a:t>: a) </a:t>
            </a:r>
            <a:r>
              <a:rPr lang="en-US" sz="850" err="1">
                <a:solidFill>
                  <a:srgbClr val="5B6B79"/>
                </a:solidFill>
                <a:latin typeface="Aptos Narrow"/>
                <a:ea typeface="NanumGothic"/>
                <a:cs typeface="NanumGothic" pitchFamily="34" charset="-120"/>
              </a:rPr>
              <a:t>증권계좌</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개설</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거래</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인증</a:t>
            </a:r>
            <a:r>
              <a:rPr lang="en-US" sz="850">
                <a:solidFill>
                  <a:srgbClr val="5B6B79"/>
                </a:solidFill>
                <a:latin typeface="Aptos Narrow"/>
                <a:ea typeface="NanumGothic"/>
                <a:cs typeface="NanumGothic" pitchFamily="34" charset="-120"/>
              </a:rPr>
              <a:t>; b) </a:t>
            </a:r>
            <a:r>
              <a:rPr lang="en-US" sz="850" err="1">
                <a:solidFill>
                  <a:srgbClr val="5B6B79"/>
                </a:solidFill>
                <a:latin typeface="Aptos Narrow"/>
                <a:ea typeface="NanumGothic"/>
                <a:cs typeface="NanumGothic" pitchFamily="34" charset="-120"/>
              </a:rPr>
              <a:t>증권</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매매주문</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거래</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인증</a:t>
            </a:r>
            <a:r>
              <a:rPr lang="en-US" sz="850">
                <a:solidFill>
                  <a:srgbClr val="5B6B79"/>
                </a:solidFill>
                <a:latin typeface="Aptos Narrow"/>
                <a:ea typeface="NanumGothic"/>
                <a:cs typeface="NanumGothic" pitchFamily="34" charset="-120"/>
              </a:rPr>
              <a:t>(제5조 제8항 </a:t>
            </a:r>
            <a:r>
              <a:rPr lang="en-US" sz="850" err="1">
                <a:solidFill>
                  <a:srgbClr val="5B6B79"/>
                </a:solidFill>
                <a:latin typeface="Aptos Narrow"/>
                <a:ea typeface="NanumGothic"/>
                <a:cs typeface="NanumGothic" pitchFamily="34" charset="-120"/>
              </a:rPr>
              <a:t>a·b호</a:t>
            </a:r>
            <a:r>
              <a:rPr lang="en-US" sz="850">
                <a:solidFill>
                  <a:srgbClr val="5B6B79"/>
                </a:solidFill>
                <a:latin typeface="Aptos Narrow"/>
                <a:ea typeface="NanumGothic"/>
                <a:cs typeface="NanumGothic" pitchFamily="34" charset="-120"/>
              </a:rPr>
              <a:t>).</a:t>
            </a:r>
            <a:endParaRPr lang="en-US" sz="930">
              <a:latin typeface="Aptos Narrow"/>
              <a:ea typeface="NanumGothic"/>
            </a:endParaRPr>
          </a:p>
        </p:txBody>
      </p:sp>
      <p:sp>
        <p:nvSpPr>
          <p:cNvPr id="17" name="Shape 15"/>
          <p:cNvSpPr/>
          <p:nvPr/>
        </p:nvSpPr>
        <p:spPr>
          <a:xfrm>
            <a:off x="644652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8" name="Shape 16"/>
          <p:cNvSpPr/>
          <p:nvPr/>
        </p:nvSpPr>
        <p:spPr>
          <a:xfrm>
            <a:off x="6711696" y="2542032"/>
            <a:ext cx="201168" cy="201168"/>
          </a:xfrm>
          <a:prstGeom prst="rect">
            <a:avLst/>
          </a:prstGeom>
          <a:solidFill>
            <a:srgbClr val="FFFFFF"/>
          </a:solidFill>
          <a:ln w="15240">
            <a:solidFill>
              <a:srgbClr val="0E8C8B"/>
            </a:solidFill>
            <a:prstDash val="solid"/>
          </a:ln>
        </p:spPr>
        <p:txBody>
          <a:bodyPr lIns="91440" tIns="45720" rIns="91440" bIns="45720" anchor="t"/>
          <a:lstStyle/>
          <a:p>
            <a:endParaRPr lang="en-US" sz="1200">
              <a:latin typeface="Aptos Narrow" panose="020B0004020202020204" pitchFamily="34" charset="0"/>
            </a:endParaRPr>
          </a:p>
        </p:txBody>
      </p:sp>
      <p:sp>
        <p:nvSpPr>
          <p:cNvPr id="19" name="Shape 17"/>
          <p:cNvSpPr/>
          <p:nvPr/>
        </p:nvSpPr>
        <p:spPr>
          <a:xfrm>
            <a:off x="717804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542032"/>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21" name="Shape 19"/>
          <p:cNvSpPr/>
          <p:nvPr/>
        </p:nvSpPr>
        <p:spPr>
          <a:xfrm>
            <a:off x="790956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542032"/>
            <a:ext cx="201168" cy="201168"/>
          </a:xfrm>
          <a:prstGeom prst="rect">
            <a:avLst/>
          </a:prstGeom>
          <a:solidFill>
            <a:srgbClr val="FFFFFF"/>
          </a:solidFill>
          <a:ln w="15240">
            <a:solidFill>
              <a:srgbClr val="0E8C8B"/>
            </a:solidFill>
            <a:prstDash val="solid"/>
          </a:ln>
        </p:spPr>
        <p:txBody>
          <a:bodyPr lIns="91440" tIns="45720" rIns="91440" bIns="45720" anchor="t"/>
          <a:lstStyle/>
          <a:p>
            <a:endParaRPr lang="en-US" sz="1200">
              <a:latin typeface="Aptos Narrow"/>
            </a:endParaRPr>
          </a:p>
        </p:txBody>
      </p:sp>
      <p:sp>
        <p:nvSpPr>
          <p:cNvPr id="23" name="Shape 21"/>
          <p:cNvSpPr/>
          <p:nvPr/>
        </p:nvSpPr>
        <p:spPr>
          <a:xfrm>
            <a:off x="8641080" y="2048256"/>
            <a:ext cx="3090672" cy="1188720"/>
          </a:xfrm>
          <a:prstGeom prst="rect">
            <a:avLst/>
          </a:prstGeom>
          <a:solidFill>
            <a:srgbClr val="FFFFFF"/>
          </a:solidFill>
          <a:ln w="6350">
            <a:solidFill>
              <a:srgbClr val="E2E8ED"/>
            </a:solidFill>
            <a:prstDash val="solid"/>
          </a:ln>
        </p:spPr>
        <p:txBody>
          <a:bodyPr lIns="91440" tIns="45720" rIns="91440" bIns="45720" anchor="t"/>
          <a:lstStyle/>
          <a:p>
            <a:pPr marL="285750" indent="-285750">
              <a:buFont typeface="Calibri"/>
              <a:buChar char="-"/>
            </a:pPr>
            <a:r>
              <a:rPr lang="en-US" sz="800"/>
              <a:t>Mở TKCK: xác thực hình thức OCR cho CCCD &amp; khuôn mặt</a:t>
            </a:r>
          </a:p>
          <a:p>
            <a:pPr marL="285750" indent="-285750">
              <a:buFont typeface="Calibri"/>
              <a:buChar char="-"/>
            </a:pPr>
            <a:endParaRPr lang="en-US" sz="800"/>
          </a:p>
          <a:p>
            <a:pPr marL="285750" indent="-285750">
              <a:buFont typeface="Calibri"/>
              <a:buChar char="-"/>
            </a:pPr>
            <a:r>
              <a:rPr lang="en-US" sz="800"/>
              <a:t>Xác thực giao dịch đặt lệnh CK:</a:t>
            </a:r>
            <a:endParaRPr lang="en-US" sz="800" b="1">
              <a:solidFill>
                <a:srgbClr val="FF0000"/>
              </a:solidFill>
            </a:endParaRPr>
          </a:p>
          <a:p>
            <a:pPr marL="742950" lvl="1" indent="-285750">
              <a:buFont typeface="Courier New"/>
              <a:buChar char="o"/>
            </a:pPr>
            <a:r>
              <a:rPr lang="en-US" sz="800"/>
              <a:t>Hiện tại sau khi đăng nhập là đã verify thành công</a:t>
            </a:r>
          </a:p>
        </p:txBody>
      </p:sp>
      <p:sp>
        <p:nvSpPr>
          <p:cNvPr id="24" name="Shape 22"/>
          <p:cNvSpPr/>
          <p:nvPr/>
        </p:nvSpPr>
        <p:spPr>
          <a:xfrm>
            <a:off x="457200" y="3236976"/>
            <a:ext cx="59893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544889" y="3236976"/>
            <a:ext cx="5733288" cy="1188720"/>
          </a:xfrm>
          <a:prstGeom prst="rect">
            <a:avLst/>
          </a:prstGeom>
          <a:noFill/>
          <a:ln/>
        </p:spPr>
        <p:txBody>
          <a:bodyPr wrap="square" lIns="0" tIns="0" rIns="0" bIns="0" rtlCol="0" anchor="ctr"/>
          <a:lstStyle/>
          <a:p>
            <a:pPr>
              <a:lnSpc>
                <a:spcPct val="98000"/>
              </a:lnSpc>
            </a:pPr>
            <a:r>
              <a:rPr lang="en-US" sz="900" b="1">
                <a:solidFill>
                  <a:srgbClr val="7030A0"/>
                </a:solidFill>
                <a:latin typeface="Aptos Narrow"/>
                <a:ea typeface="Arial" pitchFamily="34" charset="-122"/>
                <a:cs typeface="Arial"/>
              </a:rPr>
              <a:t>Khi </a:t>
            </a:r>
            <a:r>
              <a:rPr lang="en-US" sz="900" b="1" err="1">
                <a:solidFill>
                  <a:srgbClr val="7030A0"/>
                </a:solidFill>
                <a:latin typeface="Aptos Narrow"/>
                <a:ea typeface="Arial" pitchFamily="34" charset="-122"/>
                <a:cs typeface="Arial"/>
              </a:rPr>
              <a:t>cung</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cấp</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dịch</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vụ</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công</a:t>
            </a:r>
            <a:r>
              <a:rPr lang="en-US" sz="900" b="1">
                <a:solidFill>
                  <a:srgbClr val="7030A0"/>
                </a:solidFill>
                <a:latin typeface="Aptos Narrow"/>
                <a:ea typeface="Arial" pitchFamily="34" charset="-122"/>
                <a:cs typeface="Arial"/>
              </a:rPr>
              <a:t> ty </a:t>
            </a:r>
            <a:r>
              <a:rPr lang="en-US" sz="900" b="1" err="1">
                <a:solidFill>
                  <a:srgbClr val="7030A0"/>
                </a:solidFill>
                <a:latin typeface="Aptos Narrow"/>
                <a:ea typeface="Arial" pitchFamily="34" charset="-122"/>
                <a:cs typeface="Arial"/>
              </a:rPr>
              <a:t>chứng</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khoán</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phải</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trực</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tiếp</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thực</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hiện</a:t>
            </a:r>
            <a:r>
              <a:rPr lang="en-US" sz="900" b="1">
                <a:solidFill>
                  <a:srgbClr val="7030A0"/>
                </a:solidFill>
                <a:latin typeface="Aptos Narrow"/>
                <a:ea typeface="Arial" pitchFamily="34" charset="-122"/>
                <a:cs typeface="Arial"/>
              </a:rPr>
              <a:t>: </a:t>
            </a:r>
            <a:endParaRPr lang="en-US" sz="900">
              <a:solidFill>
                <a:srgbClr val="7030A0"/>
              </a:solidFill>
              <a:latin typeface="Aptos Narrow"/>
              <a:ea typeface="Arial" pitchFamily="34" charset="-122"/>
              <a:cs typeface="Arial"/>
            </a:endParaRPr>
          </a:p>
          <a:p>
            <a:pPr>
              <a:lnSpc>
                <a:spcPct val="98000"/>
              </a:lnSpc>
            </a:pPr>
            <a:r>
              <a:rPr lang="en-US" sz="900" b="1" err="1">
                <a:solidFill>
                  <a:srgbClr val="1E2B38"/>
                </a:solidFill>
                <a:latin typeface="Aptos Narrow"/>
                <a:ea typeface="Arial" pitchFamily="34" charset="-122"/>
                <a:cs typeface="Arial"/>
              </a:rPr>
              <a:t>Kiểm</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soát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tính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hợp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lệ</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của</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lệnh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đặt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và</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chuyển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lệnh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vào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hệ</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thống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giao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dịch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chứng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khoán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của</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Sở</a:t>
            </a:r>
            <a:r>
              <a:rPr lang="en-US" sz="900" b="1">
                <a:solidFill>
                  <a:srgbClr val="1E2B38"/>
                </a:solidFill>
                <a:latin typeface="Aptos Narrow"/>
                <a:ea typeface="Arial" pitchFamily="34" charset="-122"/>
                <a:cs typeface="Arial"/>
              </a:rPr>
              <a:t> GDCK Việt Nam </a:t>
            </a:r>
            <a:r>
              <a:rPr lang="en-US" sz="900" b="1" err="1">
                <a:solidFill>
                  <a:srgbClr val="1E2B38"/>
                </a:solidFill>
                <a:latin typeface="Aptos Narrow"/>
                <a:ea typeface="Arial" pitchFamily="34" charset="-122"/>
                <a:cs typeface="Arial"/>
              </a:rPr>
              <a:t>và</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công</a:t>
            </a:r>
            <a:r>
              <a:rPr lang="en-US" sz="900" b="1">
                <a:solidFill>
                  <a:srgbClr val="1E2B38"/>
                </a:solidFill>
                <a:latin typeface="Aptos Narrow"/>
                <a:ea typeface="Arial" pitchFamily="34" charset="-122"/>
                <a:cs typeface="Arial"/>
              </a:rPr>
              <a:t> ty con (</a:t>
            </a:r>
            <a:r>
              <a:rPr lang="en-US" sz="900" b="1" err="1">
                <a:solidFill>
                  <a:srgbClr val="1E2B38"/>
                </a:solidFill>
                <a:latin typeface="Aptos Narrow"/>
                <a:ea typeface="Arial" pitchFamily="34" charset="-122"/>
                <a:cs typeface="Arial"/>
              </a:rPr>
              <a:t>điểm</a:t>
            </a:r>
            <a:r>
              <a:rPr lang="en-US" sz="900" b="1">
                <a:solidFill>
                  <a:srgbClr val="1E2B38"/>
                </a:solidFill>
                <a:latin typeface="Aptos Narrow"/>
                <a:ea typeface="Arial" pitchFamily="34" charset="-122"/>
                <a:cs typeface="Arial"/>
              </a:rPr>
              <a:t> c </a:t>
            </a:r>
            <a:r>
              <a:rPr lang="en-US" sz="900" b="1" err="1">
                <a:solidFill>
                  <a:srgbClr val="1E2B38"/>
                </a:solidFill>
                <a:latin typeface="Aptos Narrow"/>
                <a:ea typeface="Arial" pitchFamily="34" charset="-122"/>
                <a:cs typeface="Arial"/>
              </a:rPr>
              <a:t>khoản</a:t>
            </a:r>
            <a:r>
              <a:rPr lang="en-US" sz="900" b="1">
                <a:solidFill>
                  <a:srgbClr val="1E2B38"/>
                </a:solidFill>
                <a:latin typeface="Aptos Narrow"/>
                <a:ea typeface="Arial" pitchFamily="34" charset="-122"/>
                <a:cs typeface="Arial"/>
              </a:rPr>
              <a:t> 8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5).</a:t>
            </a:r>
            <a:endParaRPr lang="en-US" sz="900">
              <a:latin typeface="Aptos Narrow"/>
              <a:cs typeface="Arial"/>
            </a:endParaRPr>
          </a:p>
          <a:p>
            <a:pPr marL="0" indent="0">
              <a:lnSpc>
                <a:spcPct val="98000"/>
              </a:lnSpc>
              <a:buNone/>
            </a:pPr>
            <a:r>
              <a:rPr lang="en-US" sz="850">
                <a:solidFill>
                  <a:srgbClr val="5B6B79"/>
                </a:solidFill>
                <a:latin typeface="Aptos Narrow"/>
                <a:ea typeface="NanumGothic"/>
                <a:cs typeface="NanumGothic" pitchFamily="34" charset="-120"/>
              </a:rPr>
              <a:t>c) </a:t>
            </a:r>
            <a:r>
              <a:rPr lang="en-US" sz="850" err="1">
                <a:solidFill>
                  <a:srgbClr val="5B6B79"/>
                </a:solidFill>
                <a:latin typeface="Aptos Narrow"/>
                <a:ea typeface="NanumGothic"/>
                <a:cs typeface="NanumGothic" pitchFamily="34" charset="-120"/>
              </a:rPr>
              <a:t>주문의</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유효성을</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통제하고</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베트남거래소</a:t>
            </a:r>
            <a:r>
              <a:rPr lang="en-US" sz="850">
                <a:solidFill>
                  <a:srgbClr val="5B6B79"/>
                </a:solidFill>
                <a:latin typeface="Aptos Narrow"/>
                <a:ea typeface="NanumGothic"/>
                <a:cs typeface="NanumGothic" pitchFamily="34" charset="-120"/>
              </a:rPr>
              <a:t>(VNX) 및 </a:t>
            </a:r>
            <a:r>
              <a:rPr lang="en-US" sz="850" err="1">
                <a:solidFill>
                  <a:srgbClr val="5B6B79"/>
                </a:solidFill>
                <a:latin typeface="Aptos Narrow"/>
                <a:ea typeface="NanumGothic"/>
                <a:cs typeface="NanumGothic" pitchFamily="34" charset="-120"/>
              </a:rPr>
              <a:t>자회사의</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증권거래</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시스템으로</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주문</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전송</a:t>
            </a:r>
            <a:r>
              <a:rPr lang="en-US" sz="850">
                <a:solidFill>
                  <a:srgbClr val="5B6B79"/>
                </a:solidFill>
                <a:latin typeface="Aptos Narrow"/>
                <a:ea typeface="NanumGothic"/>
                <a:cs typeface="NanumGothic" pitchFamily="34" charset="-120"/>
              </a:rPr>
              <a:t>(제5조 제8항 </a:t>
            </a:r>
            <a:r>
              <a:rPr lang="en-US" sz="850" err="1">
                <a:solidFill>
                  <a:srgbClr val="5B6B79"/>
                </a:solidFill>
                <a:latin typeface="Aptos Narrow"/>
                <a:ea typeface="NanumGothic"/>
                <a:cs typeface="NanumGothic" pitchFamily="34" charset="-120"/>
              </a:rPr>
              <a:t>c호</a:t>
            </a:r>
            <a:r>
              <a:rPr lang="en-US" sz="850">
                <a:solidFill>
                  <a:srgbClr val="5B6B79"/>
                </a:solidFill>
                <a:latin typeface="Aptos Narrow"/>
                <a:ea typeface="NanumGothic"/>
                <a:cs typeface="NanumGothic" pitchFamily="34" charset="-120"/>
              </a:rPr>
              <a:t>).</a:t>
            </a:r>
            <a:endParaRPr lang="en-US" sz="930">
              <a:latin typeface="Aptos Narrow"/>
              <a:ea typeface="NanumGothic"/>
            </a:endParaRPr>
          </a:p>
        </p:txBody>
      </p:sp>
      <p:sp>
        <p:nvSpPr>
          <p:cNvPr id="26" name="Shape 24"/>
          <p:cNvSpPr/>
          <p:nvPr/>
        </p:nvSpPr>
        <p:spPr>
          <a:xfrm>
            <a:off x="6446520" y="3236976"/>
            <a:ext cx="7315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7" name="Shape 25"/>
          <p:cNvSpPr/>
          <p:nvPr/>
        </p:nvSpPr>
        <p:spPr>
          <a:xfrm>
            <a:off x="6711696" y="3730752"/>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28" name="Shape 26"/>
          <p:cNvSpPr/>
          <p:nvPr/>
        </p:nvSpPr>
        <p:spPr>
          <a:xfrm>
            <a:off x="7178040" y="3236976"/>
            <a:ext cx="7315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73075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3236976"/>
            <a:ext cx="7315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73075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3236976"/>
            <a:ext cx="3090672" cy="1188720"/>
          </a:xfrm>
          <a:prstGeom prst="rect">
            <a:avLst/>
          </a:prstGeom>
          <a:solidFill>
            <a:srgbClr val="F4F7F9"/>
          </a:solidFill>
          <a:ln w="6350">
            <a:solidFill>
              <a:srgbClr val="E2E8ED"/>
            </a:solidFill>
            <a:prstDash val="solid"/>
          </a:ln>
        </p:spPr>
        <p:txBody>
          <a:bodyPr lIns="91440" tIns="45720" rIns="91440" bIns="45720" anchor="t"/>
          <a:lstStyle/>
          <a:p>
            <a:endParaRPr lang="en-US" sz="800" b="1">
              <a:solidFill>
                <a:srgbClr val="FF0000"/>
              </a:solidFill>
            </a:endParaRPr>
          </a:p>
        </p:txBody>
      </p:sp>
      <p:sp>
        <p:nvSpPr>
          <p:cNvPr id="33" name="Text 31"/>
          <p:cNvSpPr/>
          <p:nvPr/>
        </p:nvSpPr>
        <p:spPr>
          <a:xfrm>
            <a:off x="8714232" y="3236976"/>
            <a:ext cx="2944368" cy="1188720"/>
          </a:xfrm>
          <a:prstGeom prst="rect">
            <a:avLst/>
          </a:prstGeom>
          <a:noFill/>
          <a:ln/>
        </p:spPr>
        <p:txBody>
          <a:bodyPr wrap="square" lIns="0" tIns="0" rIns="0" bIns="0" rtlCol="0" anchor="ctr"/>
          <a:lstStyle/>
          <a:p>
            <a:pPr marL="0" indent="0">
              <a:lnSpc>
                <a:spcPct val="95000"/>
              </a:lnSpc>
              <a:buNone/>
            </a:pPr>
            <a:endParaRPr lang="en-US" sz="700" i="1">
              <a:solidFill>
                <a:srgbClr val="12436E"/>
              </a:solidFill>
              <a:latin typeface="Aptos Narrow" panose="020B0004020202020204" pitchFamily="34" charset="0"/>
              <a:cs typeface="Arial"/>
            </a:endParaRPr>
          </a:p>
        </p:txBody>
      </p:sp>
      <p:sp>
        <p:nvSpPr>
          <p:cNvPr id="43" name="Text 41"/>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44" name="Text 42"/>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3</a:t>
            </a:r>
            <a:endParaRPr lang="en-US" sz="900">
              <a:latin typeface="Aptos Narrow" panose="020B0004020202020204" pitchFamily="34" charset="0"/>
            </a:endParaRPr>
          </a:p>
        </p:txBody>
      </p:sp>
      <p:sp>
        <p:nvSpPr>
          <p:cNvPr id="54" name="Shape 13">
            <a:extLst>
              <a:ext uri="{FF2B5EF4-FFF2-40B4-BE49-F238E27FC236}">
                <a16:creationId xmlns:a16="http://schemas.microsoft.com/office/drawing/2014/main" id="{569D0C75-8140-35E0-C517-C14F760230D3}"/>
              </a:ext>
            </a:extLst>
          </p:cNvPr>
          <p:cNvSpPr/>
          <p:nvPr/>
        </p:nvSpPr>
        <p:spPr>
          <a:xfrm>
            <a:off x="457200" y="4422179"/>
            <a:ext cx="5989320" cy="1076706"/>
          </a:xfrm>
          <a:prstGeom prst="rect">
            <a:avLst/>
          </a:prstGeom>
          <a:solidFill>
            <a:srgbClr val="FFFFFF"/>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55" name="Text 14">
            <a:extLst>
              <a:ext uri="{FF2B5EF4-FFF2-40B4-BE49-F238E27FC236}">
                <a16:creationId xmlns:a16="http://schemas.microsoft.com/office/drawing/2014/main" id="{39EDF6AB-FD5A-43CF-9350-BA78941028A4}"/>
              </a:ext>
            </a:extLst>
          </p:cNvPr>
          <p:cNvSpPr/>
          <p:nvPr/>
        </p:nvSpPr>
        <p:spPr>
          <a:xfrm>
            <a:off x="603504" y="4422179"/>
            <a:ext cx="5733288" cy="107670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8000"/>
              </a:lnSpc>
            </a:pPr>
            <a:r>
              <a:rPr lang="en-US" sz="900" b="1" err="1">
                <a:solidFill>
                  <a:srgbClr val="1E2B38"/>
                </a:solidFill>
                <a:latin typeface="Aptos Narrow"/>
                <a:ea typeface="Arial" pitchFamily="34" charset="-122"/>
                <a:cs typeface="Arial"/>
              </a:rPr>
              <a:t>Áp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dụng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hình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thức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xác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thực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giao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dịch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điện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tử</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theo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một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trong</a:t>
            </a:r>
            <a:r>
              <a:rPr lang="en-US" sz="900" b="1">
                <a:solidFill>
                  <a:srgbClr val="1E2B38"/>
                </a:solidFill>
                <a:latin typeface="Aptos Narrow"/>
                <a:ea typeface="Arial" pitchFamily="34" charset="-122"/>
                <a:cs typeface="Arial"/>
              </a:rPr>
              <a:t> 6 </a:t>
            </a:r>
            <a:r>
              <a:rPr lang="en-US" sz="900" b="1" err="1">
                <a:solidFill>
                  <a:srgbClr val="1E2B38"/>
                </a:solidFill>
                <a:latin typeface="Aptos Narrow"/>
                <a:ea typeface="Arial" pitchFamily="34" charset="-122"/>
                <a:cs typeface="Arial"/>
              </a:rPr>
              <a:t>hình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thức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tại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7: OTP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8), </a:t>
            </a:r>
            <a:r>
              <a:rPr lang="en-US" sz="900" b="1" err="1">
                <a:solidFill>
                  <a:srgbClr val="1E2B38"/>
                </a:solidFill>
                <a:latin typeface="Aptos Narrow"/>
                <a:ea typeface="Arial" pitchFamily="34" charset="-122"/>
                <a:cs typeface="Arial"/>
              </a:rPr>
              <a:t>khớp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đúng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thông</a:t>
            </a:r>
            <a:r>
              <a:rPr lang="en-US" sz="900" b="1">
                <a:solidFill>
                  <a:srgbClr val="1E2B38"/>
                </a:solidFill>
                <a:latin typeface="Aptos Narrow"/>
                <a:ea typeface="Arial" pitchFamily="34" charset="-122"/>
                <a:cs typeface="Arial"/>
              </a:rPr>
              <a:t> tin </a:t>
            </a:r>
            <a:r>
              <a:rPr lang="en-US" sz="900" b="1" err="1">
                <a:solidFill>
                  <a:srgbClr val="1E2B38"/>
                </a:solidFill>
                <a:latin typeface="Aptos Narrow"/>
                <a:ea typeface="Arial" pitchFamily="34" charset="-122"/>
                <a:cs typeface="Arial"/>
              </a:rPr>
              <a:t>sinh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trắc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học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9), </a:t>
            </a:r>
            <a:r>
              <a:rPr lang="en-US" sz="900" b="1" err="1">
                <a:solidFill>
                  <a:srgbClr val="1E2B38"/>
                </a:solidFill>
                <a:latin typeface="Aptos Narrow"/>
                <a:ea typeface="Arial" pitchFamily="34" charset="-122"/>
                <a:cs typeface="Arial"/>
              </a:rPr>
              <a:t>khớp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đúng</a:t>
            </a:r>
            <a:r>
              <a:rPr lang="en-US" sz="900" b="1">
                <a:solidFill>
                  <a:srgbClr val="1E2B38"/>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thông</a:t>
            </a:r>
            <a:r>
              <a:rPr lang="en-US" sz="900" b="1">
                <a:solidFill>
                  <a:srgbClr val="7030A0"/>
                </a:solidFill>
                <a:latin typeface="Aptos Narrow"/>
                <a:ea typeface="Arial" pitchFamily="34" charset="-122"/>
                <a:cs typeface="Arial"/>
              </a:rPr>
              <a:t> tin </a:t>
            </a:r>
            <a:r>
              <a:rPr lang="en-US" sz="900" b="1" err="1">
                <a:solidFill>
                  <a:srgbClr val="7030A0"/>
                </a:solidFill>
                <a:latin typeface="Aptos Narrow"/>
                <a:ea typeface="Arial" pitchFamily="34" charset="-122"/>
                <a:cs typeface="Arial"/>
              </a:rPr>
              <a:t>sinh</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trắc</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học</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thiết</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bị</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10), FIDO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11), </a:t>
            </a:r>
            <a:r>
              <a:rPr lang="en-US" sz="900" b="1" err="1">
                <a:solidFill>
                  <a:srgbClr val="1E2B38"/>
                </a:solidFill>
                <a:latin typeface="Aptos Narrow"/>
                <a:ea typeface="Arial" pitchFamily="34" charset="-122"/>
                <a:cs typeface="Arial"/>
              </a:rPr>
              <a:t>xác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thực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hai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kênh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chữ</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ký</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số</a:t>
            </a:r>
            <a:r>
              <a:rPr lang="en-US" sz="900" b="1">
                <a:solidFill>
                  <a:srgbClr val="1E2B38"/>
                </a:solidFill>
                <a:latin typeface="Aptos Narrow"/>
                <a:ea typeface="Arial" pitchFamily="34" charset="-122"/>
                <a:cs typeface="Arial"/>
              </a:rPr>
              <a:t>.</a:t>
            </a:r>
            <a:endParaRPr lang="en-US" sz="900">
              <a:latin typeface="Aptos Narrow"/>
              <a:cs typeface="Arial"/>
            </a:endParaRPr>
          </a:p>
          <a:p>
            <a:pPr marL="0" indent="0">
              <a:lnSpc>
                <a:spcPct val="98000"/>
              </a:lnSpc>
              <a:buNone/>
            </a:pPr>
            <a:r>
              <a:rPr lang="en-US" sz="850">
                <a:solidFill>
                  <a:srgbClr val="5B6B79"/>
                </a:solidFill>
                <a:latin typeface="Aptos Narrow"/>
                <a:ea typeface="NanumGothic"/>
                <a:cs typeface="NanumGothic" pitchFamily="34" charset="-120"/>
              </a:rPr>
              <a:t>제7조의 6가지 </a:t>
            </a:r>
            <a:r>
              <a:rPr lang="en-US" sz="850" err="1">
                <a:solidFill>
                  <a:srgbClr val="5B6B79"/>
                </a:solidFill>
                <a:latin typeface="Aptos Narrow"/>
                <a:ea typeface="NanumGothic"/>
                <a:cs typeface="NanumGothic" pitchFamily="34" charset="-120"/>
              </a:rPr>
              <a:t>인증방식</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적용</a:t>
            </a:r>
            <a:r>
              <a:rPr lang="en-US" sz="850">
                <a:solidFill>
                  <a:srgbClr val="5B6B79"/>
                </a:solidFill>
                <a:latin typeface="Aptos Narrow"/>
                <a:ea typeface="NanumGothic"/>
                <a:cs typeface="NanumGothic" pitchFamily="34" charset="-120"/>
              </a:rPr>
              <a:t>: OTP(제8조), </a:t>
            </a:r>
            <a:r>
              <a:rPr lang="en-US" sz="850" err="1">
                <a:solidFill>
                  <a:srgbClr val="5B6B79"/>
                </a:solidFill>
                <a:latin typeface="Aptos Narrow"/>
                <a:ea typeface="NanumGothic"/>
                <a:cs typeface="NanumGothic" pitchFamily="34" charset="-120"/>
              </a:rPr>
              <a:t>생체정보</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일치</a:t>
            </a:r>
            <a:r>
              <a:rPr lang="en-US" sz="850">
                <a:solidFill>
                  <a:srgbClr val="5B6B79"/>
                </a:solidFill>
                <a:latin typeface="Aptos Narrow"/>
                <a:ea typeface="NanumGothic"/>
                <a:cs typeface="NanumGothic" pitchFamily="34" charset="-120"/>
              </a:rPr>
              <a:t>(제9조), </a:t>
            </a:r>
            <a:r>
              <a:rPr lang="en-US" sz="850" err="1">
                <a:solidFill>
                  <a:srgbClr val="5B6B79"/>
                </a:solidFill>
                <a:latin typeface="Aptos Narrow"/>
                <a:ea typeface="NanumGothic"/>
                <a:cs typeface="NanumGothic" pitchFamily="34" charset="-120"/>
              </a:rPr>
              <a:t>기기</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저장</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생체</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일치</a:t>
            </a:r>
            <a:r>
              <a:rPr lang="en-US" sz="850">
                <a:solidFill>
                  <a:srgbClr val="5B6B79"/>
                </a:solidFill>
                <a:latin typeface="Aptos Narrow"/>
                <a:ea typeface="NanumGothic"/>
                <a:cs typeface="NanumGothic" pitchFamily="34" charset="-120"/>
              </a:rPr>
              <a:t>(제10조), FIDO(제11조), </a:t>
            </a:r>
            <a:r>
              <a:rPr lang="en-US" sz="850" err="1">
                <a:solidFill>
                  <a:srgbClr val="5B6B79"/>
                </a:solidFill>
                <a:latin typeface="Aptos Narrow"/>
                <a:ea typeface="NanumGothic"/>
                <a:cs typeface="NanumGothic" pitchFamily="34" charset="-120"/>
              </a:rPr>
              <a:t>이중채널</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인증</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전자서명</a:t>
            </a:r>
            <a:r>
              <a:rPr lang="en-US" sz="850">
                <a:solidFill>
                  <a:srgbClr val="5B6B79"/>
                </a:solidFill>
                <a:latin typeface="Aptos Narrow"/>
                <a:ea typeface="NanumGothic"/>
                <a:cs typeface="NanumGothic" pitchFamily="34" charset="-120"/>
              </a:rPr>
              <a:t>.</a:t>
            </a:r>
            <a:endParaRPr lang="en-US" sz="930">
              <a:latin typeface="Aptos Narrow"/>
              <a:ea typeface="NanumGothic"/>
            </a:endParaRPr>
          </a:p>
        </p:txBody>
      </p:sp>
      <p:sp>
        <p:nvSpPr>
          <p:cNvPr id="56" name="Shape 15">
            <a:extLst>
              <a:ext uri="{FF2B5EF4-FFF2-40B4-BE49-F238E27FC236}">
                <a16:creationId xmlns:a16="http://schemas.microsoft.com/office/drawing/2014/main" id="{1FEC4517-F71D-307B-8738-6C969AC0B551}"/>
              </a:ext>
            </a:extLst>
          </p:cNvPr>
          <p:cNvSpPr/>
          <p:nvPr/>
        </p:nvSpPr>
        <p:spPr>
          <a:xfrm>
            <a:off x="6446520" y="4422179"/>
            <a:ext cx="731520" cy="1076706"/>
          </a:xfrm>
          <a:prstGeom prst="rect">
            <a:avLst/>
          </a:prstGeom>
          <a:solidFill>
            <a:srgbClr val="FFFFFF"/>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57" name="Shape 16">
            <a:extLst>
              <a:ext uri="{FF2B5EF4-FFF2-40B4-BE49-F238E27FC236}">
                <a16:creationId xmlns:a16="http://schemas.microsoft.com/office/drawing/2014/main" id="{865B7EB8-1DC1-1045-B68C-718A183EC146}"/>
              </a:ext>
            </a:extLst>
          </p:cNvPr>
          <p:cNvSpPr/>
          <p:nvPr/>
        </p:nvSpPr>
        <p:spPr>
          <a:xfrm>
            <a:off x="6711696" y="4859948"/>
            <a:ext cx="201168" cy="201168"/>
          </a:xfrm>
          <a:prstGeom prst="rect">
            <a:avLst/>
          </a:prstGeom>
          <a:solidFill>
            <a:srgbClr val="FFFFFF"/>
          </a:solidFill>
          <a:ln w="15240">
            <a:solidFill>
              <a:srgbClr val="0E8C8B"/>
            </a:solidFill>
            <a:prstDash val="solid"/>
          </a:ln>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Aptos Narrow"/>
              </a:rPr>
              <a:t>x</a:t>
            </a:r>
          </a:p>
        </p:txBody>
      </p:sp>
      <p:sp>
        <p:nvSpPr>
          <p:cNvPr id="58" name="Shape 17">
            <a:extLst>
              <a:ext uri="{FF2B5EF4-FFF2-40B4-BE49-F238E27FC236}">
                <a16:creationId xmlns:a16="http://schemas.microsoft.com/office/drawing/2014/main" id="{5486AFAB-FE7B-FEC7-C5F4-6010B77131E3}"/>
              </a:ext>
            </a:extLst>
          </p:cNvPr>
          <p:cNvSpPr/>
          <p:nvPr/>
        </p:nvSpPr>
        <p:spPr>
          <a:xfrm>
            <a:off x="7178040" y="4422179"/>
            <a:ext cx="731520" cy="1076706"/>
          </a:xfrm>
          <a:prstGeom prst="rect">
            <a:avLst/>
          </a:prstGeom>
          <a:solidFill>
            <a:srgbClr val="FFFFFF"/>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59" name="Shape 18">
            <a:extLst>
              <a:ext uri="{FF2B5EF4-FFF2-40B4-BE49-F238E27FC236}">
                <a16:creationId xmlns:a16="http://schemas.microsoft.com/office/drawing/2014/main" id="{84AD0694-ED1D-2146-6542-7933C2AFC0DB}"/>
              </a:ext>
            </a:extLst>
          </p:cNvPr>
          <p:cNvSpPr/>
          <p:nvPr/>
        </p:nvSpPr>
        <p:spPr>
          <a:xfrm>
            <a:off x="7443216" y="4859948"/>
            <a:ext cx="201168" cy="201168"/>
          </a:xfrm>
          <a:prstGeom prst="rect">
            <a:avLst/>
          </a:prstGeom>
          <a:solidFill>
            <a:srgbClr val="FFFFFF"/>
          </a:solidFill>
          <a:ln w="15240">
            <a:solidFill>
              <a:srgbClr val="0E8C8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60" name="Shape 19">
            <a:extLst>
              <a:ext uri="{FF2B5EF4-FFF2-40B4-BE49-F238E27FC236}">
                <a16:creationId xmlns:a16="http://schemas.microsoft.com/office/drawing/2014/main" id="{C66B53C1-FAE8-4EA4-38A6-23E3B3D3EB4E}"/>
              </a:ext>
            </a:extLst>
          </p:cNvPr>
          <p:cNvSpPr/>
          <p:nvPr/>
        </p:nvSpPr>
        <p:spPr>
          <a:xfrm>
            <a:off x="7909560" y="4422179"/>
            <a:ext cx="731520" cy="1076706"/>
          </a:xfrm>
          <a:prstGeom prst="rect">
            <a:avLst/>
          </a:prstGeom>
          <a:solidFill>
            <a:srgbClr val="FFFFFF"/>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61" name="Shape 20">
            <a:extLst>
              <a:ext uri="{FF2B5EF4-FFF2-40B4-BE49-F238E27FC236}">
                <a16:creationId xmlns:a16="http://schemas.microsoft.com/office/drawing/2014/main" id="{B42E2F4E-93DF-44F0-B81E-B85C7F13AC76}"/>
              </a:ext>
            </a:extLst>
          </p:cNvPr>
          <p:cNvSpPr/>
          <p:nvPr/>
        </p:nvSpPr>
        <p:spPr>
          <a:xfrm>
            <a:off x="8174736" y="4859948"/>
            <a:ext cx="201168" cy="201168"/>
          </a:xfrm>
          <a:prstGeom prst="rect">
            <a:avLst/>
          </a:prstGeom>
          <a:solidFill>
            <a:srgbClr val="FFFFFF"/>
          </a:solidFill>
          <a:ln w="15240">
            <a:solidFill>
              <a:srgbClr val="0E8C8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62" name="Shape 21">
            <a:extLst>
              <a:ext uri="{FF2B5EF4-FFF2-40B4-BE49-F238E27FC236}">
                <a16:creationId xmlns:a16="http://schemas.microsoft.com/office/drawing/2014/main" id="{92D743E0-C719-FEC4-369D-79F3BC138449}"/>
              </a:ext>
            </a:extLst>
          </p:cNvPr>
          <p:cNvSpPr/>
          <p:nvPr/>
        </p:nvSpPr>
        <p:spPr>
          <a:xfrm>
            <a:off x="8641080" y="4422179"/>
            <a:ext cx="3090672" cy="1076706"/>
          </a:xfrm>
          <a:prstGeom prst="rect">
            <a:avLst/>
          </a:prstGeom>
          <a:solidFill>
            <a:srgbClr val="FFFFFF"/>
          </a:solidFill>
          <a:ln w="6350">
            <a:solidFill>
              <a:srgbClr val="E2E8ED"/>
            </a:solidFill>
            <a:prstDash val="solid"/>
          </a:ln>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Calibri"/>
              <a:buChar char="-"/>
            </a:pPr>
            <a:r>
              <a:rPr lang="en-US" sz="900">
                <a:latin typeface="Aptos Narrow"/>
              </a:rPr>
              <a:t>Hiện tại các kênh giao dịch đều cần verify qua OTP/ Smart OTP để đăng nhập thành công rồi cho phép đặt lệnh</a:t>
            </a:r>
            <a:endParaRPr lang="en-US" sz="900">
              <a:latin typeface="Aptos Narrow" panose="020B0004020202020204" pitchFamily="34" charset="0"/>
            </a:endParaRPr>
          </a:p>
        </p:txBody>
      </p:sp>
      <p:sp>
        <p:nvSpPr>
          <p:cNvPr id="63" name="Shape 23">
            <a:extLst>
              <a:ext uri="{FF2B5EF4-FFF2-40B4-BE49-F238E27FC236}">
                <a16:creationId xmlns:a16="http://schemas.microsoft.com/office/drawing/2014/main" id="{9AA79B4D-2149-CE73-D3DA-3CA9150B9D3A}"/>
              </a:ext>
            </a:extLst>
          </p:cNvPr>
          <p:cNvSpPr/>
          <p:nvPr/>
        </p:nvSpPr>
        <p:spPr>
          <a:xfrm>
            <a:off x="457200" y="5483898"/>
            <a:ext cx="5989320" cy="690490"/>
          </a:xfrm>
          <a:prstGeom prst="rect">
            <a:avLst/>
          </a:prstGeom>
          <a:solidFill>
            <a:srgbClr val="F4F7F9"/>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64" name="Text 24">
            <a:extLst>
              <a:ext uri="{FF2B5EF4-FFF2-40B4-BE49-F238E27FC236}">
                <a16:creationId xmlns:a16="http://schemas.microsoft.com/office/drawing/2014/main" id="{E8A14BA3-4FC3-B3E6-43D0-DEEDCABEE0A9}"/>
              </a:ext>
            </a:extLst>
          </p:cNvPr>
          <p:cNvSpPr/>
          <p:nvPr/>
        </p:nvSpPr>
        <p:spPr>
          <a:xfrm>
            <a:off x="603504" y="5483898"/>
            <a:ext cx="5733288" cy="69049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900" b="1" err="1">
                <a:solidFill>
                  <a:srgbClr val="7030A0"/>
                </a:solidFill>
                <a:latin typeface="Aptos Narrow"/>
                <a:ea typeface="Arial" pitchFamily="34" charset="-122"/>
                <a:cs typeface="Arial"/>
              </a:rPr>
              <a:t>Rà</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soát</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lập</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kế</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hoạch</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hoàn</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thiện</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hệ</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thống</a:t>
            </a:r>
            <a:r>
              <a:rPr lang="en-US" sz="900" b="1">
                <a:solidFill>
                  <a:srgbClr val="7030A0"/>
                </a:solidFill>
                <a:latin typeface="Aptos Narrow"/>
                <a:ea typeface="Arial" pitchFamily="34" charset="-122"/>
                <a:cs typeface="Arial"/>
              </a:rPr>
              <a:t> &amp; </a:t>
            </a:r>
            <a:r>
              <a:rPr lang="en-US" sz="900" b="1" err="1">
                <a:solidFill>
                  <a:srgbClr val="7030A0"/>
                </a:solidFill>
                <a:latin typeface="Aptos Narrow"/>
                <a:ea typeface="Arial" pitchFamily="34" charset="-122"/>
                <a:cs typeface="Arial"/>
              </a:rPr>
              <a:t>dữ</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liệu</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của</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khách</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hàng</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bảo</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đảm</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tuân</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thủ</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quy</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định</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trong</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thời</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hạn</a:t>
            </a:r>
            <a:r>
              <a:rPr lang="en-US" sz="900" b="1">
                <a:solidFill>
                  <a:srgbClr val="7030A0"/>
                </a:solidFill>
                <a:latin typeface="Aptos Narrow"/>
                <a:ea typeface="Arial" pitchFamily="34" charset="-122"/>
                <a:cs typeface="Arial"/>
              </a:rPr>
              <a:t> 01 </a:t>
            </a:r>
            <a:r>
              <a:rPr lang="en-US" sz="900" b="1" err="1">
                <a:solidFill>
                  <a:srgbClr val="7030A0"/>
                </a:solidFill>
                <a:latin typeface="Aptos Narrow"/>
                <a:ea typeface="Arial" pitchFamily="34" charset="-122"/>
                <a:cs typeface="Arial"/>
              </a:rPr>
              <a:t>năm</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kể</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từ</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ngày</a:t>
            </a:r>
            <a:r>
              <a:rPr lang="en-US" sz="900" b="1">
                <a:solidFill>
                  <a:srgbClr val="7030A0"/>
                </a:solidFill>
                <a:latin typeface="Aptos Narrow"/>
                <a:ea typeface="Arial" pitchFamily="34" charset="-122"/>
                <a:cs typeface="Arial"/>
              </a:rPr>
              <a:t> Thông </a:t>
            </a:r>
            <a:r>
              <a:rPr lang="en-US" sz="900" b="1" err="1">
                <a:solidFill>
                  <a:srgbClr val="7030A0"/>
                </a:solidFill>
                <a:latin typeface="Aptos Narrow"/>
                <a:ea typeface="Arial" pitchFamily="34" charset="-122"/>
                <a:cs typeface="Arial"/>
              </a:rPr>
              <a:t>tư</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có</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hiệu</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lực</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thi</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hành</a:t>
            </a:r>
            <a:r>
              <a:rPr lang="en-US" sz="900" b="1">
                <a:solidFill>
                  <a:srgbClr val="7030A0"/>
                </a:solidFill>
                <a:latin typeface="Aptos Narrow"/>
                <a:ea typeface="Arial" pitchFamily="34" charset="-122"/>
                <a:cs typeface="Arial"/>
              </a:rPr>
              <a:t> (</a:t>
            </a:r>
            <a:r>
              <a:rPr lang="en-US" sz="900" b="1" err="1">
                <a:solidFill>
                  <a:srgbClr val="7030A0"/>
                </a:solidFill>
                <a:latin typeface="Aptos Narrow"/>
                <a:ea typeface="Arial" pitchFamily="34" charset="-122"/>
                <a:cs typeface="Arial"/>
              </a:rPr>
              <a:t>Điều</a:t>
            </a:r>
            <a:r>
              <a:rPr lang="en-US" sz="900" b="1">
                <a:solidFill>
                  <a:srgbClr val="7030A0"/>
                </a:solidFill>
                <a:latin typeface="Aptos Narrow"/>
                <a:ea typeface="Arial" pitchFamily="34" charset="-122"/>
                <a:cs typeface="Arial"/>
              </a:rPr>
              <a:t> 31).</a:t>
            </a:r>
            <a:endParaRPr lang="en-US" sz="900">
              <a:solidFill>
                <a:srgbClr val="7030A0"/>
              </a:solidFill>
              <a:latin typeface="Aptos Narrow"/>
              <a:cs typeface="Arial"/>
            </a:endParaRPr>
          </a:p>
          <a:p>
            <a:pPr marL="0" indent="0">
              <a:lnSpc>
                <a:spcPct val="98000"/>
              </a:lnSpc>
              <a:buNone/>
            </a:pPr>
            <a:r>
              <a:rPr lang="en-US" sz="850" err="1">
                <a:solidFill>
                  <a:srgbClr val="5B6B79"/>
                </a:solidFill>
                <a:latin typeface="Aptos Narrow"/>
                <a:ea typeface="NanumGothic"/>
                <a:cs typeface="NanumGothic" pitchFamily="34" charset="-120"/>
              </a:rPr>
              <a:t>규정</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준수를</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위해</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시스템</a:t>
            </a:r>
            <a:r>
              <a:rPr lang="en-US" sz="850">
                <a:solidFill>
                  <a:srgbClr val="5B6B79"/>
                </a:solidFill>
                <a:latin typeface="Aptos Narrow"/>
                <a:ea typeface="NanumGothic"/>
                <a:cs typeface="NanumGothic" pitchFamily="34" charset="-120"/>
              </a:rPr>
              <a:t> 및 </a:t>
            </a:r>
            <a:r>
              <a:rPr lang="en-US" sz="850" err="1">
                <a:solidFill>
                  <a:srgbClr val="5B6B79"/>
                </a:solidFill>
                <a:latin typeface="Aptos Narrow"/>
                <a:ea typeface="NanumGothic"/>
                <a:cs typeface="NanumGothic" pitchFamily="34" charset="-120"/>
              </a:rPr>
              <a:t>고객</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데이터를</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점검·계획·정비</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시행일로부터</a:t>
            </a:r>
            <a:r>
              <a:rPr lang="en-US" sz="850">
                <a:solidFill>
                  <a:srgbClr val="5B6B79"/>
                </a:solidFill>
                <a:latin typeface="Aptos Narrow"/>
                <a:ea typeface="NanumGothic"/>
                <a:cs typeface="NanumGothic" pitchFamily="34" charset="-120"/>
              </a:rPr>
              <a:t> 1년 </a:t>
            </a:r>
            <a:r>
              <a:rPr lang="en-US" sz="850" err="1">
                <a:solidFill>
                  <a:srgbClr val="5B6B79"/>
                </a:solidFill>
                <a:latin typeface="Aptos Narrow"/>
                <a:ea typeface="NanumGothic"/>
                <a:cs typeface="NanumGothic" pitchFamily="34" charset="-120"/>
              </a:rPr>
              <a:t>이내</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완료</a:t>
            </a:r>
            <a:r>
              <a:rPr lang="en-US" sz="850">
                <a:solidFill>
                  <a:srgbClr val="5B6B79"/>
                </a:solidFill>
                <a:latin typeface="Aptos Narrow"/>
                <a:ea typeface="NanumGothic"/>
                <a:cs typeface="NanumGothic" pitchFamily="34" charset="-120"/>
              </a:rPr>
              <a:t>(제31조).</a:t>
            </a:r>
            <a:endParaRPr lang="en-US" sz="930">
              <a:latin typeface="Aptos Narrow"/>
              <a:ea typeface="NanumGothic"/>
            </a:endParaRPr>
          </a:p>
        </p:txBody>
      </p:sp>
      <p:sp>
        <p:nvSpPr>
          <p:cNvPr id="65" name="Shape 25">
            <a:extLst>
              <a:ext uri="{FF2B5EF4-FFF2-40B4-BE49-F238E27FC236}">
                <a16:creationId xmlns:a16="http://schemas.microsoft.com/office/drawing/2014/main" id="{A3E8CAC6-41D5-B393-B0D3-5C26CD273B44}"/>
              </a:ext>
            </a:extLst>
          </p:cNvPr>
          <p:cNvSpPr/>
          <p:nvPr/>
        </p:nvSpPr>
        <p:spPr>
          <a:xfrm>
            <a:off x="6446520" y="5483898"/>
            <a:ext cx="731520" cy="690490"/>
          </a:xfrm>
          <a:prstGeom prst="rect">
            <a:avLst/>
          </a:prstGeom>
          <a:solidFill>
            <a:srgbClr val="F4F7F9"/>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66" name="Shape 26">
            <a:extLst>
              <a:ext uri="{FF2B5EF4-FFF2-40B4-BE49-F238E27FC236}">
                <a16:creationId xmlns:a16="http://schemas.microsoft.com/office/drawing/2014/main" id="{CDB6B5DA-6D3E-622F-B935-F8174B8A8C2B}"/>
              </a:ext>
            </a:extLst>
          </p:cNvPr>
          <p:cNvSpPr/>
          <p:nvPr/>
        </p:nvSpPr>
        <p:spPr>
          <a:xfrm>
            <a:off x="6711696" y="5557597"/>
            <a:ext cx="201168" cy="238033"/>
          </a:xfrm>
          <a:prstGeom prst="rect">
            <a:avLst/>
          </a:prstGeom>
          <a:solidFill>
            <a:srgbClr val="FFFFFF"/>
          </a:solidFill>
          <a:ln w="15240">
            <a:solidFill>
              <a:srgbClr val="0E8C8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67" name="Shape 27">
            <a:extLst>
              <a:ext uri="{FF2B5EF4-FFF2-40B4-BE49-F238E27FC236}">
                <a16:creationId xmlns:a16="http://schemas.microsoft.com/office/drawing/2014/main" id="{A9932317-7946-7B9B-BBB8-67E8C6C53DE2}"/>
              </a:ext>
            </a:extLst>
          </p:cNvPr>
          <p:cNvSpPr/>
          <p:nvPr/>
        </p:nvSpPr>
        <p:spPr>
          <a:xfrm>
            <a:off x="7178040" y="5483898"/>
            <a:ext cx="731520" cy="690490"/>
          </a:xfrm>
          <a:prstGeom prst="rect">
            <a:avLst/>
          </a:prstGeom>
          <a:solidFill>
            <a:srgbClr val="F4F7F9"/>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68" name="Shape 28">
            <a:extLst>
              <a:ext uri="{FF2B5EF4-FFF2-40B4-BE49-F238E27FC236}">
                <a16:creationId xmlns:a16="http://schemas.microsoft.com/office/drawing/2014/main" id="{F275EB42-8884-1869-16C1-52738EC67956}"/>
              </a:ext>
            </a:extLst>
          </p:cNvPr>
          <p:cNvSpPr/>
          <p:nvPr/>
        </p:nvSpPr>
        <p:spPr>
          <a:xfrm>
            <a:off x="7443216" y="5557597"/>
            <a:ext cx="201168" cy="238033"/>
          </a:xfrm>
          <a:prstGeom prst="rect">
            <a:avLst/>
          </a:prstGeom>
          <a:solidFill>
            <a:srgbClr val="FFFFFF"/>
          </a:solidFill>
          <a:ln w="15240">
            <a:solidFill>
              <a:srgbClr val="0E8C8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69" name="Shape 29">
            <a:extLst>
              <a:ext uri="{FF2B5EF4-FFF2-40B4-BE49-F238E27FC236}">
                <a16:creationId xmlns:a16="http://schemas.microsoft.com/office/drawing/2014/main" id="{E72A1D1D-4703-9D30-002D-01F26A99D83C}"/>
              </a:ext>
            </a:extLst>
          </p:cNvPr>
          <p:cNvSpPr/>
          <p:nvPr/>
        </p:nvSpPr>
        <p:spPr>
          <a:xfrm>
            <a:off x="7909560" y="5483898"/>
            <a:ext cx="731520" cy="690490"/>
          </a:xfrm>
          <a:prstGeom prst="rect">
            <a:avLst/>
          </a:prstGeom>
          <a:solidFill>
            <a:srgbClr val="F4F7F9"/>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70" name="Shape 30">
            <a:extLst>
              <a:ext uri="{FF2B5EF4-FFF2-40B4-BE49-F238E27FC236}">
                <a16:creationId xmlns:a16="http://schemas.microsoft.com/office/drawing/2014/main" id="{F93CBFB9-5FB0-525A-CCE3-84D68927B2C1}"/>
              </a:ext>
            </a:extLst>
          </p:cNvPr>
          <p:cNvSpPr/>
          <p:nvPr/>
        </p:nvSpPr>
        <p:spPr>
          <a:xfrm>
            <a:off x="8174736" y="5557597"/>
            <a:ext cx="201168" cy="245222"/>
          </a:xfrm>
          <a:prstGeom prst="rect">
            <a:avLst/>
          </a:prstGeom>
          <a:solidFill>
            <a:srgbClr val="FFFFFF"/>
          </a:solidFill>
          <a:ln w="15240">
            <a:solidFill>
              <a:srgbClr val="0E8C8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71" name="Shape 31">
            <a:extLst>
              <a:ext uri="{FF2B5EF4-FFF2-40B4-BE49-F238E27FC236}">
                <a16:creationId xmlns:a16="http://schemas.microsoft.com/office/drawing/2014/main" id="{3E3E9C4D-0D73-F837-17AA-31A589F5DA54}"/>
              </a:ext>
            </a:extLst>
          </p:cNvPr>
          <p:cNvSpPr/>
          <p:nvPr/>
        </p:nvSpPr>
        <p:spPr>
          <a:xfrm>
            <a:off x="8641080" y="5483898"/>
            <a:ext cx="3090672" cy="690490"/>
          </a:xfrm>
          <a:prstGeom prst="rect">
            <a:avLst/>
          </a:prstGeom>
          <a:solidFill>
            <a:srgbClr val="F4F7F9"/>
          </a:solidFill>
          <a:ln w="6350">
            <a:solidFill>
              <a:srgbClr val="E2E8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Aptos Narrow" panose="020B0004020202020204" pitchFamily="34" charset="0"/>
            </a:endParaRPr>
          </a:p>
        </p:txBody>
      </p:sp>
      <p:sp>
        <p:nvSpPr>
          <p:cNvPr id="72" name="Text 32">
            <a:extLst>
              <a:ext uri="{FF2B5EF4-FFF2-40B4-BE49-F238E27FC236}">
                <a16:creationId xmlns:a16="http://schemas.microsoft.com/office/drawing/2014/main" id="{914C9F98-CB5A-0AD2-03E8-20C16F04BFA8}"/>
              </a:ext>
            </a:extLst>
          </p:cNvPr>
          <p:cNvSpPr/>
          <p:nvPr/>
        </p:nvSpPr>
        <p:spPr>
          <a:xfrm>
            <a:off x="8714232" y="5483898"/>
            <a:ext cx="2944368" cy="69049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5000"/>
              </a:lnSpc>
              <a:buNone/>
            </a:pPr>
            <a:r>
              <a:rPr lang="en-US" sz="740" i="1">
                <a:solidFill>
                  <a:srgbClr val="12436E"/>
                </a:solidFill>
                <a:latin typeface="Aptos Narrow" panose="020B0004020202020204" pitchFamily="34" charset="0"/>
                <a:ea typeface="Arial" pitchFamily="34" charset="-122"/>
                <a:cs typeface="Arial" pitchFamily="34" charset="-120"/>
              </a:rPr>
              <a:t>Điều khoản chuyển tiếp — Điều 31.</a:t>
            </a:r>
            <a:endParaRPr lang="en-US" sz="740">
              <a:latin typeface="Aptos Narrow"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1 · 제1절 — ĐIỀU 7–9 — </a:t>
            </a:r>
            <a:r>
              <a:rPr lang="en-US" sz="1150" b="1" kern="0" spc="100">
                <a:solidFill>
                  <a:srgbClr val="0E8C8B"/>
                </a:solidFill>
                <a:latin typeface="Aptos Narrow" panose="020B0004020202020204" pitchFamily="34" charset="0"/>
                <a:ea typeface="NanumGothic" pitchFamily="34" charset="-122"/>
                <a:cs typeface="NanumGothic" pitchFamily="34" charset="-120"/>
              </a:rPr>
              <a:t>제7~9조</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Hình thức xác thực &amp; xác thực sinh trắc học</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인증방식 및 생체인증</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err="1">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24" name="Shape 22"/>
          <p:cNvSpPr/>
          <p:nvPr/>
        </p:nvSpPr>
        <p:spPr>
          <a:xfrm>
            <a:off x="457200" y="2040577"/>
            <a:ext cx="5989320"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040577"/>
            <a:ext cx="5733288" cy="1076706"/>
          </a:xfrm>
          <a:prstGeom prst="rect">
            <a:avLst/>
          </a:prstGeom>
          <a:noFill/>
          <a:ln/>
        </p:spPr>
        <p:txBody>
          <a:bodyPr wrap="square" lIns="0" tIns="0" rIns="0" bIns="0" rtlCol="0" anchor="ctr"/>
          <a:lstStyle/>
          <a:p>
            <a:pPr>
              <a:lnSpc>
                <a:spcPct val="98000"/>
              </a:lnSpc>
            </a:pPr>
            <a:r>
              <a:rPr lang="en-US" sz="900" b="1">
                <a:solidFill>
                  <a:srgbClr val="1E2B38"/>
                </a:solidFill>
                <a:latin typeface="Aptos Narrow"/>
                <a:ea typeface="Arial" pitchFamily="34" charset="-122"/>
                <a:cs typeface="Arial"/>
              </a:rPr>
              <a:t>OTP </a:t>
            </a:r>
            <a:r>
              <a:rPr lang="en-US" sz="900" b="1" err="1">
                <a:solidFill>
                  <a:srgbClr val="1E2B38"/>
                </a:solidFill>
                <a:latin typeface="Aptos Narrow"/>
                <a:ea typeface="Arial" pitchFamily="34" charset="-122"/>
                <a:cs typeface="Arial"/>
              </a:rPr>
              <a:t>đáp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ứng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thời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hạn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hiệu</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lực</a:t>
            </a:r>
            <a:r>
              <a:rPr lang="en-US" sz="900" b="1">
                <a:solidFill>
                  <a:srgbClr val="1E2B38"/>
                </a:solidFill>
                <a:latin typeface="Aptos Narrow"/>
                <a:ea typeface="Arial" pitchFamily="34" charset="-122"/>
                <a:cs typeface="Arial"/>
              </a:rPr>
              <a:t>: SMS 05 </a:t>
            </a:r>
            <a:r>
              <a:rPr lang="en-US" sz="900" b="1" err="1">
                <a:solidFill>
                  <a:srgbClr val="1E2B38"/>
                </a:solidFill>
                <a:latin typeface="Aptos Narrow"/>
                <a:ea typeface="Arial" pitchFamily="34" charset="-122"/>
                <a:cs typeface="Arial"/>
              </a:rPr>
              <a:t>phút</a:t>
            </a:r>
            <a:r>
              <a:rPr lang="en-US" sz="900" b="1">
                <a:solidFill>
                  <a:srgbClr val="1E2B38"/>
                </a:solidFill>
                <a:latin typeface="Aptos Narrow"/>
                <a:ea typeface="Arial" pitchFamily="34" charset="-122"/>
                <a:cs typeface="Arial"/>
              </a:rPr>
              <a:t>, Voice 03 </a:t>
            </a:r>
            <a:r>
              <a:rPr lang="en-US" sz="900" b="1" err="1">
                <a:solidFill>
                  <a:srgbClr val="1E2B38"/>
                </a:solidFill>
                <a:latin typeface="Aptos Narrow"/>
                <a:ea typeface="Arial" pitchFamily="34" charset="-122"/>
                <a:cs typeface="Arial"/>
              </a:rPr>
              <a:t>phút</a:t>
            </a:r>
            <a:r>
              <a:rPr lang="en-US" sz="900" b="1">
                <a:solidFill>
                  <a:srgbClr val="1E2B38"/>
                </a:solidFill>
                <a:latin typeface="Aptos Narrow"/>
                <a:ea typeface="Arial" pitchFamily="34" charset="-122"/>
                <a:cs typeface="Arial"/>
              </a:rPr>
              <a:t>, Email 05 </a:t>
            </a:r>
            <a:r>
              <a:rPr lang="en-US" sz="900" b="1" err="1">
                <a:solidFill>
                  <a:srgbClr val="1E2B38"/>
                </a:solidFill>
                <a:latin typeface="Aptos Narrow"/>
                <a:ea typeface="Arial" pitchFamily="34" charset="-122"/>
                <a:cs typeface="Arial"/>
              </a:rPr>
              <a:t>phút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Thẻ</a:t>
            </a:r>
            <a:r>
              <a:rPr lang="en-US" sz="900" b="1">
                <a:solidFill>
                  <a:srgbClr val="1E2B38"/>
                </a:solidFill>
                <a:latin typeface="Aptos Narrow"/>
                <a:ea typeface="Arial" pitchFamily="34" charset="-122"/>
                <a:cs typeface="Arial"/>
              </a:rPr>
              <a:t> ma </a:t>
            </a:r>
            <a:r>
              <a:rPr lang="en-US" sz="900" b="1" err="1">
                <a:solidFill>
                  <a:srgbClr val="1E2B38"/>
                </a:solidFill>
                <a:latin typeface="Aptos Narrow"/>
                <a:ea typeface="Arial" pitchFamily="34" charset="-122"/>
                <a:cs typeface="Arial"/>
              </a:rPr>
              <a:t>trận</a:t>
            </a:r>
            <a:r>
              <a:rPr lang="en-US" sz="900" b="1">
                <a:solidFill>
                  <a:srgbClr val="1E2B38"/>
                </a:solidFill>
                <a:latin typeface="Aptos Narrow"/>
                <a:ea typeface="Arial" pitchFamily="34" charset="-122"/>
                <a:cs typeface="Arial"/>
              </a:rPr>
              <a:t> 02 </a:t>
            </a:r>
            <a:r>
              <a:rPr lang="en-US" sz="900" b="1" err="1">
                <a:solidFill>
                  <a:srgbClr val="1E2B38"/>
                </a:solidFill>
                <a:latin typeface="Aptos Narrow"/>
                <a:ea typeface="Arial" pitchFamily="34" charset="-122"/>
                <a:cs typeface="Arial"/>
              </a:rPr>
              <a:t>phút</a:t>
            </a:r>
            <a:r>
              <a:rPr lang="en-US" sz="900" b="1">
                <a:solidFill>
                  <a:srgbClr val="1E2B38"/>
                </a:solidFill>
                <a:latin typeface="Aptos Narrow"/>
                <a:ea typeface="Arial" pitchFamily="34" charset="-122"/>
                <a:cs typeface="Arial"/>
              </a:rPr>
              <a:t>, Soft OTP 02 </a:t>
            </a:r>
            <a:r>
              <a:rPr lang="en-US" sz="900" b="1" err="1">
                <a:solidFill>
                  <a:srgbClr val="1E2B38"/>
                </a:solidFill>
                <a:latin typeface="Aptos Narrow"/>
                <a:ea typeface="Arial" pitchFamily="34" charset="-122"/>
                <a:cs typeface="Arial"/>
              </a:rPr>
              <a:t>phút</a:t>
            </a:r>
            <a:r>
              <a:rPr lang="en-US" sz="900" b="1">
                <a:solidFill>
                  <a:srgbClr val="1E2B38"/>
                </a:solidFill>
                <a:latin typeface="Aptos Narrow"/>
                <a:ea typeface="Arial" pitchFamily="34" charset="-122"/>
                <a:cs typeface="Arial"/>
              </a:rPr>
              <a:t>, Token OTP 02 </a:t>
            </a:r>
            <a:r>
              <a:rPr lang="en-US" sz="900" b="1" err="1">
                <a:solidFill>
                  <a:srgbClr val="1E2B38"/>
                </a:solidFill>
                <a:latin typeface="Aptos Narrow"/>
                <a:ea typeface="Arial" pitchFamily="34" charset="-122"/>
                <a:cs typeface="Arial"/>
              </a:rPr>
              <a:t>phút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8).</a:t>
            </a:r>
            <a:endParaRPr lang="en-US" sz="900">
              <a:latin typeface="Aptos Narrow"/>
              <a:cs typeface="Arial"/>
            </a:endParaRPr>
          </a:p>
          <a:p>
            <a:pPr marL="0" indent="0">
              <a:lnSpc>
                <a:spcPct val="98000"/>
              </a:lnSpc>
              <a:buNone/>
            </a:pPr>
            <a:r>
              <a:rPr lang="en-US" sz="850">
                <a:solidFill>
                  <a:srgbClr val="5B6B79"/>
                </a:solidFill>
                <a:latin typeface="Aptos Narrow"/>
                <a:ea typeface="NanumGothic"/>
                <a:cs typeface="NanumGothic" pitchFamily="34" charset="-120"/>
              </a:rPr>
              <a:t>OTP </a:t>
            </a:r>
            <a:r>
              <a:rPr lang="en-US" sz="850" err="1">
                <a:solidFill>
                  <a:srgbClr val="5B6B79"/>
                </a:solidFill>
                <a:latin typeface="Aptos Narrow"/>
                <a:ea typeface="NanumGothic"/>
                <a:cs typeface="NanumGothic" pitchFamily="34" charset="-120"/>
              </a:rPr>
              <a:t>유효시간</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준수</a:t>
            </a:r>
            <a:r>
              <a:rPr lang="en-US" sz="850">
                <a:solidFill>
                  <a:srgbClr val="5B6B79"/>
                </a:solidFill>
                <a:latin typeface="Aptos Narrow"/>
                <a:ea typeface="NanumGothic"/>
                <a:cs typeface="NanumGothic" pitchFamily="34" charset="-120"/>
              </a:rPr>
              <a:t>: SMS 5분, Voice 3분, Email 5분, </a:t>
            </a:r>
            <a:r>
              <a:rPr lang="en-US" sz="850" err="1">
                <a:solidFill>
                  <a:srgbClr val="5B6B79"/>
                </a:solidFill>
                <a:latin typeface="Aptos Narrow"/>
                <a:ea typeface="NanumGothic"/>
                <a:cs typeface="NanumGothic" pitchFamily="34" charset="-120"/>
              </a:rPr>
              <a:t>매트릭스</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카드</a:t>
            </a:r>
            <a:r>
              <a:rPr lang="en-US" sz="850">
                <a:solidFill>
                  <a:srgbClr val="5B6B79"/>
                </a:solidFill>
                <a:latin typeface="Aptos Narrow"/>
                <a:ea typeface="NanumGothic"/>
                <a:cs typeface="NanumGothic" pitchFamily="34" charset="-120"/>
              </a:rPr>
              <a:t> 2분, Soft OTP 2분, Token OTP 2분(제8조).</a:t>
            </a:r>
            <a:endParaRPr lang="en-US" sz="930">
              <a:latin typeface="Aptos Narrow"/>
              <a:ea typeface="NanumGothic"/>
            </a:endParaRPr>
          </a:p>
        </p:txBody>
      </p:sp>
      <p:sp>
        <p:nvSpPr>
          <p:cNvPr id="26" name="Shape 24"/>
          <p:cNvSpPr/>
          <p:nvPr/>
        </p:nvSpPr>
        <p:spPr>
          <a:xfrm>
            <a:off x="6446520" y="2040577"/>
            <a:ext cx="731520"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7" name="Shape 25"/>
          <p:cNvSpPr/>
          <p:nvPr/>
        </p:nvSpPr>
        <p:spPr>
          <a:xfrm>
            <a:off x="6711696" y="2478346"/>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28" name="Shape 26"/>
          <p:cNvSpPr/>
          <p:nvPr/>
        </p:nvSpPr>
        <p:spPr>
          <a:xfrm>
            <a:off x="7178040" y="2040577"/>
            <a:ext cx="731520"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247834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2040577"/>
            <a:ext cx="731520"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247834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040577"/>
            <a:ext cx="3090672"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Text 31"/>
          <p:cNvSpPr/>
          <p:nvPr/>
        </p:nvSpPr>
        <p:spPr>
          <a:xfrm>
            <a:off x="8714232" y="2040577"/>
            <a:ext cx="2944368" cy="1076706"/>
          </a:xfrm>
          <a:prstGeom prst="rect">
            <a:avLst/>
          </a:prstGeom>
          <a:noFill/>
          <a:ln/>
        </p:spPr>
        <p:txBody>
          <a:bodyPr wrap="square" lIns="0" tIns="0" rIns="0" bIns="0" rtlCol="0" anchor="ctr"/>
          <a:lstStyle/>
          <a:p>
            <a:pPr marL="0" indent="0">
              <a:lnSpc>
                <a:spcPct val="95000"/>
              </a:lnSpc>
              <a:buNone/>
            </a:pPr>
            <a:r>
              <a:rPr lang="en-US" sz="740" i="1">
                <a:solidFill>
                  <a:srgbClr val="12436E"/>
                </a:solidFill>
                <a:latin typeface="Aptos Narrow" panose="020B0004020202020204" pitchFamily="34" charset="0"/>
                <a:ea typeface="Arial" pitchFamily="34" charset="-122"/>
                <a:cs typeface="Arial" pitchFamily="34" charset="-120"/>
              </a:rPr>
              <a:t>Chi </a:t>
            </a:r>
            <a:r>
              <a:rPr lang="en-US" sz="740" i="1" err="1">
                <a:solidFill>
                  <a:srgbClr val="12436E"/>
                </a:solidFill>
                <a:latin typeface="Aptos Narrow" panose="020B0004020202020204" pitchFamily="34" charset="0"/>
                <a:ea typeface="Arial" pitchFamily="34" charset="-122"/>
                <a:cs typeface="Arial" pitchFamily="34" charset="-120"/>
              </a:rPr>
              <a:t>tiết</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Điều</a:t>
            </a:r>
            <a:r>
              <a:rPr lang="en-US" sz="740" i="1">
                <a:solidFill>
                  <a:srgbClr val="12436E"/>
                </a:solidFill>
                <a:latin typeface="Aptos Narrow" panose="020B0004020202020204" pitchFamily="34" charset="0"/>
                <a:ea typeface="Arial" pitchFamily="34" charset="-122"/>
                <a:cs typeface="Arial" pitchFamily="34" charset="-120"/>
              </a:rPr>
              <a:t> 8: OTP </a:t>
            </a:r>
            <a:r>
              <a:rPr lang="en-US" sz="740" i="1" err="1">
                <a:solidFill>
                  <a:srgbClr val="12436E"/>
                </a:solidFill>
                <a:latin typeface="Aptos Narrow" panose="020B0004020202020204" pitchFamily="34" charset="0"/>
                <a:ea typeface="Arial" pitchFamily="34" charset="-122"/>
                <a:cs typeface="Arial" pitchFamily="34" charset="-120"/>
              </a:rPr>
              <a:t>phải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kèm</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thông</a:t>
            </a:r>
            <a:r>
              <a:rPr lang="en-US" sz="740" i="1">
                <a:solidFill>
                  <a:srgbClr val="12436E"/>
                </a:solidFill>
                <a:latin typeface="Aptos Narrow" panose="020B0004020202020204" pitchFamily="34" charset="0"/>
                <a:ea typeface="Arial" pitchFamily="34" charset="-122"/>
                <a:cs typeface="Arial" pitchFamily="34" charset="-120"/>
              </a:rPr>
              <a:t> tin </a:t>
            </a:r>
            <a:r>
              <a:rPr lang="en-US" sz="740" i="1" err="1">
                <a:solidFill>
                  <a:srgbClr val="12436E"/>
                </a:solidFill>
                <a:latin typeface="Aptos Narrow" panose="020B0004020202020204" pitchFamily="34" charset="0"/>
                <a:ea typeface="Arial" pitchFamily="34" charset="-122"/>
                <a:cs typeface="Arial" pitchFamily="34" charset="-120"/>
              </a:rPr>
              <a:t>để</a:t>
            </a:r>
            <a:r>
              <a:rPr lang="en-US" sz="740" i="1">
                <a:solidFill>
                  <a:srgbClr val="12436E"/>
                </a:solidFill>
                <a:latin typeface="Aptos Narrow" panose="020B0004020202020204" pitchFamily="34" charset="0"/>
                <a:ea typeface="Arial" pitchFamily="34" charset="-122"/>
                <a:cs typeface="Arial" pitchFamily="34" charset="-120"/>
              </a:rPr>
              <a:t> KH </a:t>
            </a:r>
            <a:r>
              <a:rPr lang="en-US" sz="740" i="1" err="1">
                <a:solidFill>
                  <a:srgbClr val="12436E"/>
                </a:solidFill>
                <a:latin typeface="Aptos Narrow" panose="020B0004020202020204" pitchFamily="34" charset="0"/>
                <a:ea typeface="Arial" pitchFamily="34" charset="-122"/>
                <a:cs typeface="Arial" pitchFamily="34" charset="-120"/>
              </a:rPr>
              <a:t>nhận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biết</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mục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đích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Thẻ</a:t>
            </a:r>
            <a:r>
              <a:rPr lang="en-US" sz="740" i="1">
                <a:solidFill>
                  <a:srgbClr val="12436E"/>
                </a:solidFill>
                <a:latin typeface="Aptos Narrow" panose="020B0004020202020204" pitchFamily="34" charset="0"/>
                <a:ea typeface="Arial" pitchFamily="34" charset="-122"/>
                <a:cs typeface="Arial" pitchFamily="34" charset="-120"/>
              </a:rPr>
              <a:t> ma </a:t>
            </a:r>
            <a:r>
              <a:rPr lang="en-US" sz="740" i="1" err="1">
                <a:solidFill>
                  <a:srgbClr val="12436E"/>
                </a:solidFill>
                <a:latin typeface="Aptos Narrow" panose="020B0004020202020204" pitchFamily="34" charset="0"/>
                <a:ea typeface="Arial" pitchFamily="34" charset="-122"/>
                <a:cs typeface="Arial" pitchFamily="34" charset="-120"/>
              </a:rPr>
              <a:t>trận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có</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thời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hạn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dùng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tối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đa</a:t>
            </a:r>
            <a:r>
              <a:rPr lang="en-US" sz="740" i="1">
                <a:solidFill>
                  <a:srgbClr val="12436E"/>
                </a:solidFill>
                <a:latin typeface="Aptos Narrow" panose="020B0004020202020204" pitchFamily="34" charset="0"/>
                <a:ea typeface="Arial" pitchFamily="34" charset="-122"/>
                <a:cs typeface="Arial" pitchFamily="34" charset="-120"/>
              </a:rPr>
              <a:t> 01 </a:t>
            </a:r>
            <a:r>
              <a:rPr lang="en-US" sz="740" i="1" err="1">
                <a:solidFill>
                  <a:srgbClr val="12436E"/>
                </a:solidFill>
                <a:latin typeface="Aptos Narrow" panose="020B0004020202020204" pitchFamily="34" charset="0"/>
                <a:ea typeface="Arial" pitchFamily="34" charset="-122"/>
                <a:cs typeface="Arial" pitchFamily="34" charset="-120"/>
              </a:rPr>
              <a:t>năm</a:t>
            </a:r>
            <a:r>
              <a:rPr lang="en-US" sz="740" i="1">
                <a:solidFill>
                  <a:srgbClr val="12436E"/>
                </a:solidFill>
                <a:latin typeface="Aptos Narrow" panose="020B0004020202020204" pitchFamily="34" charset="0"/>
                <a:ea typeface="Arial" pitchFamily="34" charset="-122"/>
                <a:cs typeface="Arial" pitchFamily="34" charset="-120"/>
              </a:rPr>
              <a:t>. Soft OTP: </a:t>
            </a:r>
            <a:r>
              <a:rPr lang="en-US" sz="740" i="1" err="1">
                <a:solidFill>
                  <a:srgbClr val="12436E"/>
                </a:solidFill>
                <a:latin typeface="Aptos Narrow" panose="020B0004020202020204" pitchFamily="34" charset="0"/>
                <a:ea typeface="Arial" pitchFamily="34" charset="-122"/>
                <a:cs typeface="Arial" pitchFamily="34" charset="-120"/>
              </a:rPr>
              <a:t>đăng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ký</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tại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kho</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ứng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dụng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chính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thức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xác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thực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lần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đầu</a:t>
            </a:r>
            <a:r>
              <a:rPr lang="en-US" sz="740" i="1">
                <a:solidFill>
                  <a:srgbClr val="12436E"/>
                </a:solidFill>
                <a:latin typeface="Aptos Narrow" panose="020B0004020202020204" pitchFamily="34" charset="0"/>
                <a:ea typeface="Arial" pitchFamily="34" charset="-122"/>
                <a:cs typeface="Arial" pitchFamily="34" charset="-120"/>
              </a:rPr>
              <a:t>/</a:t>
            </a:r>
            <a:r>
              <a:rPr lang="en-US" sz="740" i="1" err="1">
                <a:solidFill>
                  <a:srgbClr val="12436E"/>
                </a:solidFill>
                <a:latin typeface="Aptos Narrow" panose="020B0004020202020204" pitchFamily="34" charset="0"/>
                <a:ea typeface="Arial" pitchFamily="34" charset="-122"/>
                <a:cs typeface="Arial" pitchFamily="34" charset="-120"/>
              </a:rPr>
              <a:t>thiết</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bị</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mới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bằng</a:t>
            </a:r>
            <a:r>
              <a:rPr lang="en-US" sz="740" i="1">
                <a:solidFill>
                  <a:srgbClr val="12436E"/>
                </a:solidFill>
                <a:latin typeface="Aptos Narrow" panose="020B0004020202020204" pitchFamily="34" charset="0"/>
                <a:ea typeface="Arial" pitchFamily="34" charset="-122"/>
                <a:cs typeface="Arial" pitchFamily="34" charset="-120"/>
              </a:rPr>
              <a:t> SMS/Voice OTP + </a:t>
            </a:r>
            <a:r>
              <a:rPr lang="en-US" sz="740" i="1" err="1">
                <a:solidFill>
                  <a:srgbClr val="12436E"/>
                </a:solidFill>
                <a:latin typeface="Aptos Narrow" panose="020B0004020202020204" pitchFamily="34" charset="0"/>
                <a:ea typeface="Arial" pitchFamily="34" charset="-122"/>
                <a:cs typeface="Arial" pitchFamily="34" charset="-120"/>
              </a:rPr>
              <a:t>sinh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trắc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học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có</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mã</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kích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hoạt</a:t>
            </a:r>
            <a:r>
              <a:rPr lang="en-US" sz="740" i="1">
                <a:solidFill>
                  <a:srgbClr val="12436E"/>
                </a:solidFill>
                <a:latin typeface="Aptos Narrow" panose="020B0004020202020204" pitchFamily="34" charset="0"/>
                <a:ea typeface="Arial" pitchFamily="34" charset="-122"/>
                <a:cs typeface="Arial" pitchFamily="34" charset="-120"/>
              </a:rPr>
              <a:t> &amp; </a:t>
            </a:r>
            <a:r>
              <a:rPr lang="en-US" sz="740" i="1" err="1">
                <a:solidFill>
                  <a:srgbClr val="12436E"/>
                </a:solidFill>
                <a:latin typeface="Aptos Narrow" panose="020B0004020202020204" pitchFamily="34" charset="0"/>
                <a:ea typeface="Arial" pitchFamily="34" charset="-122"/>
                <a:cs typeface="Arial" pitchFamily="34" charset="-120"/>
              </a:rPr>
              <a:t>kiểm</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soát</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truy</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cập</a:t>
            </a:r>
            <a:r>
              <a:rPr lang="en-US" sz="740" i="1">
                <a:solidFill>
                  <a:srgbClr val="12436E"/>
                </a:solidFill>
                <a:latin typeface="Aptos Narrow" panose="020B0004020202020204" pitchFamily="34" charset="0"/>
                <a:ea typeface="Arial" pitchFamily="34" charset="-122"/>
                <a:cs typeface="Arial" pitchFamily="34" charset="-120"/>
              </a:rPr>
              <a:t> </a:t>
            </a:r>
            <a:r>
              <a:rPr lang="en-US" sz="740" i="1">
                <a:solidFill>
                  <a:srgbClr val="FF0000"/>
                </a:solidFill>
                <a:latin typeface="Aptos Narrow" panose="020B0004020202020204" pitchFamily="34" charset="0"/>
                <a:ea typeface="Arial" pitchFamily="34" charset="-122"/>
                <a:cs typeface="Arial" pitchFamily="34" charset="-120"/>
              </a:rPr>
              <a:t>(</a:t>
            </a:r>
            <a:r>
              <a:rPr lang="en-US" sz="740" i="1" err="1">
                <a:solidFill>
                  <a:srgbClr val="FF0000"/>
                </a:solidFill>
                <a:latin typeface="Aptos Narrow" panose="020B0004020202020204" pitchFamily="34" charset="0"/>
                <a:ea typeface="Arial" pitchFamily="34" charset="-122"/>
                <a:cs typeface="Arial" pitchFamily="34" charset="-120"/>
              </a:rPr>
              <a:t>khóa</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khi</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sai</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quá</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số</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lần</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quy</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định</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không</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quá</a:t>
            </a:r>
            <a:r>
              <a:rPr lang="en-US" sz="740" i="1">
                <a:solidFill>
                  <a:srgbClr val="FF0000"/>
                </a:solidFill>
                <a:latin typeface="Aptos Narrow" panose="020B0004020202020204" pitchFamily="34" charset="0"/>
                <a:ea typeface="Arial" pitchFamily="34" charset="-122"/>
                <a:cs typeface="Arial" pitchFamily="34" charset="-120"/>
              </a:rPr>
              <a:t> 10 </a:t>
            </a:r>
            <a:r>
              <a:rPr lang="en-US" sz="740" i="1" err="1">
                <a:solidFill>
                  <a:srgbClr val="FF0000"/>
                </a:solidFill>
                <a:latin typeface="Aptos Narrow" panose="020B0004020202020204" pitchFamily="34" charset="0"/>
                <a:ea typeface="Arial" pitchFamily="34" charset="-122"/>
                <a:cs typeface="Arial" pitchFamily="34" charset="-120"/>
              </a:rPr>
              <a:t>lần</a:t>
            </a:r>
            <a:r>
              <a:rPr lang="en-US" sz="740" i="1">
                <a:solidFill>
                  <a:srgbClr val="FF0000"/>
                </a:solidFill>
                <a:latin typeface="Aptos Narrow" panose="020B0004020202020204" pitchFamily="34" charset="0"/>
                <a:ea typeface="Arial" pitchFamily="34" charset="-122"/>
                <a:cs typeface="Arial" pitchFamily="34" charset="-120"/>
              </a:rPr>
              <a:t>). -&gt; </a:t>
            </a:r>
            <a:r>
              <a:rPr lang="en-US" sz="740" i="1" err="1">
                <a:solidFill>
                  <a:srgbClr val="FF0000"/>
                </a:solidFill>
                <a:latin typeface="Aptos Narrow" panose="020B0004020202020204" pitchFamily="34" charset="0"/>
                <a:ea typeface="Arial" pitchFamily="34" charset="-122"/>
                <a:cs typeface="Arial" pitchFamily="34" charset="-120"/>
              </a:rPr>
              <a:t>Chỉ</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mở</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khóa</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khi</a:t>
            </a:r>
            <a:r>
              <a:rPr lang="en-US" sz="740" i="1">
                <a:solidFill>
                  <a:srgbClr val="FF0000"/>
                </a:solidFill>
                <a:latin typeface="Aptos Narrow" panose="020B0004020202020204" pitchFamily="34" charset="0"/>
                <a:ea typeface="Arial" pitchFamily="34" charset="-122"/>
                <a:cs typeface="Arial" pitchFamily="34" charset="-120"/>
              </a:rPr>
              <a:t> KH </a:t>
            </a:r>
            <a:r>
              <a:rPr lang="en-US" sz="740" i="1" err="1">
                <a:solidFill>
                  <a:srgbClr val="FF0000"/>
                </a:solidFill>
                <a:latin typeface="Aptos Narrow" panose="020B0004020202020204" pitchFamily="34" charset="0"/>
                <a:ea typeface="Arial" pitchFamily="34" charset="-122"/>
                <a:cs typeface="Arial" pitchFamily="34" charset="-120"/>
              </a:rPr>
              <a:t>yêu</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cầu</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và</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phải</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kiểm</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tra</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nhận</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biết</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khách</a:t>
            </a:r>
            <a:r>
              <a:rPr lang="en-US" sz="740" i="1">
                <a:solidFill>
                  <a:srgbClr val="FF0000"/>
                </a:solidFill>
                <a:latin typeface="Aptos Narrow" panose="020B0004020202020204" pitchFamily="34" charset="0"/>
                <a:ea typeface="Arial" pitchFamily="34" charset="-122"/>
                <a:cs typeface="Arial" pitchFamily="34" charset="-120"/>
              </a:rPr>
              <a:t> </a:t>
            </a:r>
            <a:r>
              <a:rPr lang="en-US" sz="740" i="1" err="1">
                <a:solidFill>
                  <a:srgbClr val="FF0000"/>
                </a:solidFill>
                <a:latin typeface="Aptos Narrow" panose="020B0004020202020204" pitchFamily="34" charset="0"/>
                <a:ea typeface="Arial" pitchFamily="34" charset="-122"/>
                <a:cs typeface="Arial" pitchFamily="34" charset="-120"/>
              </a:rPr>
              <a:t>hàng</a:t>
            </a:r>
            <a:endParaRPr lang="en-US" sz="740">
              <a:solidFill>
                <a:srgbClr val="FF0000"/>
              </a:solidFill>
              <a:latin typeface="Aptos Narrow" panose="020B0004020202020204" pitchFamily="34" charset="0"/>
            </a:endParaRPr>
          </a:p>
        </p:txBody>
      </p:sp>
      <p:sp>
        <p:nvSpPr>
          <p:cNvPr id="34" name="Shape 32"/>
          <p:cNvSpPr/>
          <p:nvPr/>
        </p:nvSpPr>
        <p:spPr>
          <a:xfrm>
            <a:off x="457200" y="3117283"/>
            <a:ext cx="5989320" cy="1076706"/>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5" name="Text 33"/>
          <p:cNvSpPr/>
          <p:nvPr/>
        </p:nvSpPr>
        <p:spPr>
          <a:xfrm>
            <a:off x="603504" y="3117283"/>
            <a:ext cx="5733288" cy="1076706"/>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Sinh trắc học khuôn mặt đạt chuẩn FIDO Biometric Requirement: FRR &lt; 5%, FAR &lt; 0,01% (tập mẫu ≥ 10.000); có phát hiện tấn công giả mạo vật thể sống (PAD) (khoản 1 Điều 9).</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얼굴 생체인증 FIDO Biometric Requirement 충족: FRR&lt;5%, FAR&lt;0.01%(표본 1만 이상); 생체 위조공격탐지(PAD) 보유(제9조 제1항).</a:t>
            </a:r>
            <a:endParaRPr lang="en-US" sz="930">
              <a:latin typeface="Aptos Narrow" panose="020B0004020202020204" pitchFamily="34" charset="0"/>
            </a:endParaRPr>
          </a:p>
        </p:txBody>
      </p:sp>
      <p:sp>
        <p:nvSpPr>
          <p:cNvPr id="36" name="Shape 34"/>
          <p:cNvSpPr/>
          <p:nvPr/>
        </p:nvSpPr>
        <p:spPr>
          <a:xfrm>
            <a:off x="6446520" y="3117283"/>
            <a:ext cx="731520" cy="1076706"/>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7" name="Shape 35"/>
          <p:cNvSpPr/>
          <p:nvPr/>
        </p:nvSpPr>
        <p:spPr>
          <a:xfrm>
            <a:off x="6711696" y="355505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8" name="Shape 36"/>
          <p:cNvSpPr/>
          <p:nvPr/>
        </p:nvSpPr>
        <p:spPr>
          <a:xfrm>
            <a:off x="7178040" y="3117283"/>
            <a:ext cx="731520" cy="1076706"/>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9" name="Shape 37"/>
          <p:cNvSpPr/>
          <p:nvPr/>
        </p:nvSpPr>
        <p:spPr>
          <a:xfrm>
            <a:off x="7443216" y="355505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0" name="Shape 38"/>
          <p:cNvSpPr/>
          <p:nvPr/>
        </p:nvSpPr>
        <p:spPr>
          <a:xfrm>
            <a:off x="7909560" y="3117283"/>
            <a:ext cx="731520" cy="1076706"/>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1" name="Shape 39"/>
          <p:cNvSpPr/>
          <p:nvPr/>
        </p:nvSpPr>
        <p:spPr>
          <a:xfrm>
            <a:off x="8174736" y="3555052"/>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42" name="Shape 40"/>
          <p:cNvSpPr/>
          <p:nvPr/>
        </p:nvSpPr>
        <p:spPr>
          <a:xfrm>
            <a:off x="8641080" y="3117283"/>
            <a:ext cx="3090672" cy="1076706"/>
          </a:xfrm>
          <a:prstGeom prst="rect">
            <a:avLst/>
          </a:prstGeom>
          <a:solidFill>
            <a:srgbClr val="FFFFFF"/>
          </a:solidFill>
          <a:ln w="6350">
            <a:solidFill>
              <a:srgbClr val="E2E8ED"/>
            </a:solidFill>
            <a:prstDash val="solid"/>
          </a:ln>
        </p:spPr>
        <p:txBody>
          <a:bodyPr lIns="91440" tIns="45720" rIns="91440" bIns="45720" anchor="t"/>
          <a:lstStyle/>
          <a:p>
            <a:r>
              <a:rPr lang="en-US" sz="700" i="1">
                <a:solidFill>
                  <a:srgbClr val="12436E"/>
                </a:solidFill>
                <a:latin typeface="Aptos Narrow"/>
                <a:cs typeface="Arial"/>
              </a:rPr>
              <a:t>Trường hợp sử dụng các hình thức khớp đúng thông tin sinh trắc học khác cần đảm bảo khả năng phát hiện, ngăn chặn hành vi gian lận, giả mạo tương đương</a:t>
            </a:r>
          </a:p>
        </p:txBody>
      </p:sp>
      <p:sp>
        <p:nvSpPr>
          <p:cNvPr id="43" name="Shape 41"/>
          <p:cNvSpPr/>
          <p:nvPr/>
        </p:nvSpPr>
        <p:spPr>
          <a:xfrm>
            <a:off x="457200" y="4193989"/>
            <a:ext cx="5989320" cy="228809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4" name="Text 42"/>
          <p:cNvSpPr/>
          <p:nvPr/>
        </p:nvSpPr>
        <p:spPr>
          <a:xfrm>
            <a:off x="603504" y="4193989"/>
            <a:ext cx="5733288" cy="1838706"/>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Giải pháp PAD do tổ chức tự triển khai hoặc dùng của bên thứ ba phải được chứng nhận bởi Liên minh FIDO hoặc tổ chức quốc tế có tiêu chuẩn tương đương/cao hơn (khoản 3 Điều 9).</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PAD 솔루션은 자체 구축 또는 제3자 사용 시 FIDO Alliance 또는 동등·상위 기준 국제기관의 인증 필요(제9조 제3항).</a:t>
            </a:r>
            <a:endParaRPr lang="en-US" sz="930">
              <a:latin typeface="Aptos Narrow" panose="020B0004020202020204" pitchFamily="34" charset="0"/>
            </a:endParaRPr>
          </a:p>
        </p:txBody>
      </p:sp>
      <p:sp>
        <p:nvSpPr>
          <p:cNvPr id="45" name="Shape 43"/>
          <p:cNvSpPr/>
          <p:nvPr/>
        </p:nvSpPr>
        <p:spPr>
          <a:xfrm>
            <a:off x="6446520" y="4193989"/>
            <a:ext cx="731520" cy="228809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6" name="Shape 44"/>
          <p:cNvSpPr/>
          <p:nvPr/>
        </p:nvSpPr>
        <p:spPr>
          <a:xfrm>
            <a:off x="6711696" y="4631758"/>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7" name="Shape 45"/>
          <p:cNvSpPr/>
          <p:nvPr/>
        </p:nvSpPr>
        <p:spPr>
          <a:xfrm>
            <a:off x="7178040" y="4193989"/>
            <a:ext cx="731520" cy="228809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8" name="Shape 46"/>
          <p:cNvSpPr/>
          <p:nvPr/>
        </p:nvSpPr>
        <p:spPr>
          <a:xfrm>
            <a:off x="7443216" y="4631758"/>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9" name="Shape 47"/>
          <p:cNvSpPr/>
          <p:nvPr/>
        </p:nvSpPr>
        <p:spPr>
          <a:xfrm>
            <a:off x="7909560" y="4193989"/>
            <a:ext cx="731520" cy="228809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0" name="Shape 48"/>
          <p:cNvSpPr/>
          <p:nvPr/>
        </p:nvSpPr>
        <p:spPr>
          <a:xfrm>
            <a:off x="8174736" y="4631758"/>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51" name="Shape 49"/>
          <p:cNvSpPr/>
          <p:nvPr/>
        </p:nvSpPr>
        <p:spPr>
          <a:xfrm>
            <a:off x="8641080" y="4193989"/>
            <a:ext cx="3071134" cy="228809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2" name="Text 50"/>
          <p:cNvSpPr/>
          <p:nvPr/>
        </p:nvSpPr>
        <p:spPr>
          <a:xfrm>
            <a:off x="8714232" y="4193989"/>
            <a:ext cx="2993213" cy="2297859"/>
          </a:xfrm>
          <a:prstGeom prst="rect">
            <a:avLst/>
          </a:prstGeom>
          <a:noFill/>
          <a:ln/>
        </p:spPr>
        <p:txBody>
          <a:bodyPr wrap="square" lIns="0" tIns="0" rIns="0" bIns="0" rtlCol="0" anchor="ctr"/>
          <a:lstStyle/>
          <a:p>
            <a:pPr>
              <a:lnSpc>
                <a:spcPct val="95000"/>
              </a:lnSpc>
            </a:pPr>
            <a:r>
              <a:rPr lang="en-US" sz="700" i="1" err="1">
                <a:solidFill>
                  <a:srgbClr val="FF0000"/>
                </a:solidFill>
                <a:latin typeface="Aptos Narrow"/>
                <a:ea typeface="Arial" pitchFamily="34" charset="-122"/>
                <a:cs typeface="Arial"/>
              </a:rPr>
              <a:t>Khoản</a:t>
            </a:r>
            <a:r>
              <a:rPr lang="en-US" sz="700" i="1">
                <a:solidFill>
                  <a:srgbClr val="FF0000"/>
                </a:solidFill>
                <a:latin typeface="Aptos Narrow"/>
                <a:ea typeface="Arial" pitchFamily="34" charset="-122"/>
                <a:cs typeface="Arial"/>
              </a:rPr>
              <a:t> 4-6 </a:t>
            </a:r>
            <a:r>
              <a:rPr lang="en-US" sz="700" i="1" err="1">
                <a:solidFill>
                  <a:srgbClr val="FF0000"/>
                </a:solidFill>
                <a:latin typeface="Aptos Narrow"/>
                <a:ea typeface="Arial" pitchFamily="34" charset="-122"/>
                <a:cs typeface="Arial"/>
              </a:rPr>
              <a:t>Điều</a:t>
            </a:r>
            <a:r>
              <a:rPr lang="en-US" sz="700" i="1">
                <a:solidFill>
                  <a:srgbClr val="FF0000"/>
                </a:solidFill>
                <a:latin typeface="Aptos Narrow"/>
                <a:ea typeface="Arial" pitchFamily="34" charset="-122"/>
                <a:cs typeface="Arial"/>
              </a:rPr>
              <a:t> 9: </a:t>
            </a:r>
            <a:endParaRPr lang="en-US" sz="700">
              <a:solidFill>
                <a:srgbClr val="FF0000"/>
              </a:solidFill>
              <a:latin typeface="Aptos Narrow"/>
              <a:ea typeface="Arial" pitchFamily="34" charset="-122"/>
              <a:cs typeface="Arial"/>
            </a:endParaRPr>
          </a:p>
          <a:p>
            <a:pPr marL="171450" indent="-171450">
              <a:lnSpc>
                <a:spcPct val="95000"/>
              </a:lnSpc>
              <a:buFont typeface="Calibri"/>
              <a:buChar char="-"/>
            </a:pPr>
            <a:r>
              <a:rPr lang="en-US" sz="700" i="1">
                <a:solidFill>
                  <a:srgbClr val="FF0000"/>
                </a:solidFill>
                <a:latin typeface="Aptos Narrow"/>
                <a:ea typeface="Arial" pitchFamily="34" charset="-122"/>
                <a:cs typeface="Arial"/>
              </a:rPr>
              <a:t>(K4) </a:t>
            </a:r>
            <a:r>
              <a:rPr lang="en-US" sz="700" i="1" err="1">
                <a:solidFill>
                  <a:srgbClr val="FF0000"/>
                </a:solidFill>
                <a:latin typeface="Aptos Narrow"/>
                <a:ea typeface="Arial" pitchFamily="34" charset="-122"/>
                <a:cs typeface="Arial"/>
              </a:rPr>
              <a:t>Khóa</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chức</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năng</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khi</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sai</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quá</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số</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lần</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quy</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định</a:t>
            </a:r>
            <a:r>
              <a:rPr lang="en-US" sz="700" i="1">
                <a:solidFill>
                  <a:srgbClr val="FF0000"/>
                </a:solidFill>
                <a:latin typeface="Aptos Narrow"/>
                <a:ea typeface="Arial" pitchFamily="34" charset="-122"/>
                <a:cs typeface="Arial"/>
              </a:rPr>
              <a:t> (≤10 </a:t>
            </a:r>
            <a:r>
              <a:rPr lang="en-US" sz="700" i="1" err="1">
                <a:solidFill>
                  <a:srgbClr val="FF0000"/>
                </a:solidFill>
                <a:latin typeface="Aptos Narrow"/>
                <a:ea typeface="Arial" pitchFamily="34" charset="-122"/>
                <a:cs typeface="Arial"/>
              </a:rPr>
              <a:t>lần</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chỉ</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mở</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khi</a:t>
            </a:r>
            <a:r>
              <a:rPr lang="en-US" sz="700" i="1">
                <a:solidFill>
                  <a:srgbClr val="FF0000"/>
                </a:solidFill>
                <a:latin typeface="Aptos Narrow"/>
                <a:ea typeface="Arial" pitchFamily="34" charset="-122"/>
                <a:cs typeface="Arial"/>
              </a:rPr>
              <a:t> KH </a:t>
            </a:r>
            <a:r>
              <a:rPr lang="en-US" sz="700" i="1" err="1">
                <a:solidFill>
                  <a:srgbClr val="FF0000"/>
                </a:solidFill>
                <a:latin typeface="Aptos Narrow"/>
                <a:ea typeface="Arial" pitchFamily="34" charset="-122"/>
                <a:cs typeface="Arial"/>
              </a:rPr>
              <a:t>yêu</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cầu</a:t>
            </a:r>
            <a:r>
              <a:rPr lang="en-US" sz="700" i="1">
                <a:solidFill>
                  <a:srgbClr val="FF0000"/>
                </a:solidFill>
                <a:latin typeface="Aptos Narrow"/>
                <a:ea typeface="Arial" pitchFamily="34" charset="-122"/>
                <a:cs typeface="Arial"/>
              </a:rPr>
              <a:t> &amp; </a:t>
            </a:r>
            <a:r>
              <a:rPr lang="en-US" sz="700" i="1" err="1">
                <a:solidFill>
                  <a:srgbClr val="FF0000"/>
                </a:solidFill>
                <a:latin typeface="Aptos Narrow"/>
                <a:ea typeface="Arial" pitchFamily="34" charset="-122"/>
                <a:cs typeface="Arial"/>
              </a:rPr>
              <a:t>nhận</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biết</a:t>
            </a:r>
            <a:r>
              <a:rPr lang="en-US" sz="700" i="1">
                <a:solidFill>
                  <a:srgbClr val="FF0000"/>
                </a:solidFill>
                <a:latin typeface="Aptos Narrow"/>
                <a:ea typeface="Arial" pitchFamily="34" charset="-122"/>
                <a:cs typeface="Arial"/>
              </a:rPr>
              <a:t> KH. </a:t>
            </a:r>
            <a:endParaRPr lang="en-US" sz="700">
              <a:solidFill>
                <a:srgbClr val="FF0000"/>
              </a:solidFill>
              <a:latin typeface="Aptos Narrow"/>
              <a:ea typeface="Arial" pitchFamily="34" charset="-122"/>
              <a:cs typeface="Arial"/>
            </a:endParaRPr>
          </a:p>
          <a:p>
            <a:pPr marL="171450" indent="-171450">
              <a:lnSpc>
                <a:spcPct val="95000"/>
              </a:lnSpc>
              <a:buFont typeface="Calibri"/>
              <a:buChar char="-"/>
            </a:pPr>
            <a:r>
              <a:rPr lang="en-US" sz="700" i="1">
                <a:solidFill>
                  <a:srgbClr val="FF0000"/>
                </a:solidFill>
                <a:latin typeface="Aptos Narrow"/>
                <a:ea typeface="Arial" pitchFamily="34" charset="-122"/>
                <a:cs typeface="Arial"/>
              </a:rPr>
              <a:t>(K5) </a:t>
            </a:r>
            <a:r>
              <a:rPr lang="en-US" sz="700" i="1" err="1">
                <a:solidFill>
                  <a:srgbClr val="FF0000"/>
                </a:solidFill>
                <a:latin typeface="Aptos Narrow"/>
                <a:ea typeface="Arial" pitchFamily="34" charset="-122"/>
                <a:cs typeface="Arial"/>
              </a:rPr>
              <a:t>Thời</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gian</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khớp</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đúng</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thông</a:t>
            </a:r>
            <a:r>
              <a:rPr lang="en-US" sz="700" i="1">
                <a:solidFill>
                  <a:srgbClr val="FF0000"/>
                </a:solidFill>
                <a:latin typeface="Aptos Narrow"/>
                <a:ea typeface="Arial" pitchFamily="34" charset="-122"/>
                <a:cs typeface="Arial"/>
              </a:rPr>
              <a:t> tin </a:t>
            </a:r>
            <a:r>
              <a:rPr lang="en-US" sz="700" i="1" err="1">
                <a:solidFill>
                  <a:srgbClr val="FF0000"/>
                </a:solidFill>
                <a:latin typeface="Aptos Narrow"/>
                <a:ea typeface="Arial" pitchFamily="34" charset="-122"/>
                <a:cs typeface="Arial"/>
              </a:rPr>
              <a:t>sinh</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trắc</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học</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kể</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từ</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thời</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điểm</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hệ</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thống</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ghi</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nhận</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yêu</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cầu</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xác</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thực</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của</a:t>
            </a:r>
            <a:r>
              <a:rPr lang="en-US" sz="700" i="1">
                <a:solidFill>
                  <a:srgbClr val="FF0000"/>
                </a:solidFill>
                <a:latin typeface="Aptos Narrow"/>
                <a:ea typeface="Arial" pitchFamily="34" charset="-122"/>
                <a:cs typeface="Arial"/>
              </a:rPr>
              <a:t> KH </a:t>
            </a:r>
            <a:r>
              <a:rPr lang="en-US" sz="700" i="1" err="1">
                <a:solidFill>
                  <a:srgbClr val="FF0000"/>
                </a:solidFill>
                <a:latin typeface="Aptos Narrow"/>
                <a:ea typeface="Arial" pitchFamily="34" charset="-122"/>
                <a:cs typeface="Arial"/>
              </a:rPr>
              <a:t>là</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tối</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đa</a:t>
            </a:r>
            <a:r>
              <a:rPr lang="en-US" sz="700" i="1">
                <a:solidFill>
                  <a:srgbClr val="FF0000"/>
                </a:solidFill>
                <a:latin typeface="Aptos Narrow"/>
                <a:ea typeface="Arial" pitchFamily="34" charset="-122"/>
                <a:cs typeface="Arial"/>
              </a:rPr>
              <a:t> 03 </a:t>
            </a:r>
            <a:r>
              <a:rPr lang="en-US" sz="700" i="1" err="1">
                <a:solidFill>
                  <a:srgbClr val="FF0000"/>
                </a:solidFill>
                <a:latin typeface="Aptos Narrow"/>
                <a:ea typeface="Arial" pitchFamily="34" charset="-122"/>
                <a:cs typeface="Arial"/>
              </a:rPr>
              <a:t>phút</a:t>
            </a:r>
            <a:r>
              <a:rPr lang="en-US" sz="700" i="1">
                <a:solidFill>
                  <a:srgbClr val="FF0000"/>
                </a:solidFill>
                <a:latin typeface="Aptos Narrow"/>
                <a:ea typeface="Arial" pitchFamily="34" charset="-122"/>
                <a:cs typeface="Arial"/>
              </a:rPr>
              <a:t>.</a:t>
            </a:r>
            <a:endParaRPr lang="en-US" sz="700">
              <a:solidFill>
                <a:srgbClr val="FF0000"/>
              </a:solidFill>
              <a:latin typeface="Aptos Narrow"/>
              <a:ea typeface="Arial" pitchFamily="34" charset="-122"/>
              <a:cs typeface="Arial"/>
            </a:endParaRPr>
          </a:p>
          <a:p>
            <a:pPr marL="171450" indent="-171450">
              <a:lnSpc>
                <a:spcPct val="95000"/>
              </a:lnSpc>
              <a:buFont typeface="Calibri"/>
              <a:buChar char="-"/>
            </a:pPr>
            <a:r>
              <a:rPr lang="en-US" sz="700" i="1">
                <a:solidFill>
                  <a:srgbClr val="FF0000"/>
                </a:solidFill>
                <a:latin typeface="Aptos Narrow"/>
                <a:ea typeface="Arial" pitchFamily="34" charset="-122"/>
                <a:cs typeface="Arial"/>
              </a:rPr>
              <a:t> (K6): Đối </a:t>
            </a:r>
            <a:r>
              <a:rPr lang="en-US" sz="700" i="1" err="1">
                <a:solidFill>
                  <a:srgbClr val="FF0000"/>
                </a:solidFill>
                <a:latin typeface="Aptos Narrow"/>
                <a:ea typeface="Arial" pitchFamily="34" charset="-122"/>
                <a:cs typeface="Arial"/>
              </a:rPr>
              <a:t>chiếu</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khớp</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đúng</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thông</a:t>
            </a:r>
            <a:r>
              <a:rPr lang="en-US" sz="700" i="1">
                <a:solidFill>
                  <a:srgbClr val="FF0000"/>
                </a:solidFill>
                <a:latin typeface="Aptos Narrow"/>
                <a:ea typeface="Arial" pitchFamily="34" charset="-122"/>
                <a:cs typeface="Arial"/>
              </a:rPr>
              <a:t> tin STH </a:t>
            </a:r>
            <a:r>
              <a:rPr lang="en-US" sz="700" i="1" err="1">
                <a:solidFill>
                  <a:srgbClr val="FF0000"/>
                </a:solidFill>
                <a:latin typeface="Aptos Narrow"/>
                <a:ea typeface="Arial" pitchFamily="34" charset="-122"/>
                <a:cs typeface="Arial"/>
              </a:rPr>
              <a:t>của</a:t>
            </a:r>
            <a:r>
              <a:rPr lang="en-US" sz="700" i="1">
                <a:solidFill>
                  <a:srgbClr val="FF0000"/>
                </a:solidFill>
                <a:latin typeface="Aptos Narrow"/>
                <a:ea typeface="Arial" pitchFamily="34" charset="-122"/>
                <a:cs typeface="Arial"/>
              </a:rPr>
              <a:t> KH </a:t>
            </a:r>
            <a:r>
              <a:rPr lang="en-US" sz="700" i="1" err="1">
                <a:solidFill>
                  <a:srgbClr val="FF0000"/>
                </a:solidFill>
                <a:latin typeface="Aptos Narrow"/>
                <a:ea typeface="Arial" pitchFamily="34" charset="-122"/>
                <a:cs typeface="Arial"/>
              </a:rPr>
              <a:t>với</a:t>
            </a:r>
            <a:r>
              <a:rPr lang="en-US" sz="700" i="1">
                <a:solidFill>
                  <a:srgbClr val="FF0000"/>
                </a:solidFill>
                <a:latin typeface="Aptos Narrow"/>
                <a:ea typeface="Arial" pitchFamily="34" charset="-122"/>
                <a:cs typeface="Arial"/>
              </a:rPr>
              <a:t> 1 </a:t>
            </a:r>
            <a:r>
              <a:rPr lang="en-US" sz="700" i="1" err="1">
                <a:solidFill>
                  <a:srgbClr val="FF0000"/>
                </a:solidFill>
                <a:latin typeface="Aptos Narrow"/>
                <a:ea typeface="Arial" pitchFamily="34" charset="-122"/>
                <a:cs typeface="Arial"/>
              </a:rPr>
              <a:t>trong</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các</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dữ</a:t>
            </a:r>
            <a:r>
              <a:rPr lang="en-US" sz="700" i="1">
                <a:solidFill>
                  <a:srgbClr val="FF0000"/>
                </a:solidFill>
                <a:latin typeface="Aptos Narrow"/>
                <a:ea typeface="Arial" pitchFamily="34" charset="-122"/>
                <a:cs typeface="Arial"/>
              </a:rPr>
              <a:t> </a:t>
            </a:r>
            <a:r>
              <a:rPr lang="en-US" sz="700" i="1" err="1">
                <a:solidFill>
                  <a:srgbClr val="FF0000"/>
                </a:solidFill>
                <a:latin typeface="Aptos Narrow"/>
                <a:ea typeface="Arial" pitchFamily="34" charset="-122"/>
                <a:cs typeface="Arial"/>
              </a:rPr>
              <a:t>liệu</a:t>
            </a:r>
            <a:r>
              <a:rPr lang="en-US" sz="700" i="1">
                <a:solidFill>
                  <a:srgbClr val="FF0000"/>
                </a:solidFill>
                <a:latin typeface="Aptos Narrow"/>
                <a:ea typeface="Arial" pitchFamily="34" charset="-122"/>
                <a:cs typeface="Arial"/>
              </a:rPr>
              <a:t>:</a:t>
            </a:r>
          </a:p>
          <a:p>
            <a:pPr marL="171450" indent="-171450">
              <a:lnSpc>
                <a:spcPct val="95000"/>
              </a:lnSpc>
              <a:buFont typeface="Calibri"/>
              <a:buChar char="-"/>
            </a:pPr>
            <a:r>
              <a:rPr lang="en-US" sz="700" i="1">
                <a:solidFill>
                  <a:srgbClr val="FF0000"/>
                </a:solidFill>
                <a:latin typeface="Aptos Narrow"/>
                <a:cs typeface="Arial"/>
              </a:rPr>
              <a:t>a) </a:t>
            </a:r>
            <a:r>
              <a:rPr lang="en-US" sz="700" i="1" err="1">
                <a:solidFill>
                  <a:srgbClr val="FF0000"/>
                </a:solidFill>
                <a:latin typeface="Aptos Narrow"/>
                <a:cs typeface="Arial"/>
              </a:rPr>
              <a:t>Dữ</a:t>
            </a:r>
            <a:r>
              <a:rPr lang="en-US" sz="700" i="1">
                <a:solidFill>
                  <a:srgbClr val="FF0000"/>
                </a:solidFill>
                <a:latin typeface="Aptos Narrow"/>
                <a:cs typeface="Arial"/>
              </a:rPr>
              <a:t> </a:t>
            </a:r>
            <a:r>
              <a:rPr lang="en-US" sz="700" i="1" err="1">
                <a:solidFill>
                  <a:srgbClr val="FF0000"/>
                </a:solidFill>
                <a:latin typeface="Aptos Narrow"/>
                <a:cs typeface="Arial"/>
              </a:rPr>
              <a:t>liệu</a:t>
            </a:r>
            <a:r>
              <a:rPr lang="en-US" sz="700" i="1">
                <a:solidFill>
                  <a:srgbClr val="FF0000"/>
                </a:solidFill>
                <a:latin typeface="Aptos Narrow"/>
                <a:cs typeface="Arial"/>
              </a:rPr>
              <a:t> </a:t>
            </a:r>
            <a:r>
              <a:rPr lang="en-US" sz="700" i="1" err="1">
                <a:solidFill>
                  <a:srgbClr val="FF0000"/>
                </a:solidFill>
                <a:latin typeface="Aptos Narrow"/>
                <a:cs typeface="Arial"/>
              </a:rPr>
              <a:t>sinh</a:t>
            </a:r>
            <a:r>
              <a:rPr lang="en-US" sz="700" i="1">
                <a:solidFill>
                  <a:srgbClr val="FF0000"/>
                </a:solidFill>
                <a:latin typeface="Aptos Narrow"/>
                <a:cs typeface="Arial"/>
              </a:rPr>
              <a:t> </a:t>
            </a:r>
            <a:r>
              <a:rPr lang="en-US" sz="700" i="1" err="1">
                <a:solidFill>
                  <a:srgbClr val="FF0000"/>
                </a:solidFill>
                <a:latin typeface="Aptos Narrow"/>
                <a:cs typeface="Arial"/>
              </a:rPr>
              <a:t>trắc</a:t>
            </a:r>
            <a:r>
              <a:rPr lang="en-US" sz="700" i="1">
                <a:solidFill>
                  <a:srgbClr val="FF0000"/>
                </a:solidFill>
                <a:latin typeface="Aptos Narrow"/>
                <a:cs typeface="Arial"/>
              </a:rPr>
              <a:t> </a:t>
            </a:r>
            <a:r>
              <a:rPr lang="en-US" sz="700" i="1" err="1">
                <a:solidFill>
                  <a:srgbClr val="FF0000"/>
                </a:solidFill>
                <a:latin typeface="Aptos Narrow"/>
                <a:cs typeface="Arial"/>
              </a:rPr>
              <a:t>học</a:t>
            </a:r>
            <a:r>
              <a:rPr lang="en-US" sz="700" i="1">
                <a:solidFill>
                  <a:srgbClr val="FF0000"/>
                </a:solidFill>
                <a:latin typeface="Aptos Narrow"/>
                <a:cs typeface="Arial"/>
              </a:rPr>
              <a:t> </a:t>
            </a:r>
            <a:r>
              <a:rPr lang="en-US" sz="700" i="1" err="1">
                <a:solidFill>
                  <a:srgbClr val="FF0000"/>
                </a:solidFill>
                <a:latin typeface="Aptos Narrow"/>
                <a:cs typeface="Arial"/>
              </a:rPr>
              <a:t>được</a:t>
            </a:r>
            <a:r>
              <a:rPr lang="en-US" sz="700" i="1">
                <a:solidFill>
                  <a:srgbClr val="FF0000"/>
                </a:solidFill>
                <a:latin typeface="Aptos Narrow"/>
                <a:cs typeface="Arial"/>
              </a:rPr>
              <a:t> </a:t>
            </a:r>
            <a:r>
              <a:rPr lang="en-US" sz="700" i="1" err="1">
                <a:solidFill>
                  <a:srgbClr val="FF0000"/>
                </a:solidFill>
                <a:latin typeface="Aptos Narrow"/>
                <a:cs typeface="Arial"/>
              </a:rPr>
              <a:t>lưu</a:t>
            </a:r>
            <a:r>
              <a:rPr lang="en-US" sz="700" i="1">
                <a:solidFill>
                  <a:srgbClr val="FF0000"/>
                </a:solidFill>
                <a:latin typeface="Aptos Narrow"/>
                <a:cs typeface="Arial"/>
              </a:rPr>
              <a:t> </a:t>
            </a:r>
            <a:r>
              <a:rPr lang="en-US" sz="700" i="1" err="1">
                <a:solidFill>
                  <a:srgbClr val="FF0000"/>
                </a:solidFill>
                <a:latin typeface="Aptos Narrow"/>
                <a:cs typeface="Arial"/>
              </a:rPr>
              <a:t>trong</a:t>
            </a:r>
            <a:r>
              <a:rPr lang="en-US" sz="700" i="1">
                <a:solidFill>
                  <a:srgbClr val="FF0000"/>
                </a:solidFill>
                <a:latin typeface="Aptos Narrow"/>
                <a:cs typeface="Arial"/>
              </a:rPr>
              <a:t> </a:t>
            </a:r>
            <a:r>
              <a:rPr lang="en-US" sz="700" i="1" err="1">
                <a:solidFill>
                  <a:srgbClr val="FF0000"/>
                </a:solidFill>
                <a:latin typeface="Aptos Narrow"/>
                <a:cs typeface="Arial"/>
              </a:rPr>
              <a:t>bộ</a:t>
            </a:r>
            <a:r>
              <a:rPr lang="en-US" sz="700" i="1">
                <a:solidFill>
                  <a:srgbClr val="FF0000"/>
                </a:solidFill>
                <a:latin typeface="Aptos Narrow"/>
                <a:cs typeface="Arial"/>
              </a:rPr>
              <a:t> </a:t>
            </a:r>
            <a:r>
              <a:rPr lang="en-US" sz="700" i="1" err="1">
                <a:solidFill>
                  <a:srgbClr val="FF0000"/>
                </a:solidFill>
                <a:latin typeface="Aptos Narrow"/>
                <a:cs typeface="Arial"/>
              </a:rPr>
              <a:t>phận</a:t>
            </a:r>
            <a:r>
              <a:rPr lang="en-US" sz="700" i="1">
                <a:solidFill>
                  <a:srgbClr val="FF0000"/>
                </a:solidFill>
                <a:latin typeface="Aptos Narrow"/>
                <a:cs typeface="Arial"/>
              </a:rPr>
              <a:t> </a:t>
            </a:r>
            <a:r>
              <a:rPr lang="en-US" sz="700" i="1" err="1">
                <a:solidFill>
                  <a:srgbClr val="FF0000"/>
                </a:solidFill>
                <a:latin typeface="Aptos Narrow"/>
                <a:cs typeface="Arial"/>
              </a:rPr>
              <a:t>lưu</a:t>
            </a:r>
            <a:r>
              <a:rPr lang="en-US" sz="700" i="1">
                <a:solidFill>
                  <a:srgbClr val="FF0000"/>
                </a:solidFill>
                <a:latin typeface="Aptos Narrow"/>
                <a:cs typeface="Arial"/>
              </a:rPr>
              <a:t> </a:t>
            </a:r>
            <a:r>
              <a:rPr lang="en-US" sz="700" i="1" err="1">
                <a:solidFill>
                  <a:srgbClr val="FF0000"/>
                </a:solidFill>
                <a:latin typeface="Aptos Narrow"/>
                <a:cs typeface="Arial"/>
              </a:rPr>
              <a:t>trữ</a:t>
            </a:r>
            <a:r>
              <a:rPr lang="en-US" sz="700" i="1">
                <a:solidFill>
                  <a:srgbClr val="FF0000"/>
                </a:solidFill>
                <a:latin typeface="Aptos Narrow"/>
                <a:cs typeface="Arial"/>
              </a:rPr>
              <a:t> </a:t>
            </a:r>
            <a:r>
              <a:rPr lang="en-US" sz="700" i="1" err="1">
                <a:solidFill>
                  <a:srgbClr val="FF0000"/>
                </a:solidFill>
                <a:latin typeface="Aptos Narrow"/>
                <a:cs typeface="Arial"/>
              </a:rPr>
              <a:t>thông</a:t>
            </a:r>
            <a:r>
              <a:rPr lang="en-US" sz="700" i="1">
                <a:solidFill>
                  <a:srgbClr val="FF0000"/>
                </a:solidFill>
                <a:latin typeface="Aptos Narrow"/>
                <a:cs typeface="Arial"/>
              </a:rPr>
              <a:t> tin </a:t>
            </a:r>
            <a:r>
              <a:rPr lang="en-US" sz="700" i="1" err="1">
                <a:solidFill>
                  <a:srgbClr val="FF0000"/>
                </a:solidFill>
                <a:latin typeface="Aptos Narrow"/>
                <a:cs typeface="Arial"/>
              </a:rPr>
              <a:t>được</a:t>
            </a:r>
            <a:r>
              <a:rPr lang="en-US" sz="700" i="1">
                <a:solidFill>
                  <a:srgbClr val="FF0000"/>
                </a:solidFill>
                <a:latin typeface="Aptos Narrow"/>
                <a:cs typeface="Arial"/>
              </a:rPr>
              <a:t> </a:t>
            </a:r>
            <a:r>
              <a:rPr lang="en-US" sz="700" i="1" err="1">
                <a:solidFill>
                  <a:srgbClr val="FF0000"/>
                </a:solidFill>
                <a:latin typeface="Aptos Narrow"/>
                <a:cs typeface="Arial"/>
              </a:rPr>
              <a:t>mã</a:t>
            </a:r>
            <a:r>
              <a:rPr lang="en-US" sz="700" i="1">
                <a:solidFill>
                  <a:srgbClr val="FF0000"/>
                </a:solidFill>
                <a:latin typeface="Aptos Narrow"/>
                <a:cs typeface="Arial"/>
              </a:rPr>
              <a:t> </a:t>
            </a:r>
            <a:r>
              <a:rPr lang="en-US" sz="700" i="1" err="1">
                <a:solidFill>
                  <a:srgbClr val="FF0000"/>
                </a:solidFill>
                <a:latin typeface="Aptos Narrow"/>
                <a:cs typeface="Arial"/>
              </a:rPr>
              <a:t>hóa</a:t>
            </a:r>
            <a:r>
              <a:rPr lang="en-US" sz="700" i="1">
                <a:solidFill>
                  <a:srgbClr val="FF0000"/>
                </a:solidFill>
                <a:latin typeface="Aptos Narrow"/>
                <a:cs typeface="Arial"/>
              </a:rPr>
              <a:t> </a:t>
            </a:r>
            <a:r>
              <a:rPr lang="en-US" sz="700" i="1" err="1">
                <a:solidFill>
                  <a:srgbClr val="FF0000"/>
                </a:solidFill>
                <a:latin typeface="Aptos Narrow"/>
                <a:cs typeface="Arial"/>
              </a:rPr>
              <a:t>của</a:t>
            </a:r>
            <a:r>
              <a:rPr lang="en-US" sz="700" i="1">
                <a:solidFill>
                  <a:srgbClr val="FF0000"/>
                </a:solidFill>
                <a:latin typeface="Aptos Narrow"/>
                <a:cs typeface="Arial"/>
              </a:rPr>
              <a:t> </a:t>
            </a:r>
            <a:r>
              <a:rPr lang="en-US" sz="700" i="1" err="1">
                <a:solidFill>
                  <a:srgbClr val="FF0000"/>
                </a:solidFill>
                <a:latin typeface="Aptos Narrow"/>
                <a:cs typeface="Arial"/>
              </a:rPr>
              <a:t>thẻ</a:t>
            </a:r>
            <a:r>
              <a:rPr lang="en-US" sz="700" i="1">
                <a:solidFill>
                  <a:srgbClr val="FF0000"/>
                </a:solidFill>
                <a:latin typeface="Aptos Narrow"/>
                <a:cs typeface="Arial"/>
              </a:rPr>
              <a:t> CCCD </a:t>
            </a:r>
            <a:r>
              <a:rPr lang="en-US" sz="700" i="1" err="1">
                <a:solidFill>
                  <a:srgbClr val="FF0000"/>
                </a:solidFill>
                <a:latin typeface="Aptos Narrow"/>
                <a:cs typeface="Arial"/>
              </a:rPr>
              <a:t>hoặc</a:t>
            </a:r>
            <a:r>
              <a:rPr lang="en-US" sz="700" i="1">
                <a:solidFill>
                  <a:srgbClr val="FF0000"/>
                </a:solidFill>
                <a:latin typeface="Aptos Narrow"/>
                <a:cs typeface="Arial"/>
              </a:rPr>
              <a:t> </a:t>
            </a:r>
            <a:r>
              <a:rPr lang="en-US" sz="700" i="1" err="1">
                <a:solidFill>
                  <a:srgbClr val="FF0000"/>
                </a:solidFill>
                <a:latin typeface="Aptos Narrow"/>
                <a:cs typeface="Arial"/>
              </a:rPr>
              <a:t>thẻ</a:t>
            </a:r>
            <a:r>
              <a:rPr lang="en-US" sz="700" i="1">
                <a:solidFill>
                  <a:srgbClr val="FF0000"/>
                </a:solidFill>
                <a:latin typeface="Aptos Narrow"/>
                <a:cs typeface="Arial"/>
              </a:rPr>
              <a:t> CC   </a:t>
            </a:r>
            <a:r>
              <a:rPr lang="en-US" sz="700" i="1" err="1">
                <a:solidFill>
                  <a:srgbClr val="FF0000"/>
                </a:solidFill>
                <a:latin typeface="Aptos Narrow"/>
                <a:cs typeface="Arial"/>
              </a:rPr>
              <a:t>đã</a:t>
            </a:r>
            <a:r>
              <a:rPr lang="en-US" sz="700" i="1">
                <a:solidFill>
                  <a:srgbClr val="FF0000"/>
                </a:solidFill>
                <a:latin typeface="Aptos Narrow"/>
                <a:cs typeface="Arial"/>
              </a:rPr>
              <a:t> </a:t>
            </a:r>
            <a:r>
              <a:rPr lang="en-US" sz="700" i="1" err="1">
                <a:solidFill>
                  <a:srgbClr val="FF0000"/>
                </a:solidFill>
                <a:latin typeface="Aptos Narrow"/>
                <a:cs typeface="Arial"/>
              </a:rPr>
              <a:t>được</a:t>
            </a:r>
            <a:r>
              <a:rPr lang="en-US" sz="700" i="1">
                <a:solidFill>
                  <a:srgbClr val="FF0000"/>
                </a:solidFill>
                <a:latin typeface="Aptos Narrow"/>
                <a:cs typeface="Arial"/>
              </a:rPr>
              <a:t> </a:t>
            </a:r>
            <a:r>
              <a:rPr lang="en-US" sz="700" i="1" err="1">
                <a:solidFill>
                  <a:srgbClr val="FF0000"/>
                </a:solidFill>
                <a:latin typeface="Aptos Narrow"/>
                <a:cs typeface="Arial"/>
              </a:rPr>
              <a:t>xác</a:t>
            </a:r>
            <a:r>
              <a:rPr lang="en-US" sz="700" i="1">
                <a:solidFill>
                  <a:srgbClr val="FF0000"/>
                </a:solidFill>
                <a:latin typeface="Aptos Narrow"/>
                <a:cs typeface="Arial"/>
              </a:rPr>
              <a:t> </a:t>
            </a:r>
            <a:r>
              <a:rPr lang="en-US" sz="700" i="1" err="1">
                <a:solidFill>
                  <a:srgbClr val="FF0000"/>
                </a:solidFill>
                <a:latin typeface="Aptos Narrow"/>
                <a:cs typeface="Arial"/>
              </a:rPr>
              <a:t>thực</a:t>
            </a:r>
            <a:r>
              <a:rPr lang="en-US" sz="700" i="1">
                <a:solidFill>
                  <a:srgbClr val="FF0000"/>
                </a:solidFill>
                <a:latin typeface="Aptos Narrow"/>
                <a:cs typeface="Arial"/>
              </a:rPr>
              <a:t> </a:t>
            </a:r>
            <a:r>
              <a:rPr lang="en-US" sz="700" i="1" err="1">
                <a:solidFill>
                  <a:srgbClr val="FF0000"/>
                </a:solidFill>
                <a:latin typeface="Aptos Narrow"/>
                <a:cs typeface="Arial"/>
              </a:rPr>
              <a:t>chính</a:t>
            </a:r>
            <a:r>
              <a:rPr lang="en-US" sz="700" i="1">
                <a:solidFill>
                  <a:srgbClr val="FF0000"/>
                </a:solidFill>
                <a:latin typeface="Aptos Narrow"/>
                <a:cs typeface="Arial"/>
              </a:rPr>
              <a:t> </a:t>
            </a:r>
            <a:r>
              <a:rPr lang="en-US" sz="700" i="1" err="1">
                <a:solidFill>
                  <a:srgbClr val="FF0000"/>
                </a:solidFill>
                <a:latin typeface="Aptos Narrow"/>
                <a:cs typeface="Arial"/>
              </a:rPr>
              <a:t>xác</a:t>
            </a:r>
            <a:r>
              <a:rPr lang="en-US" sz="700" i="1">
                <a:solidFill>
                  <a:srgbClr val="FF0000"/>
                </a:solidFill>
                <a:latin typeface="Aptos Narrow"/>
                <a:cs typeface="Arial"/>
              </a:rPr>
              <a:t> </a:t>
            </a:r>
            <a:r>
              <a:rPr lang="en-US" sz="700" i="1" err="1">
                <a:solidFill>
                  <a:srgbClr val="FF0000"/>
                </a:solidFill>
                <a:latin typeface="Aptos Narrow"/>
                <a:cs typeface="Arial"/>
              </a:rPr>
              <a:t>là</a:t>
            </a:r>
            <a:r>
              <a:rPr lang="en-US" sz="700" i="1">
                <a:solidFill>
                  <a:srgbClr val="FF0000"/>
                </a:solidFill>
                <a:latin typeface="Aptos Narrow"/>
                <a:cs typeface="Arial"/>
              </a:rPr>
              <a:t> do </a:t>
            </a:r>
            <a:r>
              <a:rPr lang="en-US" sz="700" i="1" err="1">
                <a:solidFill>
                  <a:srgbClr val="FF0000"/>
                </a:solidFill>
                <a:latin typeface="Aptos Narrow"/>
                <a:cs typeface="Arial"/>
              </a:rPr>
              <a:t>cơ</a:t>
            </a:r>
            <a:r>
              <a:rPr lang="en-US" sz="700" i="1">
                <a:solidFill>
                  <a:srgbClr val="FF0000"/>
                </a:solidFill>
                <a:latin typeface="Aptos Narrow"/>
                <a:cs typeface="Arial"/>
              </a:rPr>
              <a:t> </a:t>
            </a:r>
            <a:r>
              <a:rPr lang="en-US" sz="700" i="1" err="1">
                <a:solidFill>
                  <a:srgbClr val="FF0000"/>
                </a:solidFill>
                <a:latin typeface="Aptos Narrow"/>
                <a:cs typeface="Arial"/>
              </a:rPr>
              <a:t>quan</a:t>
            </a:r>
            <a:r>
              <a:rPr lang="en-US" sz="700" i="1">
                <a:solidFill>
                  <a:srgbClr val="FF0000"/>
                </a:solidFill>
                <a:latin typeface="Aptos Narrow"/>
                <a:cs typeface="Arial"/>
              </a:rPr>
              <a:t> Công an </a:t>
            </a:r>
            <a:r>
              <a:rPr lang="en-US" sz="700" i="1" err="1">
                <a:solidFill>
                  <a:srgbClr val="FF0000"/>
                </a:solidFill>
                <a:latin typeface="Aptos Narrow"/>
                <a:cs typeface="Arial"/>
              </a:rPr>
              <a:t>cấp</a:t>
            </a:r>
            <a:r>
              <a:rPr lang="en-US" sz="700" i="1">
                <a:solidFill>
                  <a:srgbClr val="FF0000"/>
                </a:solidFill>
                <a:latin typeface="Aptos Narrow"/>
                <a:cs typeface="Arial"/>
              </a:rPr>
              <a:t> </a:t>
            </a:r>
            <a:r>
              <a:rPr lang="en-US" sz="700" i="1" err="1">
                <a:solidFill>
                  <a:srgbClr val="FF0000"/>
                </a:solidFill>
                <a:latin typeface="Aptos Narrow"/>
                <a:cs typeface="Arial"/>
              </a:rPr>
              <a:t>hoặc</a:t>
            </a:r>
            <a:r>
              <a:rPr lang="en-US" sz="700" i="1">
                <a:solidFill>
                  <a:srgbClr val="FF0000"/>
                </a:solidFill>
                <a:latin typeface="Aptos Narrow"/>
                <a:cs typeface="Arial"/>
              </a:rPr>
              <a:t> </a:t>
            </a:r>
            <a:r>
              <a:rPr lang="en-US" sz="700" i="1" err="1">
                <a:solidFill>
                  <a:srgbClr val="FF0000"/>
                </a:solidFill>
                <a:latin typeface="Aptos Narrow"/>
                <a:cs typeface="Arial"/>
              </a:rPr>
              <a:t>thông</a:t>
            </a:r>
            <a:r>
              <a:rPr lang="en-US" sz="700" i="1">
                <a:solidFill>
                  <a:srgbClr val="FF0000"/>
                </a:solidFill>
                <a:latin typeface="Aptos Narrow"/>
                <a:cs typeface="Arial"/>
              </a:rPr>
              <a:t> qua </a:t>
            </a:r>
            <a:r>
              <a:rPr lang="en-US" sz="700" i="1" err="1">
                <a:solidFill>
                  <a:srgbClr val="FF0000"/>
                </a:solidFill>
                <a:latin typeface="Aptos Narrow"/>
                <a:cs typeface="Arial"/>
              </a:rPr>
              <a:t>xác</a:t>
            </a:r>
            <a:r>
              <a:rPr lang="en-US" sz="700" i="1">
                <a:solidFill>
                  <a:srgbClr val="FF0000"/>
                </a:solidFill>
                <a:latin typeface="Aptos Narrow"/>
                <a:cs typeface="Arial"/>
              </a:rPr>
              <a:t> </a:t>
            </a:r>
            <a:r>
              <a:rPr lang="en-US" sz="700" i="1" err="1">
                <a:solidFill>
                  <a:srgbClr val="FF0000"/>
                </a:solidFill>
                <a:latin typeface="Aptos Narrow"/>
                <a:cs typeface="Arial"/>
              </a:rPr>
              <a:t>thực</a:t>
            </a:r>
            <a:r>
              <a:rPr lang="en-US" sz="700" i="1">
                <a:solidFill>
                  <a:srgbClr val="FF0000"/>
                </a:solidFill>
                <a:latin typeface="Aptos Narrow"/>
                <a:cs typeface="Arial"/>
              </a:rPr>
              <a:t> </a:t>
            </a:r>
            <a:r>
              <a:rPr lang="en-US" sz="700" i="1" err="1">
                <a:solidFill>
                  <a:srgbClr val="FF0000"/>
                </a:solidFill>
                <a:latin typeface="Aptos Narrow"/>
                <a:cs typeface="Arial"/>
              </a:rPr>
              <a:t>tài</a:t>
            </a:r>
            <a:r>
              <a:rPr lang="en-US" sz="700" i="1">
                <a:solidFill>
                  <a:srgbClr val="FF0000"/>
                </a:solidFill>
                <a:latin typeface="Aptos Narrow"/>
                <a:cs typeface="Arial"/>
              </a:rPr>
              <a:t> </a:t>
            </a:r>
            <a:r>
              <a:rPr lang="en-US" sz="700" i="1" err="1">
                <a:solidFill>
                  <a:srgbClr val="FF0000"/>
                </a:solidFill>
                <a:latin typeface="Aptos Narrow"/>
                <a:cs typeface="Arial"/>
              </a:rPr>
              <a:t>khoản</a:t>
            </a:r>
            <a:r>
              <a:rPr lang="en-US" sz="700" i="1">
                <a:solidFill>
                  <a:srgbClr val="FF0000"/>
                </a:solidFill>
                <a:latin typeface="Aptos Narrow"/>
                <a:cs typeface="Arial"/>
              </a:rPr>
              <a:t> </a:t>
            </a:r>
            <a:r>
              <a:rPr lang="en-US" sz="700" i="1" err="1">
                <a:solidFill>
                  <a:srgbClr val="FF0000"/>
                </a:solidFill>
                <a:latin typeface="Aptos Narrow"/>
                <a:cs typeface="Arial"/>
              </a:rPr>
              <a:t>định</a:t>
            </a:r>
            <a:r>
              <a:rPr lang="en-US" sz="700" i="1">
                <a:solidFill>
                  <a:srgbClr val="FF0000"/>
                </a:solidFill>
                <a:latin typeface="Aptos Narrow"/>
                <a:cs typeface="Arial"/>
              </a:rPr>
              <a:t> </a:t>
            </a:r>
            <a:r>
              <a:rPr lang="en-US" sz="700" i="1" err="1">
                <a:solidFill>
                  <a:srgbClr val="FF0000"/>
                </a:solidFill>
                <a:latin typeface="Aptos Narrow"/>
                <a:cs typeface="Arial"/>
              </a:rPr>
              <a:t>danh</a:t>
            </a:r>
            <a:r>
              <a:rPr lang="en-US" sz="700" i="1">
                <a:solidFill>
                  <a:srgbClr val="FF0000"/>
                </a:solidFill>
                <a:latin typeface="Aptos Narrow"/>
                <a:cs typeface="Arial"/>
              </a:rPr>
              <a:t> </a:t>
            </a:r>
            <a:r>
              <a:rPr lang="en-US" sz="700" i="1" err="1">
                <a:solidFill>
                  <a:srgbClr val="FF0000"/>
                </a:solidFill>
                <a:latin typeface="Aptos Narrow"/>
                <a:cs typeface="Arial"/>
              </a:rPr>
              <a:t>điện</a:t>
            </a:r>
            <a:r>
              <a:rPr lang="en-US" sz="700" i="1">
                <a:solidFill>
                  <a:srgbClr val="FF0000"/>
                </a:solidFill>
                <a:latin typeface="Aptos Narrow"/>
                <a:cs typeface="Arial"/>
              </a:rPr>
              <a:t> </a:t>
            </a:r>
            <a:r>
              <a:rPr lang="en-US" sz="700" i="1" err="1">
                <a:solidFill>
                  <a:srgbClr val="FF0000"/>
                </a:solidFill>
                <a:latin typeface="Aptos Narrow"/>
                <a:cs typeface="Arial"/>
              </a:rPr>
              <a:t>tử</a:t>
            </a:r>
            <a:r>
              <a:rPr lang="en-US" sz="700" i="1">
                <a:solidFill>
                  <a:srgbClr val="FF0000"/>
                </a:solidFill>
                <a:latin typeface="Aptos Narrow"/>
                <a:cs typeface="Arial"/>
              </a:rPr>
              <a:t> </a:t>
            </a:r>
            <a:r>
              <a:rPr lang="en-US" sz="700" i="1" err="1">
                <a:solidFill>
                  <a:srgbClr val="FF0000"/>
                </a:solidFill>
                <a:latin typeface="Aptos Narrow"/>
                <a:cs typeface="Arial"/>
              </a:rPr>
              <a:t>của</a:t>
            </a:r>
            <a:r>
              <a:rPr lang="en-US" sz="700" i="1">
                <a:solidFill>
                  <a:srgbClr val="FF0000"/>
                </a:solidFill>
                <a:latin typeface="Aptos Narrow"/>
                <a:cs typeface="Arial"/>
              </a:rPr>
              <a:t> </a:t>
            </a:r>
            <a:r>
              <a:rPr lang="en-US" sz="700" i="1" err="1">
                <a:solidFill>
                  <a:srgbClr val="FF0000"/>
                </a:solidFill>
                <a:latin typeface="Aptos Narrow"/>
                <a:cs typeface="Arial"/>
              </a:rPr>
              <a:t>người</a:t>
            </a:r>
            <a:r>
              <a:rPr lang="en-US" sz="700" i="1">
                <a:solidFill>
                  <a:srgbClr val="FF0000"/>
                </a:solidFill>
                <a:latin typeface="Aptos Narrow"/>
                <a:cs typeface="Arial"/>
              </a:rPr>
              <a:t> </a:t>
            </a:r>
            <a:r>
              <a:rPr lang="en-US" sz="700" i="1" err="1">
                <a:solidFill>
                  <a:srgbClr val="FF0000"/>
                </a:solidFill>
                <a:latin typeface="Aptos Narrow"/>
                <a:cs typeface="Arial"/>
              </a:rPr>
              <a:t>đó</a:t>
            </a:r>
            <a:r>
              <a:rPr lang="en-US" sz="700" i="1">
                <a:solidFill>
                  <a:srgbClr val="FF0000"/>
                </a:solidFill>
                <a:latin typeface="Aptos Narrow"/>
                <a:cs typeface="Arial"/>
              </a:rPr>
              <a:t> do </a:t>
            </a:r>
            <a:r>
              <a:rPr lang="en-US" sz="700" i="1" err="1">
                <a:solidFill>
                  <a:srgbClr val="FF0000"/>
                </a:solidFill>
                <a:latin typeface="Aptos Narrow"/>
                <a:cs typeface="Arial"/>
              </a:rPr>
              <a:t>Hệ</a:t>
            </a:r>
            <a:r>
              <a:rPr lang="en-US" sz="700" i="1">
                <a:solidFill>
                  <a:srgbClr val="FF0000"/>
                </a:solidFill>
                <a:latin typeface="Aptos Narrow"/>
                <a:cs typeface="Arial"/>
              </a:rPr>
              <a:t> </a:t>
            </a:r>
            <a:r>
              <a:rPr lang="en-US" sz="700" i="1" err="1">
                <a:solidFill>
                  <a:srgbClr val="FF0000"/>
                </a:solidFill>
                <a:latin typeface="Aptos Narrow"/>
                <a:cs typeface="Arial"/>
              </a:rPr>
              <a:t>thống</a:t>
            </a:r>
            <a:r>
              <a:rPr lang="en-US" sz="700" i="1">
                <a:solidFill>
                  <a:srgbClr val="FF0000"/>
                </a:solidFill>
                <a:latin typeface="Aptos Narrow"/>
                <a:cs typeface="Arial"/>
              </a:rPr>
              <a:t> </a:t>
            </a:r>
            <a:r>
              <a:rPr lang="en-US" sz="700" i="1" err="1">
                <a:solidFill>
                  <a:srgbClr val="FF0000"/>
                </a:solidFill>
                <a:latin typeface="Aptos Narrow"/>
                <a:cs typeface="Arial"/>
              </a:rPr>
              <a:t>định</a:t>
            </a:r>
            <a:r>
              <a:rPr lang="en-US" sz="700" i="1">
                <a:solidFill>
                  <a:srgbClr val="FF0000"/>
                </a:solidFill>
                <a:latin typeface="Aptos Narrow"/>
                <a:cs typeface="Arial"/>
              </a:rPr>
              <a:t> </a:t>
            </a:r>
            <a:r>
              <a:rPr lang="en-US" sz="700" i="1" err="1">
                <a:solidFill>
                  <a:srgbClr val="FF0000"/>
                </a:solidFill>
                <a:latin typeface="Aptos Narrow"/>
                <a:cs typeface="Arial"/>
              </a:rPr>
              <a:t>danh</a:t>
            </a:r>
            <a:r>
              <a:rPr lang="en-US" sz="700" i="1">
                <a:solidFill>
                  <a:srgbClr val="FF0000"/>
                </a:solidFill>
                <a:latin typeface="Aptos Narrow"/>
                <a:cs typeface="Arial"/>
              </a:rPr>
              <a:t> </a:t>
            </a:r>
            <a:r>
              <a:rPr lang="en-US" sz="700" i="1" err="1">
                <a:solidFill>
                  <a:srgbClr val="FF0000"/>
                </a:solidFill>
                <a:latin typeface="Aptos Narrow"/>
                <a:cs typeface="Arial"/>
              </a:rPr>
              <a:t>và</a:t>
            </a:r>
            <a:r>
              <a:rPr lang="en-US" sz="700" i="1">
                <a:solidFill>
                  <a:srgbClr val="FF0000"/>
                </a:solidFill>
                <a:latin typeface="Aptos Narrow"/>
                <a:cs typeface="Arial"/>
              </a:rPr>
              <a:t> </a:t>
            </a:r>
            <a:r>
              <a:rPr lang="en-US" sz="700" i="1" err="1">
                <a:solidFill>
                  <a:srgbClr val="FF0000"/>
                </a:solidFill>
                <a:latin typeface="Aptos Narrow"/>
                <a:cs typeface="Arial"/>
              </a:rPr>
              <a:t>xác</a:t>
            </a:r>
            <a:r>
              <a:rPr lang="en-US" sz="700" i="1">
                <a:solidFill>
                  <a:srgbClr val="FF0000"/>
                </a:solidFill>
                <a:latin typeface="Aptos Narrow"/>
                <a:cs typeface="Arial"/>
              </a:rPr>
              <a:t> </a:t>
            </a:r>
            <a:r>
              <a:rPr lang="en-US" sz="700" i="1" err="1">
                <a:solidFill>
                  <a:srgbClr val="FF0000"/>
                </a:solidFill>
                <a:latin typeface="Aptos Narrow"/>
                <a:cs typeface="Arial"/>
              </a:rPr>
              <a:t>thực</a:t>
            </a:r>
            <a:r>
              <a:rPr lang="en-US" sz="700" i="1">
                <a:solidFill>
                  <a:srgbClr val="FF0000"/>
                </a:solidFill>
                <a:latin typeface="Aptos Narrow"/>
                <a:cs typeface="Arial"/>
              </a:rPr>
              <a:t> </a:t>
            </a:r>
            <a:r>
              <a:rPr lang="en-US" sz="700" i="1" err="1">
                <a:solidFill>
                  <a:srgbClr val="FF0000"/>
                </a:solidFill>
                <a:latin typeface="Aptos Narrow"/>
                <a:cs typeface="Arial"/>
              </a:rPr>
              <a:t>điện</a:t>
            </a:r>
            <a:r>
              <a:rPr lang="en-US" sz="700" i="1">
                <a:solidFill>
                  <a:srgbClr val="FF0000"/>
                </a:solidFill>
                <a:latin typeface="Aptos Narrow"/>
                <a:cs typeface="Arial"/>
              </a:rPr>
              <a:t> </a:t>
            </a:r>
            <a:r>
              <a:rPr lang="en-US" sz="700" i="1" err="1">
                <a:solidFill>
                  <a:srgbClr val="FF0000"/>
                </a:solidFill>
                <a:latin typeface="Aptos Narrow"/>
                <a:cs typeface="Arial"/>
              </a:rPr>
              <a:t>tử</a:t>
            </a:r>
            <a:r>
              <a:rPr lang="en-US" sz="700" i="1">
                <a:solidFill>
                  <a:srgbClr val="FF0000"/>
                </a:solidFill>
                <a:latin typeface="Aptos Narrow"/>
                <a:cs typeface="Arial"/>
              </a:rPr>
              <a:t> </a:t>
            </a:r>
            <a:r>
              <a:rPr lang="en-US" sz="700" i="1" err="1">
                <a:solidFill>
                  <a:srgbClr val="FF0000"/>
                </a:solidFill>
                <a:latin typeface="Aptos Narrow"/>
                <a:cs typeface="Arial"/>
              </a:rPr>
              <a:t>tạo</a:t>
            </a:r>
            <a:r>
              <a:rPr lang="en-US" sz="700" i="1">
                <a:solidFill>
                  <a:srgbClr val="FF0000"/>
                </a:solidFill>
                <a:latin typeface="Aptos Narrow"/>
                <a:cs typeface="Arial"/>
              </a:rPr>
              <a:t> </a:t>
            </a:r>
            <a:r>
              <a:rPr lang="en-US" sz="700" i="1" err="1">
                <a:solidFill>
                  <a:srgbClr val="FF0000"/>
                </a:solidFill>
                <a:latin typeface="Aptos Narrow"/>
                <a:cs typeface="Arial"/>
              </a:rPr>
              <a:t>lập</a:t>
            </a:r>
            <a:r>
              <a:rPr lang="en-US" sz="700" i="1">
                <a:solidFill>
                  <a:srgbClr val="FF0000"/>
                </a:solidFill>
                <a:latin typeface="Aptos Narrow"/>
                <a:cs typeface="Arial"/>
              </a:rPr>
              <a:t>; </a:t>
            </a:r>
          </a:p>
          <a:p>
            <a:pPr marL="171450" indent="-171450">
              <a:lnSpc>
                <a:spcPct val="95000"/>
              </a:lnSpc>
              <a:buFont typeface="Calibri"/>
              <a:buChar char="-"/>
            </a:pPr>
            <a:r>
              <a:rPr lang="en-US" sz="700" i="1">
                <a:solidFill>
                  <a:srgbClr val="FF0000"/>
                </a:solidFill>
                <a:latin typeface="Aptos Narrow"/>
                <a:cs typeface="Arial"/>
              </a:rPr>
              <a:t>b) </a:t>
            </a:r>
            <a:r>
              <a:rPr lang="en-US" sz="700" i="1" err="1">
                <a:solidFill>
                  <a:srgbClr val="FF0000"/>
                </a:solidFill>
                <a:latin typeface="Aptos Narrow"/>
                <a:cs typeface="Arial"/>
              </a:rPr>
              <a:t>Dữ</a:t>
            </a:r>
            <a:r>
              <a:rPr lang="en-US" sz="700" i="1">
                <a:solidFill>
                  <a:srgbClr val="FF0000"/>
                </a:solidFill>
                <a:latin typeface="Aptos Narrow"/>
                <a:cs typeface="Arial"/>
              </a:rPr>
              <a:t> </a:t>
            </a:r>
            <a:r>
              <a:rPr lang="en-US" sz="700" i="1" err="1">
                <a:solidFill>
                  <a:srgbClr val="FF0000"/>
                </a:solidFill>
                <a:latin typeface="Aptos Narrow"/>
                <a:cs typeface="Arial"/>
              </a:rPr>
              <a:t>liệu</a:t>
            </a:r>
            <a:r>
              <a:rPr lang="en-US" sz="700" i="1">
                <a:solidFill>
                  <a:srgbClr val="FF0000"/>
                </a:solidFill>
                <a:latin typeface="Aptos Narrow"/>
                <a:cs typeface="Arial"/>
              </a:rPr>
              <a:t> </a:t>
            </a:r>
            <a:r>
              <a:rPr lang="en-US" sz="700" i="1" err="1">
                <a:solidFill>
                  <a:srgbClr val="FF0000"/>
                </a:solidFill>
                <a:latin typeface="Aptos Narrow"/>
                <a:cs typeface="Arial"/>
              </a:rPr>
              <a:t>sinh</a:t>
            </a:r>
            <a:r>
              <a:rPr lang="en-US" sz="700" i="1">
                <a:solidFill>
                  <a:srgbClr val="FF0000"/>
                </a:solidFill>
                <a:latin typeface="Aptos Narrow"/>
                <a:cs typeface="Arial"/>
              </a:rPr>
              <a:t> </a:t>
            </a:r>
            <a:r>
              <a:rPr lang="en-US" sz="700" i="1" err="1">
                <a:solidFill>
                  <a:srgbClr val="FF0000"/>
                </a:solidFill>
                <a:latin typeface="Aptos Narrow"/>
                <a:cs typeface="Arial"/>
              </a:rPr>
              <a:t>trắc</a:t>
            </a:r>
            <a:r>
              <a:rPr lang="en-US" sz="700" i="1">
                <a:solidFill>
                  <a:srgbClr val="FF0000"/>
                </a:solidFill>
                <a:latin typeface="Aptos Narrow"/>
                <a:cs typeface="Arial"/>
              </a:rPr>
              <a:t> </a:t>
            </a:r>
            <a:r>
              <a:rPr lang="en-US" sz="700" i="1" err="1">
                <a:solidFill>
                  <a:srgbClr val="FF0000"/>
                </a:solidFill>
                <a:latin typeface="Aptos Narrow"/>
                <a:cs typeface="Arial"/>
              </a:rPr>
              <a:t>học</a:t>
            </a:r>
            <a:r>
              <a:rPr lang="en-US" sz="700" i="1">
                <a:solidFill>
                  <a:srgbClr val="FF0000"/>
                </a:solidFill>
                <a:latin typeface="Aptos Narrow"/>
                <a:cs typeface="Arial"/>
              </a:rPr>
              <a:t> </a:t>
            </a:r>
            <a:r>
              <a:rPr lang="en-US" sz="700" i="1" err="1">
                <a:solidFill>
                  <a:srgbClr val="FF0000"/>
                </a:solidFill>
                <a:latin typeface="Aptos Narrow"/>
                <a:cs typeface="Arial"/>
              </a:rPr>
              <a:t>đã</a:t>
            </a:r>
            <a:r>
              <a:rPr lang="en-US" sz="700" i="1">
                <a:solidFill>
                  <a:srgbClr val="FF0000"/>
                </a:solidFill>
                <a:latin typeface="Aptos Narrow"/>
                <a:cs typeface="Arial"/>
              </a:rPr>
              <a:t> </a:t>
            </a:r>
            <a:r>
              <a:rPr lang="en-US" sz="700" i="1" err="1">
                <a:solidFill>
                  <a:srgbClr val="FF0000"/>
                </a:solidFill>
                <a:latin typeface="Aptos Narrow"/>
                <a:cs typeface="Arial"/>
              </a:rPr>
              <a:t>được</a:t>
            </a:r>
            <a:r>
              <a:rPr lang="en-US" sz="700" i="1">
                <a:solidFill>
                  <a:srgbClr val="FF0000"/>
                </a:solidFill>
                <a:latin typeface="Aptos Narrow"/>
                <a:cs typeface="Arial"/>
              </a:rPr>
              <a:t> </a:t>
            </a:r>
            <a:r>
              <a:rPr lang="en-US" sz="700" i="1" err="1">
                <a:solidFill>
                  <a:srgbClr val="FF0000"/>
                </a:solidFill>
                <a:latin typeface="Aptos Narrow"/>
                <a:cs typeface="Arial"/>
              </a:rPr>
              <a:t>thu</a:t>
            </a:r>
            <a:r>
              <a:rPr lang="en-US" sz="700" i="1">
                <a:solidFill>
                  <a:srgbClr val="FF0000"/>
                </a:solidFill>
                <a:latin typeface="Aptos Narrow"/>
                <a:cs typeface="Arial"/>
              </a:rPr>
              <a:t> </a:t>
            </a:r>
            <a:r>
              <a:rPr lang="en-US" sz="700" i="1" err="1">
                <a:solidFill>
                  <a:srgbClr val="FF0000"/>
                </a:solidFill>
                <a:latin typeface="Aptos Narrow"/>
                <a:cs typeface="Arial"/>
              </a:rPr>
              <a:t>thập</a:t>
            </a:r>
            <a:r>
              <a:rPr lang="en-US" sz="700" i="1">
                <a:solidFill>
                  <a:srgbClr val="FF0000"/>
                </a:solidFill>
                <a:latin typeface="Aptos Narrow"/>
                <a:cs typeface="Arial"/>
              </a:rPr>
              <a:t> </a:t>
            </a:r>
            <a:r>
              <a:rPr lang="en-US" sz="700" i="1" err="1">
                <a:solidFill>
                  <a:srgbClr val="FF0000"/>
                </a:solidFill>
                <a:latin typeface="Aptos Narrow"/>
                <a:cs typeface="Arial"/>
              </a:rPr>
              <a:t>và</a:t>
            </a:r>
            <a:r>
              <a:rPr lang="en-US" sz="700" i="1">
                <a:solidFill>
                  <a:srgbClr val="FF0000"/>
                </a:solidFill>
                <a:latin typeface="Aptos Narrow"/>
                <a:cs typeface="Arial"/>
              </a:rPr>
              <a:t> </a:t>
            </a:r>
            <a:r>
              <a:rPr lang="en-US" sz="700" i="1" err="1">
                <a:solidFill>
                  <a:srgbClr val="FF0000"/>
                </a:solidFill>
                <a:latin typeface="Aptos Narrow"/>
                <a:cs typeface="Arial"/>
              </a:rPr>
              <a:t>kiểm</a:t>
            </a:r>
            <a:r>
              <a:rPr lang="en-US" sz="700" i="1">
                <a:solidFill>
                  <a:srgbClr val="FF0000"/>
                </a:solidFill>
                <a:latin typeface="Aptos Narrow"/>
                <a:cs typeface="Arial"/>
              </a:rPr>
              <a:t> </a:t>
            </a:r>
            <a:r>
              <a:rPr lang="en-US" sz="700" i="1" err="1">
                <a:solidFill>
                  <a:srgbClr val="FF0000"/>
                </a:solidFill>
                <a:latin typeface="Aptos Narrow"/>
                <a:cs typeface="Arial"/>
              </a:rPr>
              <a:t>tra</a:t>
            </a:r>
            <a:r>
              <a:rPr lang="en-US" sz="700" i="1">
                <a:solidFill>
                  <a:srgbClr val="FF0000"/>
                </a:solidFill>
                <a:latin typeface="Aptos Narrow"/>
                <a:cs typeface="Arial"/>
              </a:rPr>
              <a:t>; </a:t>
            </a:r>
            <a:r>
              <a:rPr lang="en-US" sz="700" i="1" err="1">
                <a:solidFill>
                  <a:srgbClr val="FF0000"/>
                </a:solidFill>
                <a:latin typeface="Aptos Narrow"/>
                <a:cs typeface="Arial"/>
              </a:rPr>
              <a:t>bảo</a:t>
            </a:r>
            <a:r>
              <a:rPr lang="en-US" sz="700" i="1">
                <a:solidFill>
                  <a:srgbClr val="FF0000"/>
                </a:solidFill>
                <a:latin typeface="Aptos Narrow"/>
                <a:cs typeface="Arial"/>
              </a:rPr>
              <a:t> </a:t>
            </a:r>
            <a:r>
              <a:rPr lang="en-US" sz="700" i="1" err="1">
                <a:solidFill>
                  <a:srgbClr val="FF0000"/>
                </a:solidFill>
                <a:latin typeface="Aptos Narrow"/>
                <a:cs typeface="Arial"/>
              </a:rPr>
              <a:t>đảm</a:t>
            </a:r>
            <a:r>
              <a:rPr lang="en-US" sz="700" i="1">
                <a:solidFill>
                  <a:srgbClr val="FF0000"/>
                </a:solidFill>
                <a:latin typeface="Aptos Narrow"/>
                <a:cs typeface="Arial"/>
              </a:rPr>
              <a:t> </a:t>
            </a:r>
            <a:r>
              <a:rPr lang="en-US" sz="700" i="1" err="1">
                <a:solidFill>
                  <a:srgbClr val="FF0000"/>
                </a:solidFill>
                <a:latin typeface="Aptos Narrow"/>
                <a:cs typeface="Arial"/>
              </a:rPr>
              <a:t>sự</a:t>
            </a:r>
            <a:r>
              <a:rPr lang="en-US" sz="700" i="1">
                <a:solidFill>
                  <a:srgbClr val="FF0000"/>
                </a:solidFill>
                <a:latin typeface="Aptos Narrow"/>
                <a:cs typeface="Arial"/>
              </a:rPr>
              <a:t> </a:t>
            </a:r>
            <a:r>
              <a:rPr lang="en-US" sz="700" i="1" err="1">
                <a:solidFill>
                  <a:srgbClr val="FF0000"/>
                </a:solidFill>
                <a:latin typeface="Aptos Narrow"/>
                <a:cs typeface="Arial"/>
              </a:rPr>
              <a:t>khớp</a:t>
            </a:r>
            <a:r>
              <a:rPr lang="en-US" sz="700" i="1">
                <a:solidFill>
                  <a:srgbClr val="FF0000"/>
                </a:solidFill>
                <a:latin typeface="Aptos Narrow"/>
                <a:cs typeface="Arial"/>
              </a:rPr>
              <a:t> </a:t>
            </a:r>
            <a:r>
              <a:rPr lang="en-US" sz="700" i="1" err="1">
                <a:solidFill>
                  <a:srgbClr val="FF0000"/>
                </a:solidFill>
                <a:latin typeface="Aptos Narrow"/>
                <a:cs typeface="Arial"/>
              </a:rPr>
              <a:t>đúng</a:t>
            </a:r>
            <a:r>
              <a:rPr lang="en-US" sz="700" i="1">
                <a:solidFill>
                  <a:srgbClr val="FF0000"/>
                </a:solidFill>
                <a:latin typeface="Aptos Narrow"/>
                <a:cs typeface="Arial"/>
              </a:rPr>
              <a:t> </a:t>
            </a:r>
            <a:r>
              <a:rPr lang="en-US" sz="700" i="1" err="1">
                <a:solidFill>
                  <a:srgbClr val="FF0000"/>
                </a:solidFill>
                <a:latin typeface="Aptos Narrow"/>
                <a:cs typeface="Arial"/>
              </a:rPr>
              <a:t>giữa</a:t>
            </a:r>
            <a:r>
              <a:rPr lang="en-US" sz="700" i="1">
                <a:solidFill>
                  <a:srgbClr val="FF0000"/>
                </a:solidFill>
                <a:latin typeface="Aptos Narrow"/>
                <a:cs typeface="Arial"/>
              </a:rPr>
              <a:t> </a:t>
            </a:r>
            <a:r>
              <a:rPr lang="en-US" sz="700" i="1" err="1">
                <a:solidFill>
                  <a:srgbClr val="FF0000"/>
                </a:solidFill>
                <a:latin typeface="Aptos Narrow"/>
                <a:cs typeface="Arial"/>
              </a:rPr>
              <a:t>dữ</a:t>
            </a:r>
            <a:r>
              <a:rPr lang="en-US" sz="700" i="1">
                <a:solidFill>
                  <a:srgbClr val="FF0000"/>
                </a:solidFill>
                <a:latin typeface="Aptos Narrow"/>
                <a:cs typeface="Arial"/>
              </a:rPr>
              <a:t> </a:t>
            </a:r>
            <a:r>
              <a:rPr lang="en-US" sz="700" i="1" err="1">
                <a:solidFill>
                  <a:srgbClr val="FF0000"/>
                </a:solidFill>
                <a:latin typeface="Aptos Narrow"/>
                <a:cs typeface="Arial"/>
              </a:rPr>
              <a:t>liệu</a:t>
            </a:r>
            <a:r>
              <a:rPr lang="en-US" sz="700" i="1">
                <a:solidFill>
                  <a:srgbClr val="FF0000"/>
                </a:solidFill>
                <a:latin typeface="Aptos Narrow"/>
                <a:cs typeface="Arial"/>
              </a:rPr>
              <a:t> </a:t>
            </a:r>
            <a:r>
              <a:rPr lang="en-US" sz="700" i="1" err="1">
                <a:solidFill>
                  <a:srgbClr val="FF0000"/>
                </a:solidFill>
                <a:latin typeface="Aptos Narrow"/>
                <a:cs typeface="Arial"/>
              </a:rPr>
              <a:t>sinh</a:t>
            </a:r>
            <a:r>
              <a:rPr lang="en-US" sz="700" i="1">
                <a:solidFill>
                  <a:srgbClr val="FF0000"/>
                </a:solidFill>
                <a:latin typeface="Aptos Narrow"/>
                <a:cs typeface="Arial"/>
              </a:rPr>
              <a:t> </a:t>
            </a:r>
            <a:r>
              <a:rPr lang="en-US" sz="700" i="1" err="1">
                <a:solidFill>
                  <a:srgbClr val="FF0000"/>
                </a:solidFill>
                <a:latin typeface="Aptos Narrow"/>
                <a:cs typeface="Arial"/>
              </a:rPr>
              <a:t>trắc</a:t>
            </a:r>
            <a:r>
              <a:rPr lang="en-US" sz="700" i="1">
                <a:solidFill>
                  <a:srgbClr val="FF0000"/>
                </a:solidFill>
                <a:latin typeface="Aptos Narrow"/>
                <a:cs typeface="Arial"/>
              </a:rPr>
              <a:t> </a:t>
            </a:r>
            <a:r>
              <a:rPr lang="en-US" sz="700" i="1" err="1">
                <a:solidFill>
                  <a:srgbClr val="FF0000"/>
                </a:solidFill>
                <a:latin typeface="Aptos Narrow"/>
                <a:cs typeface="Arial"/>
              </a:rPr>
              <a:t>học</a:t>
            </a:r>
            <a:r>
              <a:rPr lang="en-US" sz="700" i="1">
                <a:solidFill>
                  <a:srgbClr val="FF0000"/>
                </a:solidFill>
                <a:latin typeface="Aptos Narrow"/>
                <a:cs typeface="Arial"/>
              </a:rPr>
              <a:t> </a:t>
            </a:r>
            <a:r>
              <a:rPr lang="en-US" sz="700" i="1" err="1">
                <a:solidFill>
                  <a:srgbClr val="FF0000"/>
                </a:solidFill>
                <a:latin typeface="Aptos Narrow"/>
                <a:cs typeface="Arial"/>
              </a:rPr>
              <a:t>của</a:t>
            </a:r>
            <a:r>
              <a:rPr lang="en-US" sz="700" i="1">
                <a:solidFill>
                  <a:srgbClr val="FF0000"/>
                </a:solidFill>
                <a:latin typeface="Aptos Narrow"/>
                <a:cs typeface="Arial"/>
              </a:rPr>
              <a:t> </a:t>
            </a:r>
            <a:r>
              <a:rPr lang="en-US" sz="700" i="1" err="1">
                <a:solidFill>
                  <a:srgbClr val="FF0000"/>
                </a:solidFill>
                <a:latin typeface="Aptos Narrow"/>
                <a:cs typeface="Arial"/>
              </a:rPr>
              <a:t>người</a:t>
            </a:r>
            <a:r>
              <a:rPr lang="en-US" sz="700" i="1">
                <a:solidFill>
                  <a:srgbClr val="FF0000"/>
                </a:solidFill>
                <a:latin typeface="Aptos Narrow"/>
                <a:cs typeface="Arial"/>
              </a:rPr>
              <a:t> </a:t>
            </a:r>
            <a:r>
              <a:rPr lang="en-US" sz="700" i="1" err="1">
                <a:solidFill>
                  <a:srgbClr val="FF0000"/>
                </a:solidFill>
                <a:latin typeface="Aptos Narrow"/>
                <a:cs typeface="Arial"/>
              </a:rPr>
              <a:t>đó</a:t>
            </a:r>
            <a:r>
              <a:rPr lang="en-US" sz="700" i="1">
                <a:solidFill>
                  <a:srgbClr val="FF0000"/>
                </a:solidFill>
                <a:latin typeface="Aptos Narrow"/>
                <a:cs typeface="Arial"/>
              </a:rPr>
              <a:t> </a:t>
            </a:r>
            <a:r>
              <a:rPr lang="en-US" sz="700" i="1" err="1">
                <a:solidFill>
                  <a:srgbClr val="FF0000"/>
                </a:solidFill>
                <a:latin typeface="Aptos Narrow"/>
                <a:cs typeface="Arial"/>
              </a:rPr>
              <a:t>với</a:t>
            </a:r>
            <a:r>
              <a:rPr lang="en-US" sz="700" i="1">
                <a:solidFill>
                  <a:srgbClr val="FF0000"/>
                </a:solidFill>
                <a:latin typeface="Aptos Narrow"/>
                <a:cs typeface="Arial"/>
              </a:rPr>
              <a:t> </a:t>
            </a:r>
            <a:r>
              <a:rPr lang="en-US" sz="700" i="1" err="1">
                <a:solidFill>
                  <a:srgbClr val="FF0000"/>
                </a:solidFill>
                <a:latin typeface="Aptos Narrow"/>
                <a:cs typeface="Arial"/>
              </a:rPr>
              <a:t>dữ</a:t>
            </a:r>
            <a:r>
              <a:rPr lang="en-US" sz="700" i="1">
                <a:solidFill>
                  <a:srgbClr val="FF0000"/>
                </a:solidFill>
                <a:latin typeface="Aptos Narrow"/>
                <a:cs typeface="Arial"/>
              </a:rPr>
              <a:t> </a:t>
            </a:r>
            <a:r>
              <a:rPr lang="en-US" sz="700" i="1" err="1">
                <a:solidFill>
                  <a:srgbClr val="FF0000"/>
                </a:solidFill>
                <a:latin typeface="Aptos Narrow"/>
                <a:cs typeface="Arial"/>
              </a:rPr>
              <a:t>liệu</a:t>
            </a:r>
            <a:r>
              <a:rPr lang="en-US" sz="700" i="1">
                <a:solidFill>
                  <a:srgbClr val="FF0000"/>
                </a:solidFill>
                <a:latin typeface="Aptos Narrow"/>
                <a:cs typeface="Arial"/>
              </a:rPr>
              <a:t> </a:t>
            </a:r>
            <a:r>
              <a:rPr lang="en-US" sz="700" i="1" err="1">
                <a:solidFill>
                  <a:srgbClr val="FF0000"/>
                </a:solidFill>
                <a:latin typeface="Aptos Narrow"/>
                <a:cs typeface="Arial"/>
              </a:rPr>
              <a:t>sinh</a:t>
            </a:r>
            <a:r>
              <a:rPr lang="en-US" sz="700" i="1">
                <a:solidFill>
                  <a:srgbClr val="FF0000"/>
                </a:solidFill>
                <a:latin typeface="Aptos Narrow"/>
                <a:cs typeface="Arial"/>
              </a:rPr>
              <a:t> </a:t>
            </a:r>
            <a:r>
              <a:rPr lang="en-US" sz="700" i="1" err="1">
                <a:solidFill>
                  <a:srgbClr val="FF0000"/>
                </a:solidFill>
                <a:latin typeface="Aptos Narrow"/>
                <a:cs typeface="Arial"/>
              </a:rPr>
              <a:t>trắc</a:t>
            </a:r>
            <a:r>
              <a:rPr lang="en-US" sz="700" i="1">
                <a:solidFill>
                  <a:srgbClr val="FF0000"/>
                </a:solidFill>
                <a:latin typeface="Aptos Narrow"/>
                <a:cs typeface="Arial"/>
              </a:rPr>
              <a:t> </a:t>
            </a:r>
            <a:r>
              <a:rPr lang="en-US" sz="700" i="1" err="1">
                <a:solidFill>
                  <a:srgbClr val="FF0000"/>
                </a:solidFill>
                <a:latin typeface="Aptos Narrow"/>
                <a:cs typeface="Arial"/>
              </a:rPr>
              <a:t>học</a:t>
            </a:r>
            <a:r>
              <a:rPr lang="en-US" sz="700" i="1">
                <a:solidFill>
                  <a:srgbClr val="FF0000"/>
                </a:solidFill>
                <a:latin typeface="Aptos Narrow"/>
                <a:cs typeface="Arial"/>
              </a:rPr>
              <a:t> </a:t>
            </a:r>
            <a:r>
              <a:rPr lang="en-US" sz="700" i="1" err="1">
                <a:solidFill>
                  <a:srgbClr val="FF0000"/>
                </a:solidFill>
                <a:latin typeface="Aptos Narrow"/>
                <a:cs typeface="Arial"/>
              </a:rPr>
              <a:t>trong</a:t>
            </a:r>
            <a:r>
              <a:rPr lang="en-US" sz="700" i="1">
                <a:solidFill>
                  <a:srgbClr val="FF0000"/>
                </a:solidFill>
                <a:latin typeface="Aptos Narrow"/>
                <a:cs typeface="Arial"/>
              </a:rPr>
              <a:t> </a:t>
            </a:r>
            <a:r>
              <a:rPr lang="en-US" sz="700" i="1" err="1">
                <a:solidFill>
                  <a:srgbClr val="FF0000"/>
                </a:solidFill>
                <a:latin typeface="Aptos Narrow"/>
                <a:cs typeface="Arial"/>
              </a:rPr>
              <a:t>bộ</a:t>
            </a:r>
            <a:r>
              <a:rPr lang="en-US" sz="700" i="1">
                <a:solidFill>
                  <a:srgbClr val="FF0000"/>
                </a:solidFill>
                <a:latin typeface="Aptos Narrow"/>
                <a:cs typeface="Arial"/>
              </a:rPr>
              <a:t> </a:t>
            </a:r>
            <a:r>
              <a:rPr lang="en-US" sz="700" i="1" err="1">
                <a:solidFill>
                  <a:srgbClr val="FF0000"/>
                </a:solidFill>
                <a:latin typeface="Aptos Narrow"/>
                <a:cs typeface="Arial"/>
              </a:rPr>
              <a:t>phận</a:t>
            </a:r>
            <a:r>
              <a:rPr lang="en-US" sz="700" i="1">
                <a:solidFill>
                  <a:srgbClr val="FF0000"/>
                </a:solidFill>
                <a:latin typeface="Aptos Narrow"/>
                <a:cs typeface="Arial"/>
              </a:rPr>
              <a:t> </a:t>
            </a:r>
            <a:r>
              <a:rPr lang="en-US" sz="700" i="1" err="1">
                <a:solidFill>
                  <a:srgbClr val="FF0000"/>
                </a:solidFill>
                <a:latin typeface="Aptos Narrow"/>
                <a:cs typeface="Arial"/>
              </a:rPr>
              <a:t>lưu</a:t>
            </a:r>
            <a:r>
              <a:rPr lang="en-US" sz="700" i="1">
                <a:solidFill>
                  <a:srgbClr val="FF0000"/>
                </a:solidFill>
                <a:latin typeface="Aptos Narrow"/>
                <a:cs typeface="Arial"/>
              </a:rPr>
              <a:t> </a:t>
            </a:r>
            <a:r>
              <a:rPr lang="en-US" sz="700" i="1" err="1">
                <a:solidFill>
                  <a:srgbClr val="FF0000"/>
                </a:solidFill>
                <a:latin typeface="Aptos Narrow"/>
                <a:cs typeface="Arial"/>
              </a:rPr>
              <a:t>trữ</a:t>
            </a:r>
            <a:r>
              <a:rPr lang="en-US" sz="700" i="1">
                <a:solidFill>
                  <a:srgbClr val="FF0000"/>
                </a:solidFill>
                <a:latin typeface="Aptos Narrow"/>
                <a:cs typeface="Arial"/>
              </a:rPr>
              <a:t> </a:t>
            </a:r>
            <a:r>
              <a:rPr lang="en-US" sz="700" i="1" err="1">
                <a:solidFill>
                  <a:srgbClr val="FF0000"/>
                </a:solidFill>
                <a:latin typeface="Aptos Narrow"/>
                <a:cs typeface="Arial"/>
              </a:rPr>
              <a:t>thông</a:t>
            </a:r>
            <a:r>
              <a:rPr lang="en-US" sz="700" i="1">
                <a:solidFill>
                  <a:srgbClr val="FF0000"/>
                </a:solidFill>
                <a:latin typeface="Aptos Narrow"/>
                <a:cs typeface="Arial"/>
              </a:rPr>
              <a:t> tin </a:t>
            </a:r>
            <a:r>
              <a:rPr lang="en-US" sz="700" i="1" err="1">
                <a:solidFill>
                  <a:srgbClr val="FF0000"/>
                </a:solidFill>
                <a:latin typeface="Aptos Narrow"/>
                <a:cs typeface="Arial"/>
              </a:rPr>
              <a:t>được</a:t>
            </a:r>
            <a:r>
              <a:rPr lang="en-US" sz="700" i="1">
                <a:solidFill>
                  <a:srgbClr val="FF0000"/>
                </a:solidFill>
                <a:latin typeface="Aptos Narrow"/>
                <a:cs typeface="Arial"/>
              </a:rPr>
              <a:t> </a:t>
            </a:r>
            <a:r>
              <a:rPr lang="en-US" sz="700" i="1" err="1">
                <a:solidFill>
                  <a:srgbClr val="FF0000"/>
                </a:solidFill>
                <a:latin typeface="Aptos Narrow"/>
                <a:cs typeface="Arial"/>
              </a:rPr>
              <a:t>mã</a:t>
            </a:r>
            <a:r>
              <a:rPr lang="en-US" sz="700" i="1">
                <a:solidFill>
                  <a:srgbClr val="FF0000"/>
                </a:solidFill>
                <a:latin typeface="Aptos Narrow"/>
                <a:cs typeface="Arial"/>
              </a:rPr>
              <a:t> </a:t>
            </a:r>
            <a:r>
              <a:rPr lang="en-US" sz="700" i="1" err="1">
                <a:solidFill>
                  <a:srgbClr val="FF0000"/>
                </a:solidFill>
                <a:latin typeface="Aptos Narrow"/>
                <a:cs typeface="Arial"/>
              </a:rPr>
              <a:t>hóa</a:t>
            </a:r>
            <a:r>
              <a:rPr lang="en-US" sz="700" i="1">
                <a:solidFill>
                  <a:srgbClr val="FF0000"/>
                </a:solidFill>
                <a:latin typeface="Aptos Narrow"/>
                <a:cs typeface="Arial"/>
              </a:rPr>
              <a:t> </a:t>
            </a:r>
            <a:r>
              <a:rPr lang="en-US" sz="700" i="1" err="1">
                <a:solidFill>
                  <a:srgbClr val="FF0000"/>
                </a:solidFill>
                <a:latin typeface="Aptos Narrow"/>
                <a:cs typeface="Arial"/>
              </a:rPr>
              <a:t>của</a:t>
            </a:r>
            <a:r>
              <a:rPr lang="en-US" sz="700" i="1">
                <a:solidFill>
                  <a:srgbClr val="FF0000"/>
                </a:solidFill>
                <a:latin typeface="Aptos Narrow"/>
                <a:cs typeface="Arial"/>
              </a:rPr>
              <a:t> </a:t>
            </a:r>
            <a:r>
              <a:rPr lang="en-US" sz="700" i="1" err="1">
                <a:solidFill>
                  <a:srgbClr val="FF0000"/>
                </a:solidFill>
                <a:latin typeface="Aptos Narrow"/>
                <a:cs typeface="Arial"/>
              </a:rPr>
              <a:t>thẻ</a:t>
            </a:r>
            <a:r>
              <a:rPr lang="en-US" sz="700" i="1">
                <a:solidFill>
                  <a:srgbClr val="FF0000"/>
                </a:solidFill>
                <a:latin typeface="Aptos Narrow"/>
                <a:cs typeface="Arial"/>
              </a:rPr>
              <a:t> CCCD </a:t>
            </a:r>
            <a:r>
              <a:rPr lang="en-US" sz="700" i="1" err="1">
                <a:solidFill>
                  <a:srgbClr val="FF0000"/>
                </a:solidFill>
                <a:latin typeface="Aptos Narrow"/>
                <a:cs typeface="Arial"/>
              </a:rPr>
              <a:t>hoặc</a:t>
            </a:r>
            <a:r>
              <a:rPr lang="en-US" sz="700" i="1">
                <a:solidFill>
                  <a:srgbClr val="FF0000"/>
                </a:solidFill>
                <a:latin typeface="Aptos Narrow"/>
                <a:cs typeface="Arial"/>
              </a:rPr>
              <a:t> </a:t>
            </a:r>
            <a:r>
              <a:rPr lang="en-US" sz="700" i="1" err="1">
                <a:solidFill>
                  <a:srgbClr val="FF0000"/>
                </a:solidFill>
                <a:latin typeface="Aptos Narrow"/>
                <a:cs typeface="Arial"/>
              </a:rPr>
              <a:t>thẻ</a:t>
            </a:r>
            <a:r>
              <a:rPr lang="en-US" sz="700" i="1">
                <a:solidFill>
                  <a:srgbClr val="FF0000"/>
                </a:solidFill>
                <a:latin typeface="Aptos Narrow"/>
                <a:cs typeface="Arial"/>
              </a:rPr>
              <a:t> CC   </a:t>
            </a:r>
            <a:r>
              <a:rPr lang="en-US" sz="700" i="1" err="1">
                <a:solidFill>
                  <a:srgbClr val="FF0000"/>
                </a:solidFill>
                <a:latin typeface="Aptos Narrow"/>
                <a:cs typeface="Arial"/>
              </a:rPr>
              <a:t>đã</a:t>
            </a:r>
            <a:r>
              <a:rPr lang="en-US" sz="700" i="1">
                <a:solidFill>
                  <a:srgbClr val="FF0000"/>
                </a:solidFill>
                <a:latin typeface="Aptos Narrow"/>
                <a:cs typeface="Arial"/>
              </a:rPr>
              <a:t> </a:t>
            </a:r>
            <a:r>
              <a:rPr lang="en-US" sz="700" i="1" err="1">
                <a:solidFill>
                  <a:srgbClr val="FF0000"/>
                </a:solidFill>
                <a:latin typeface="Aptos Narrow"/>
                <a:cs typeface="Arial"/>
              </a:rPr>
              <a:t>được</a:t>
            </a:r>
            <a:r>
              <a:rPr lang="en-US" sz="700" i="1">
                <a:solidFill>
                  <a:srgbClr val="FF0000"/>
                </a:solidFill>
                <a:latin typeface="Aptos Narrow"/>
                <a:cs typeface="Arial"/>
              </a:rPr>
              <a:t> </a:t>
            </a:r>
            <a:r>
              <a:rPr lang="en-US" sz="700" i="1" err="1">
                <a:solidFill>
                  <a:srgbClr val="FF0000"/>
                </a:solidFill>
                <a:latin typeface="Aptos Narrow"/>
                <a:cs typeface="Arial"/>
              </a:rPr>
              <a:t>xác</a:t>
            </a:r>
            <a:r>
              <a:rPr lang="en-US" sz="700" i="1">
                <a:solidFill>
                  <a:srgbClr val="FF0000"/>
                </a:solidFill>
                <a:latin typeface="Aptos Narrow"/>
                <a:cs typeface="Arial"/>
              </a:rPr>
              <a:t> </a:t>
            </a:r>
            <a:r>
              <a:rPr lang="en-US" sz="700" i="1" err="1">
                <a:solidFill>
                  <a:srgbClr val="FF0000"/>
                </a:solidFill>
                <a:latin typeface="Aptos Narrow"/>
                <a:cs typeface="Arial"/>
              </a:rPr>
              <a:t>thực</a:t>
            </a:r>
            <a:r>
              <a:rPr lang="en-US" sz="700" i="1">
                <a:solidFill>
                  <a:srgbClr val="FF0000"/>
                </a:solidFill>
                <a:latin typeface="Aptos Narrow"/>
                <a:cs typeface="Arial"/>
              </a:rPr>
              <a:t> </a:t>
            </a:r>
            <a:r>
              <a:rPr lang="en-US" sz="700" i="1" err="1">
                <a:solidFill>
                  <a:srgbClr val="FF0000"/>
                </a:solidFill>
                <a:latin typeface="Aptos Narrow"/>
                <a:cs typeface="Arial"/>
              </a:rPr>
              <a:t>chính</a:t>
            </a:r>
            <a:r>
              <a:rPr lang="en-US" sz="700" i="1">
                <a:solidFill>
                  <a:srgbClr val="FF0000"/>
                </a:solidFill>
                <a:latin typeface="Aptos Narrow"/>
                <a:cs typeface="Arial"/>
              </a:rPr>
              <a:t> </a:t>
            </a:r>
            <a:r>
              <a:rPr lang="en-US" sz="700" i="1" err="1">
                <a:solidFill>
                  <a:srgbClr val="FF0000"/>
                </a:solidFill>
                <a:latin typeface="Aptos Narrow"/>
                <a:cs typeface="Arial"/>
              </a:rPr>
              <a:t>xác</a:t>
            </a:r>
            <a:r>
              <a:rPr lang="en-US" sz="700" i="1">
                <a:solidFill>
                  <a:srgbClr val="FF0000"/>
                </a:solidFill>
                <a:latin typeface="Aptos Narrow"/>
                <a:cs typeface="Arial"/>
              </a:rPr>
              <a:t> </a:t>
            </a:r>
            <a:r>
              <a:rPr lang="en-US" sz="700" i="1" err="1">
                <a:solidFill>
                  <a:srgbClr val="FF0000"/>
                </a:solidFill>
                <a:latin typeface="Aptos Narrow"/>
                <a:cs typeface="Arial"/>
              </a:rPr>
              <a:t>là</a:t>
            </a:r>
            <a:r>
              <a:rPr lang="en-US" sz="700" i="1">
                <a:solidFill>
                  <a:srgbClr val="FF0000"/>
                </a:solidFill>
                <a:latin typeface="Aptos Narrow"/>
                <a:cs typeface="Arial"/>
              </a:rPr>
              <a:t> do </a:t>
            </a:r>
            <a:r>
              <a:rPr lang="en-US" sz="700" i="1" err="1">
                <a:solidFill>
                  <a:srgbClr val="FF0000"/>
                </a:solidFill>
                <a:latin typeface="Aptos Narrow"/>
                <a:cs typeface="Arial"/>
              </a:rPr>
              <a:t>cơ</a:t>
            </a:r>
            <a:r>
              <a:rPr lang="en-US" sz="700" i="1">
                <a:solidFill>
                  <a:srgbClr val="FF0000"/>
                </a:solidFill>
                <a:latin typeface="Aptos Narrow"/>
                <a:cs typeface="Arial"/>
              </a:rPr>
              <a:t> </a:t>
            </a:r>
            <a:r>
              <a:rPr lang="en-US" sz="700" i="1" err="1">
                <a:solidFill>
                  <a:srgbClr val="FF0000"/>
                </a:solidFill>
                <a:latin typeface="Aptos Narrow"/>
                <a:cs typeface="Arial"/>
              </a:rPr>
              <a:t>quan</a:t>
            </a:r>
            <a:r>
              <a:rPr lang="en-US" sz="700" i="1">
                <a:solidFill>
                  <a:srgbClr val="FF0000"/>
                </a:solidFill>
                <a:latin typeface="Aptos Narrow"/>
                <a:cs typeface="Arial"/>
              </a:rPr>
              <a:t> Công an </a:t>
            </a:r>
            <a:r>
              <a:rPr lang="en-US" sz="700" i="1" err="1">
                <a:solidFill>
                  <a:srgbClr val="FF0000"/>
                </a:solidFill>
                <a:latin typeface="Aptos Narrow"/>
                <a:cs typeface="Arial"/>
              </a:rPr>
              <a:t>cấp</a:t>
            </a:r>
            <a:r>
              <a:rPr lang="en-US" sz="700" i="1">
                <a:solidFill>
                  <a:srgbClr val="FF0000"/>
                </a:solidFill>
                <a:latin typeface="Aptos Narrow"/>
                <a:cs typeface="Arial"/>
              </a:rPr>
              <a:t>, </a:t>
            </a:r>
            <a:r>
              <a:rPr lang="en-US" sz="700" i="1" err="1">
                <a:solidFill>
                  <a:srgbClr val="FF0000"/>
                </a:solidFill>
                <a:latin typeface="Aptos Narrow"/>
                <a:cs typeface="Arial"/>
              </a:rPr>
              <a:t>hoặc</a:t>
            </a:r>
            <a:r>
              <a:rPr lang="en-US" sz="700" i="1">
                <a:solidFill>
                  <a:srgbClr val="FF0000"/>
                </a:solidFill>
                <a:latin typeface="Aptos Narrow"/>
                <a:cs typeface="Arial"/>
              </a:rPr>
              <a:t> </a:t>
            </a:r>
            <a:r>
              <a:rPr lang="en-US" sz="700" i="1" err="1">
                <a:solidFill>
                  <a:srgbClr val="FF0000"/>
                </a:solidFill>
                <a:latin typeface="Aptos Narrow"/>
                <a:cs typeface="Arial"/>
              </a:rPr>
              <a:t>với</a:t>
            </a:r>
            <a:r>
              <a:rPr lang="en-US" sz="700" i="1">
                <a:solidFill>
                  <a:srgbClr val="FF0000"/>
                </a:solidFill>
                <a:latin typeface="Aptos Narrow"/>
                <a:cs typeface="Arial"/>
              </a:rPr>
              <a:t> </a:t>
            </a:r>
            <a:r>
              <a:rPr lang="en-US" sz="700" i="1" err="1">
                <a:solidFill>
                  <a:srgbClr val="FF0000"/>
                </a:solidFill>
                <a:latin typeface="Aptos Narrow"/>
                <a:cs typeface="Arial"/>
              </a:rPr>
              <a:t>dữ</a:t>
            </a:r>
            <a:r>
              <a:rPr lang="en-US" sz="700" i="1">
                <a:solidFill>
                  <a:srgbClr val="FF0000"/>
                </a:solidFill>
                <a:latin typeface="Aptos Narrow"/>
                <a:cs typeface="Arial"/>
              </a:rPr>
              <a:t> </a:t>
            </a:r>
            <a:r>
              <a:rPr lang="en-US" sz="700" i="1" err="1">
                <a:solidFill>
                  <a:srgbClr val="FF0000"/>
                </a:solidFill>
                <a:latin typeface="Aptos Narrow"/>
                <a:cs typeface="Arial"/>
              </a:rPr>
              <a:t>liệu</a:t>
            </a:r>
            <a:r>
              <a:rPr lang="en-US" sz="700" i="1">
                <a:solidFill>
                  <a:srgbClr val="FF0000"/>
                </a:solidFill>
                <a:latin typeface="Aptos Narrow"/>
                <a:cs typeface="Arial"/>
              </a:rPr>
              <a:t> </a:t>
            </a:r>
            <a:r>
              <a:rPr lang="en-US" sz="700" i="1" err="1">
                <a:solidFill>
                  <a:srgbClr val="FF0000"/>
                </a:solidFill>
                <a:latin typeface="Aptos Narrow"/>
                <a:cs typeface="Arial"/>
              </a:rPr>
              <a:t>sinh</a:t>
            </a:r>
            <a:r>
              <a:rPr lang="en-US" sz="700" i="1">
                <a:solidFill>
                  <a:srgbClr val="FF0000"/>
                </a:solidFill>
                <a:latin typeface="Aptos Narrow"/>
                <a:cs typeface="Arial"/>
              </a:rPr>
              <a:t> </a:t>
            </a:r>
            <a:r>
              <a:rPr lang="en-US" sz="700" i="1" err="1">
                <a:solidFill>
                  <a:srgbClr val="FF0000"/>
                </a:solidFill>
                <a:latin typeface="Aptos Narrow"/>
                <a:cs typeface="Arial"/>
              </a:rPr>
              <a:t>trắc</a:t>
            </a:r>
            <a:r>
              <a:rPr lang="en-US" sz="700" i="1">
                <a:solidFill>
                  <a:srgbClr val="FF0000"/>
                </a:solidFill>
                <a:latin typeface="Aptos Narrow"/>
                <a:cs typeface="Arial"/>
              </a:rPr>
              <a:t> </a:t>
            </a:r>
            <a:r>
              <a:rPr lang="en-US" sz="700" i="1" err="1">
                <a:solidFill>
                  <a:srgbClr val="FF0000"/>
                </a:solidFill>
                <a:latin typeface="Aptos Narrow"/>
                <a:cs typeface="Arial"/>
              </a:rPr>
              <a:t>học</a:t>
            </a:r>
            <a:r>
              <a:rPr lang="en-US" sz="700" i="1">
                <a:solidFill>
                  <a:srgbClr val="FF0000"/>
                </a:solidFill>
                <a:latin typeface="Aptos Narrow"/>
                <a:cs typeface="Arial"/>
              </a:rPr>
              <a:t> </a:t>
            </a:r>
            <a:r>
              <a:rPr lang="en-US" sz="700" i="1" err="1">
                <a:solidFill>
                  <a:srgbClr val="FF0000"/>
                </a:solidFill>
                <a:latin typeface="Aptos Narrow"/>
                <a:cs typeface="Arial"/>
              </a:rPr>
              <a:t>của</a:t>
            </a:r>
            <a:r>
              <a:rPr lang="en-US" sz="700" i="1">
                <a:solidFill>
                  <a:srgbClr val="FF0000"/>
                </a:solidFill>
                <a:latin typeface="Aptos Narrow"/>
                <a:cs typeface="Arial"/>
              </a:rPr>
              <a:t> </a:t>
            </a:r>
            <a:r>
              <a:rPr lang="en-US" sz="700" i="1" err="1">
                <a:solidFill>
                  <a:srgbClr val="FF0000"/>
                </a:solidFill>
                <a:latin typeface="Aptos Narrow"/>
                <a:cs typeface="Arial"/>
              </a:rPr>
              <a:t>người</a:t>
            </a:r>
            <a:r>
              <a:rPr lang="en-US" sz="700" i="1">
                <a:solidFill>
                  <a:srgbClr val="FF0000"/>
                </a:solidFill>
                <a:latin typeface="Aptos Narrow"/>
                <a:cs typeface="Arial"/>
              </a:rPr>
              <a:t> </a:t>
            </a:r>
            <a:r>
              <a:rPr lang="en-US" sz="700" i="1" err="1">
                <a:solidFill>
                  <a:srgbClr val="FF0000"/>
                </a:solidFill>
                <a:latin typeface="Aptos Narrow"/>
                <a:cs typeface="Arial"/>
              </a:rPr>
              <a:t>đó</a:t>
            </a:r>
            <a:r>
              <a:rPr lang="en-US" sz="700" i="1">
                <a:solidFill>
                  <a:srgbClr val="FF0000"/>
                </a:solidFill>
                <a:latin typeface="Aptos Narrow"/>
                <a:cs typeface="Arial"/>
              </a:rPr>
              <a:t> </a:t>
            </a:r>
            <a:r>
              <a:rPr lang="en-US" sz="700" i="1" err="1">
                <a:solidFill>
                  <a:srgbClr val="FF0000"/>
                </a:solidFill>
                <a:latin typeface="Aptos Narrow"/>
                <a:cs typeface="Arial"/>
              </a:rPr>
              <a:t>thông</a:t>
            </a:r>
            <a:r>
              <a:rPr lang="en-US" sz="700" i="1">
                <a:solidFill>
                  <a:srgbClr val="FF0000"/>
                </a:solidFill>
                <a:latin typeface="Aptos Narrow"/>
                <a:cs typeface="Arial"/>
              </a:rPr>
              <a:t> qua </a:t>
            </a:r>
            <a:r>
              <a:rPr lang="en-US" sz="700" i="1" err="1">
                <a:solidFill>
                  <a:srgbClr val="FF0000"/>
                </a:solidFill>
                <a:latin typeface="Aptos Narrow"/>
                <a:cs typeface="Arial"/>
              </a:rPr>
              <a:t>xác</a:t>
            </a:r>
            <a:r>
              <a:rPr lang="en-US" sz="700" i="1">
                <a:solidFill>
                  <a:srgbClr val="FF0000"/>
                </a:solidFill>
                <a:latin typeface="Aptos Narrow"/>
                <a:cs typeface="Arial"/>
              </a:rPr>
              <a:t> </a:t>
            </a:r>
            <a:r>
              <a:rPr lang="en-US" sz="700" i="1" err="1">
                <a:solidFill>
                  <a:srgbClr val="FF0000"/>
                </a:solidFill>
                <a:latin typeface="Aptos Narrow"/>
                <a:cs typeface="Arial"/>
              </a:rPr>
              <a:t>thực</a:t>
            </a:r>
            <a:r>
              <a:rPr lang="en-US" sz="700" i="1">
                <a:solidFill>
                  <a:srgbClr val="FF0000"/>
                </a:solidFill>
                <a:latin typeface="Aptos Narrow"/>
                <a:cs typeface="Arial"/>
              </a:rPr>
              <a:t> </a:t>
            </a:r>
            <a:r>
              <a:rPr lang="en-US" sz="700" i="1" err="1">
                <a:solidFill>
                  <a:srgbClr val="FF0000"/>
                </a:solidFill>
                <a:latin typeface="Aptos Narrow"/>
                <a:cs typeface="Arial"/>
              </a:rPr>
              <a:t>tài</a:t>
            </a:r>
            <a:r>
              <a:rPr lang="en-US" sz="700" i="1">
                <a:solidFill>
                  <a:srgbClr val="FF0000"/>
                </a:solidFill>
                <a:latin typeface="Aptos Narrow"/>
                <a:cs typeface="Arial"/>
              </a:rPr>
              <a:t> </a:t>
            </a:r>
            <a:r>
              <a:rPr lang="en-US" sz="700" i="1" err="1">
                <a:solidFill>
                  <a:srgbClr val="FF0000"/>
                </a:solidFill>
                <a:latin typeface="Aptos Narrow"/>
                <a:cs typeface="Arial"/>
              </a:rPr>
              <a:t>khoản</a:t>
            </a:r>
            <a:r>
              <a:rPr lang="en-US" sz="700" i="1">
                <a:solidFill>
                  <a:srgbClr val="FF0000"/>
                </a:solidFill>
                <a:latin typeface="Aptos Narrow"/>
                <a:cs typeface="Arial"/>
              </a:rPr>
              <a:t> </a:t>
            </a:r>
            <a:r>
              <a:rPr lang="en-US" sz="700" i="1" err="1">
                <a:solidFill>
                  <a:srgbClr val="FF0000"/>
                </a:solidFill>
                <a:latin typeface="Aptos Narrow"/>
                <a:cs typeface="Arial"/>
              </a:rPr>
              <a:t>định</a:t>
            </a:r>
            <a:r>
              <a:rPr lang="en-US" sz="700" i="1">
                <a:solidFill>
                  <a:srgbClr val="FF0000"/>
                </a:solidFill>
                <a:latin typeface="Aptos Narrow"/>
                <a:cs typeface="Arial"/>
              </a:rPr>
              <a:t> </a:t>
            </a:r>
            <a:r>
              <a:rPr lang="en-US" sz="700" i="1" err="1">
                <a:solidFill>
                  <a:srgbClr val="FF0000"/>
                </a:solidFill>
                <a:latin typeface="Aptos Narrow"/>
                <a:cs typeface="Arial"/>
              </a:rPr>
              <a:t>danh</a:t>
            </a:r>
            <a:r>
              <a:rPr lang="en-US" sz="700" i="1">
                <a:solidFill>
                  <a:srgbClr val="FF0000"/>
                </a:solidFill>
                <a:latin typeface="Aptos Narrow"/>
                <a:cs typeface="Arial"/>
              </a:rPr>
              <a:t> </a:t>
            </a:r>
            <a:r>
              <a:rPr lang="en-US" sz="700" i="1" err="1">
                <a:solidFill>
                  <a:srgbClr val="FF0000"/>
                </a:solidFill>
                <a:latin typeface="Aptos Narrow"/>
                <a:cs typeface="Arial"/>
              </a:rPr>
              <a:t>điện</a:t>
            </a:r>
            <a:r>
              <a:rPr lang="en-US" sz="700" i="1">
                <a:solidFill>
                  <a:srgbClr val="FF0000"/>
                </a:solidFill>
                <a:latin typeface="Aptos Narrow"/>
                <a:cs typeface="Arial"/>
              </a:rPr>
              <a:t> </a:t>
            </a:r>
            <a:r>
              <a:rPr lang="en-US" sz="700" i="1" err="1">
                <a:solidFill>
                  <a:srgbClr val="FF0000"/>
                </a:solidFill>
                <a:latin typeface="Aptos Narrow"/>
                <a:cs typeface="Arial"/>
              </a:rPr>
              <a:t>tử</a:t>
            </a:r>
            <a:r>
              <a:rPr lang="en-US" sz="700" i="1">
                <a:solidFill>
                  <a:srgbClr val="FF0000"/>
                </a:solidFill>
                <a:latin typeface="Aptos Narrow"/>
                <a:cs typeface="Arial"/>
              </a:rPr>
              <a:t> do </a:t>
            </a:r>
            <a:r>
              <a:rPr lang="en-US" sz="700" i="1" err="1">
                <a:solidFill>
                  <a:srgbClr val="FF0000"/>
                </a:solidFill>
                <a:latin typeface="Aptos Narrow"/>
                <a:cs typeface="Arial"/>
              </a:rPr>
              <a:t>Hệ</a:t>
            </a:r>
            <a:r>
              <a:rPr lang="en-US" sz="700" i="1">
                <a:solidFill>
                  <a:srgbClr val="FF0000"/>
                </a:solidFill>
                <a:latin typeface="Aptos Narrow"/>
                <a:cs typeface="Arial"/>
              </a:rPr>
              <a:t> </a:t>
            </a:r>
            <a:r>
              <a:rPr lang="en-US" sz="700" i="1" err="1">
                <a:solidFill>
                  <a:srgbClr val="FF0000"/>
                </a:solidFill>
                <a:latin typeface="Aptos Narrow"/>
                <a:cs typeface="Arial"/>
              </a:rPr>
              <a:t>thống</a:t>
            </a:r>
            <a:r>
              <a:rPr lang="en-US" sz="700" i="1">
                <a:solidFill>
                  <a:srgbClr val="FF0000"/>
                </a:solidFill>
                <a:latin typeface="Aptos Narrow"/>
                <a:cs typeface="Arial"/>
              </a:rPr>
              <a:t> </a:t>
            </a:r>
            <a:r>
              <a:rPr lang="en-US" sz="700" i="1" err="1">
                <a:solidFill>
                  <a:srgbClr val="FF0000"/>
                </a:solidFill>
                <a:latin typeface="Aptos Narrow"/>
                <a:cs typeface="Arial"/>
              </a:rPr>
              <a:t>định</a:t>
            </a:r>
            <a:r>
              <a:rPr lang="en-US" sz="700" i="1">
                <a:solidFill>
                  <a:srgbClr val="FF0000"/>
                </a:solidFill>
                <a:latin typeface="Aptos Narrow"/>
                <a:cs typeface="Arial"/>
              </a:rPr>
              <a:t> </a:t>
            </a:r>
            <a:r>
              <a:rPr lang="en-US" sz="700" i="1" err="1">
                <a:solidFill>
                  <a:srgbClr val="FF0000"/>
                </a:solidFill>
                <a:latin typeface="Aptos Narrow"/>
                <a:cs typeface="Arial"/>
              </a:rPr>
              <a:t>danh</a:t>
            </a:r>
            <a:r>
              <a:rPr lang="en-US" sz="700" i="1">
                <a:solidFill>
                  <a:srgbClr val="FF0000"/>
                </a:solidFill>
                <a:latin typeface="Aptos Narrow"/>
                <a:cs typeface="Arial"/>
              </a:rPr>
              <a:t> </a:t>
            </a:r>
            <a:r>
              <a:rPr lang="en-US" sz="700" i="1" err="1">
                <a:solidFill>
                  <a:srgbClr val="FF0000"/>
                </a:solidFill>
                <a:latin typeface="Aptos Narrow"/>
                <a:cs typeface="Arial"/>
              </a:rPr>
              <a:t>và</a:t>
            </a:r>
            <a:r>
              <a:rPr lang="en-US" sz="700" i="1">
                <a:solidFill>
                  <a:srgbClr val="FF0000"/>
                </a:solidFill>
                <a:latin typeface="Aptos Narrow"/>
                <a:cs typeface="Arial"/>
              </a:rPr>
              <a:t> </a:t>
            </a:r>
            <a:r>
              <a:rPr lang="en-US" sz="700" i="1" err="1">
                <a:solidFill>
                  <a:srgbClr val="FF0000"/>
                </a:solidFill>
                <a:latin typeface="Aptos Narrow"/>
                <a:cs typeface="Arial"/>
              </a:rPr>
              <a:t>xác</a:t>
            </a:r>
            <a:r>
              <a:rPr lang="en-US" sz="700" i="1">
                <a:solidFill>
                  <a:srgbClr val="FF0000"/>
                </a:solidFill>
                <a:latin typeface="Aptos Narrow"/>
                <a:cs typeface="Arial"/>
              </a:rPr>
              <a:t> </a:t>
            </a:r>
            <a:r>
              <a:rPr lang="en-US" sz="700" i="1" err="1">
                <a:solidFill>
                  <a:srgbClr val="FF0000"/>
                </a:solidFill>
                <a:latin typeface="Aptos Narrow"/>
                <a:cs typeface="Arial"/>
              </a:rPr>
              <a:t>thực</a:t>
            </a:r>
            <a:r>
              <a:rPr lang="en-US" sz="700" i="1">
                <a:solidFill>
                  <a:srgbClr val="FF0000"/>
                </a:solidFill>
                <a:latin typeface="Aptos Narrow"/>
                <a:cs typeface="Arial"/>
              </a:rPr>
              <a:t> </a:t>
            </a:r>
            <a:r>
              <a:rPr lang="en-US" sz="700" i="1" err="1">
                <a:solidFill>
                  <a:srgbClr val="FF0000"/>
                </a:solidFill>
                <a:latin typeface="Aptos Narrow"/>
                <a:cs typeface="Arial"/>
              </a:rPr>
              <a:t>điện</a:t>
            </a:r>
            <a:r>
              <a:rPr lang="en-US" sz="700" i="1">
                <a:solidFill>
                  <a:srgbClr val="FF0000"/>
                </a:solidFill>
                <a:latin typeface="Aptos Narrow"/>
                <a:cs typeface="Arial"/>
              </a:rPr>
              <a:t> </a:t>
            </a:r>
            <a:r>
              <a:rPr lang="en-US" sz="700" i="1" err="1">
                <a:solidFill>
                  <a:srgbClr val="FF0000"/>
                </a:solidFill>
                <a:latin typeface="Aptos Narrow"/>
                <a:cs typeface="Arial"/>
              </a:rPr>
              <a:t>tử</a:t>
            </a:r>
            <a:r>
              <a:rPr lang="en-US" sz="700" i="1">
                <a:solidFill>
                  <a:srgbClr val="FF0000"/>
                </a:solidFill>
                <a:latin typeface="Aptos Narrow"/>
                <a:cs typeface="Arial"/>
              </a:rPr>
              <a:t> </a:t>
            </a:r>
            <a:r>
              <a:rPr lang="en-US" sz="700" i="1" err="1">
                <a:solidFill>
                  <a:srgbClr val="FF0000"/>
                </a:solidFill>
                <a:latin typeface="Aptos Narrow"/>
                <a:cs typeface="Arial"/>
              </a:rPr>
              <a:t>tạo</a:t>
            </a:r>
            <a:r>
              <a:rPr lang="en-US" sz="700" i="1">
                <a:solidFill>
                  <a:srgbClr val="FF0000"/>
                </a:solidFill>
                <a:latin typeface="Aptos Narrow"/>
                <a:cs typeface="Arial"/>
              </a:rPr>
              <a:t> </a:t>
            </a:r>
            <a:r>
              <a:rPr lang="en-US" sz="700" i="1" err="1">
                <a:solidFill>
                  <a:srgbClr val="FF0000"/>
                </a:solidFill>
                <a:latin typeface="Aptos Narrow"/>
                <a:cs typeface="Arial"/>
              </a:rPr>
              <a:t>lập</a:t>
            </a:r>
            <a:r>
              <a:rPr lang="en-US" sz="700" i="1">
                <a:solidFill>
                  <a:srgbClr val="FF0000"/>
                </a:solidFill>
                <a:latin typeface="Aptos Narrow"/>
                <a:cs typeface="Arial"/>
              </a:rPr>
              <a:t>; </a:t>
            </a:r>
            <a:endParaRPr lang="en-US">
              <a:solidFill>
                <a:srgbClr val="FF0000"/>
              </a:solidFill>
            </a:endParaRPr>
          </a:p>
          <a:p>
            <a:pPr marL="171450" indent="-171450">
              <a:lnSpc>
                <a:spcPct val="95000"/>
              </a:lnSpc>
              <a:buFont typeface="Calibri"/>
              <a:buChar char="-"/>
            </a:pPr>
            <a:r>
              <a:rPr lang="en-US" sz="700" i="1">
                <a:solidFill>
                  <a:srgbClr val="FF0000"/>
                </a:solidFill>
                <a:latin typeface="Aptos Narrow"/>
                <a:cs typeface="Arial"/>
              </a:rPr>
              <a:t>c) </a:t>
            </a:r>
            <a:r>
              <a:rPr lang="en-US" sz="700" i="1" err="1">
                <a:solidFill>
                  <a:srgbClr val="FF0000"/>
                </a:solidFill>
                <a:latin typeface="Aptos Narrow"/>
                <a:cs typeface="Arial"/>
              </a:rPr>
              <a:t>Dữ</a:t>
            </a:r>
            <a:r>
              <a:rPr lang="en-US" sz="700" i="1">
                <a:solidFill>
                  <a:srgbClr val="FF0000"/>
                </a:solidFill>
                <a:latin typeface="Aptos Narrow"/>
                <a:cs typeface="Arial"/>
              </a:rPr>
              <a:t> </a:t>
            </a:r>
            <a:r>
              <a:rPr lang="en-US" sz="700" i="1" err="1">
                <a:solidFill>
                  <a:srgbClr val="FF0000"/>
                </a:solidFill>
                <a:latin typeface="Aptos Narrow"/>
                <a:cs typeface="Arial"/>
              </a:rPr>
              <a:t>liệu</a:t>
            </a:r>
            <a:r>
              <a:rPr lang="en-US" sz="700" i="1">
                <a:solidFill>
                  <a:srgbClr val="FF0000"/>
                </a:solidFill>
                <a:latin typeface="Aptos Narrow"/>
                <a:cs typeface="Arial"/>
              </a:rPr>
              <a:t> </a:t>
            </a:r>
            <a:r>
              <a:rPr lang="en-US" sz="700" i="1" err="1">
                <a:solidFill>
                  <a:srgbClr val="FF0000"/>
                </a:solidFill>
                <a:latin typeface="Aptos Narrow"/>
                <a:cs typeface="Arial"/>
              </a:rPr>
              <a:t>sinh</a:t>
            </a:r>
            <a:r>
              <a:rPr lang="en-US" sz="700" i="1">
                <a:solidFill>
                  <a:srgbClr val="FF0000"/>
                </a:solidFill>
                <a:latin typeface="Aptos Narrow"/>
                <a:cs typeface="Arial"/>
              </a:rPr>
              <a:t> </a:t>
            </a:r>
            <a:r>
              <a:rPr lang="en-US" sz="700" i="1" err="1">
                <a:solidFill>
                  <a:srgbClr val="FF0000"/>
                </a:solidFill>
                <a:latin typeface="Aptos Narrow"/>
                <a:cs typeface="Arial"/>
              </a:rPr>
              <a:t>trắc</a:t>
            </a:r>
            <a:r>
              <a:rPr lang="en-US" sz="700" i="1">
                <a:solidFill>
                  <a:srgbClr val="FF0000"/>
                </a:solidFill>
                <a:latin typeface="Aptos Narrow"/>
                <a:cs typeface="Arial"/>
              </a:rPr>
              <a:t> </a:t>
            </a:r>
            <a:r>
              <a:rPr lang="en-US" sz="700" i="1" err="1">
                <a:solidFill>
                  <a:srgbClr val="FF0000"/>
                </a:solidFill>
                <a:latin typeface="Aptos Narrow"/>
                <a:cs typeface="Arial"/>
              </a:rPr>
              <a:t>học</a:t>
            </a:r>
            <a:r>
              <a:rPr lang="en-US" sz="700" i="1">
                <a:solidFill>
                  <a:srgbClr val="FF0000"/>
                </a:solidFill>
                <a:latin typeface="Aptos Narrow"/>
                <a:cs typeface="Arial"/>
              </a:rPr>
              <a:t> </a:t>
            </a:r>
            <a:r>
              <a:rPr lang="en-US" sz="700" i="1" err="1">
                <a:solidFill>
                  <a:srgbClr val="FF0000"/>
                </a:solidFill>
                <a:latin typeface="Aptos Narrow"/>
                <a:cs typeface="Arial"/>
              </a:rPr>
              <a:t>của</a:t>
            </a:r>
            <a:r>
              <a:rPr lang="en-US" sz="700" i="1">
                <a:solidFill>
                  <a:srgbClr val="FF0000"/>
                </a:solidFill>
                <a:latin typeface="Aptos Narrow"/>
                <a:cs typeface="Arial"/>
              </a:rPr>
              <a:t> </a:t>
            </a:r>
            <a:r>
              <a:rPr lang="en-US" sz="700" i="1" err="1">
                <a:solidFill>
                  <a:srgbClr val="FF0000"/>
                </a:solidFill>
                <a:latin typeface="Aptos Narrow"/>
                <a:cs typeface="Arial"/>
              </a:rPr>
              <a:t>người</a:t>
            </a:r>
            <a:r>
              <a:rPr lang="en-US" sz="700" i="1">
                <a:solidFill>
                  <a:srgbClr val="FF0000"/>
                </a:solidFill>
                <a:latin typeface="Aptos Narrow"/>
                <a:cs typeface="Arial"/>
              </a:rPr>
              <a:t> </a:t>
            </a:r>
            <a:r>
              <a:rPr lang="en-US" sz="700" i="1" err="1">
                <a:solidFill>
                  <a:srgbClr val="FF0000"/>
                </a:solidFill>
                <a:latin typeface="Aptos Narrow"/>
                <a:cs typeface="Arial"/>
              </a:rPr>
              <a:t>đó</a:t>
            </a:r>
            <a:r>
              <a:rPr lang="en-US" sz="700" i="1">
                <a:solidFill>
                  <a:srgbClr val="FF0000"/>
                </a:solidFill>
                <a:latin typeface="Aptos Narrow"/>
                <a:cs typeface="Arial"/>
              </a:rPr>
              <a:t> </a:t>
            </a:r>
            <a:r>
              <a:rPr lang="en-US" sz="700" i="1" err="1">
                <a:solidFill>
                  <a:srgbClr val="FF0000"/>
                </a:solidFill>
                <a:latin typeface="Aptos Narrow"/>
                <a:cs typeface="Arial"/>
              </a:rPr>
              <a:t>được</a:t>
            </a:r>
            <a:r>
              <a:rPr lang="en-US" sz="700" i="1">
                <a:solidFill>
                  <a:srgbClr val="FF0000"/>
                </a:solidFill>
                <a:latin typeface="Aptos Narrow"/>
                <a:cs typeface="Arial"/>
              </a:rPr>
              <a:t> </a:t>
            </a:r>
            <a:r>
              <a:rPr lang="en-US" sz="700" i="1" err="1">
                <a:solidFill>
                  <a:srgbClr val="FF0000"/>
                </a:solidFill>
                <a:latin typeface="Aptos Narrow"/>
                <a:cs typeface="Arial"/>
              </a:rPr>
              <a:t>lưu</a:t>
            </a:r>
            <a:r>
              <a:rPr lang="en-US" sz="700" i="1">
                <a:solidFill>
                  <a:srgbClr val="FF0000"/>
                </a:solidFill>
                <a:latin typeface="Aptos Narrow"/>
                <a:cs typeface="Arial"/>
              </a:rPr>
              <a:t> </a:t>
            </a:r>
            <a:r>
              <a:rPr lang="en-US" sz="700" i="1" err="1">
                <a:solidFill>
                  <a:srgbClr val="FF0000"/>
                </a:solidFill>
                <a:latin typeface="Aptos Narrow"/>
                <a:cs typeface="Arial"/>
              </a:rPr>
              <a:t>trong</a:t>
            </a:r>
            <a:r>
              <a:rPr lang="en-US" sz="700" i="1">
                <a:solidFill>
                  <a:srgbClr val="FF0000"/>
                </a:solidFill>
                <a:latin typeface="Aptos Narrow"/>
                <a:cs typeface="Arial"/>
              </a:rPr>
              <a:t> </a:t>
            </a:r>
            <a:r>
              <a:rPr lang="en-US" sz="700" i="1" err="1">
                <a:solidFill>
                  <a:srgbClr val="FF0000"/>
                </a:solidFill>
                <a:latin typeface="Aptos Narrow"/>
                <a:cs typeface="Arial"/>
              </a:rPr>
              <a:t>Cơ</a:t>
            </a:r>
            <a:r>
              <a:rPr lang="en-US" sz="700" i="1">
                <a:solidFill>
                  <a:srgbClr val="FF0000"/>
                </a:solidFill>
                <a:latin typeface="Aptos Narrow"/>
                <a:cs typeface="Arial"/>
              </a:rPr>
              <a:t> </a:t>
            </a:r>
            <a:r>
              <a:rPr lang="en-US" sz="700" i="1" err="1">
                <a:solidFill>
                  <a:srgbClr val="FF0000"/>
                </a:solidFill>
                <a:latin typeface="Aptos Narrow"/>
                <a:cs typeface="Arial"/>
              </a:rPr>
              <a:t>sở</a:t>
            </a:r>
            <a:r>
              <a:rPr lang="en-US" sz="700" i="1">
                <a:solidFill>
                  <a:srgbClr val="FF0000"/>
                </a:solidFill>
                <a:latin typeface="Aptos Narrow"/>
                <a:cs typeface="Arial"/>
              </a:rPr>
              <a:t> </a:t>
            </a:r>
            <a:r>
              <a:rPr lang="en-US" sz="700" i="1" err="1">
                <a:solidFill>
                  <a:srgbClr val="FF0000"/>
                </a:solidFill>
                <a:latin typeface="Aptos Narrow"/>
                <a:cs typeface="Arial"/>
              </a:rPr>
              <a:t>dữ</a:t>
            </a:r>
            <a:r>
              <a:rPr lang="en-US" sz="700" i="1">
                <a:solidFill>
                  <a:srgbClr val="FF0000"/>
                </a:solidFill>
                <a:latin typeface="Aptos Narrow"/>
                <a:cs typeface="Arial"/>
              </a:rPr>
              <a:t> </a:t>
            </a:r>
            <a:r>
              <a:rPr lang="en-US" sz="700" i="1" err="1">
                <a:solidFill>
                  <a:srgbClr val="FF0000"/>
                </a:solidFill>
                <a:latin typeface="Aptos Narrow"/>
                <a:cs typeface="Arial"/>
              </a:rPr>
              <a:t>liệu</a:t>
            </a:r>
            <a:r>
              <a:rPr lang="en-US" sz="700" i="1">
                <a:solidFill>
                  <a:srgbClr val="FF0000"/>
                </a:solidFill>
                <a:latin typeface="Aptos Narrow"/>
                <a:cs typeface="Arial"/>
              </a:rPr>
              <a:t> </a:t>
            </a:r>
            <a:r>
              <a:rPr lang="en-US" sz="700" i="1" err="1">
                <a:solidFill>
                  <a:srgbClr val="FF0000"/>
                </a:solidFill>
                <a:latin typeface="Aptos Narrow"/>
                <a:cs typeface="Arial"/>
              </a:rPr>
              <a:t>quốc</a:t>
            </a:r>
            <a:r>
              <a:rPr lang="en-US" sz="700" i="1">
                <a:solidFill>
                  <a:srgbClr val="FF0000"/>
                </a:solidFill>
                <a:latin typeface="Aptos Narrow"/>
                <a:cs typeface="Arial"/>
              </a:rPr>
              <a:t> </a:t>
            </a:r>
            <a:r>
              <a:rPr lang="en-US" sz="700" i="1" err="1">
                <a:solidFill>
                  <a:srgbClr val="FF0000"/>
                </a:solidFill>
                <a:latin typeface="Aptos Narrow"/>
                <a:cs typeface="Arial"/>
              </a:rPr>
              <a:t>gia</a:t>
            </a:r>
            <a:r>
              <a:rPr lang="en-US" sz="700" i="1">
                <a:solidFill>
                  <a:srgbClr val="FF0000"/>
                </a:solidFill>
                <a:latin typeface="Aptos Narrow"/>
                <a:cs typeface="Arial"/>
              </a:rPr>
              <a:t> </a:t>
            </a:r>
            <a:r>
              <a:rPr lang="en-US" sz="700" i="1" err="1">
                <a:solidFill>
                  <a:srgbClr val="FF0000"/>
                </a:solidFill>
                <a:latin typeface="Aptos Narrow"/>
                <a:cs typeface="Arial"/>
              </a:rPr>
              <a:t>về</a:t>
            </a:r>
            <a:r>
              <a:rPr lang="en-US" sz="700" i="1">
                <a:solidFill>
                  <a:srgbClr val="FF0000"/>
                </a:solidFill>
                <a:latin typeface="Aptos Narrow"/>
                <a:cs typeface="Arial"/>
              </a:rPr>
              <a:t> </a:t>
            </a:r>
            <a:r>
              <a:rPr lang="en-US" sz="700" i="1" err="1">
                <a:solidFill>
                  <a:srgbClr val="FF0000"/>
                </a:solidFill>
                <a:latin typeface="Aptos Narrow"/>
                <a:cs typeface="Arial"/>
              </a:rPr>
              <a:t>dân</a:t>
            </a:r>
            <a:r>
              <a:rPr lang="en-US" sz="700" i="1">
                <a:solidFill>
                  <a:srgbClr val="FF0000"/>
                </a:solidFill>
                <a:latin typeface="Aptos Narrow"/>
                <a:cs typeface="Arial"/>
              </a:rPr>
              <a:t> </a:t>
            </a:r>
            <a:r>
              <a:rPr lang="en-US" sz="700" i="1" err="1">
                <a:solidFill>
                  <a:srgbClr val="FF0000"/>
                </a:solidFill>
                <a:latin typeface="Aptos Narrow"/>
                <a:cs typeface="Arial"/>
              </a:rPr>
              <a:t>cư</a:t>
            </a:r>
            <a:r>
              <a:rPr lang="en-US" sz="700" i="1">
                <a:solidFill>
                  <a:srgbClr val="FF0000"/>
                </a:solidFill>
                <a:latin typeface="Aptos Narrow"/>
                <a:cs typeface="Arial"/>
              </a:rPr>
              <a:t> </a:t>
            </a:r>
            <a:r>
              <a:rPr lang="en-US" sz="700" i="1" err="1">
                <a:solidFill>
                  <a:srgbClr val="FF0000"/>
                </a:solidFill>
                <a:latin typeface="Aptos Narrow"/>
                <a:cs typeface="Arial"/>
              </a:rPr>
              <a:t>trong</a:t>
            </a:r>
            <a:r>
              <a:rPr lang="en-US" sz="700" i="1">
                <a:solidFill>
                  <a:srgbClr val="FF0000"/>
                </a:solidFill>
                <a:latin typeface="Aptos Narrow"/>
                <a:cs typeface="Arial"/>
              </a:rPr>
              <a:t> </a:t>
            </a:r>
            <a:r>
              <a:rPr lang="en-US" sz="700" i="1" err="1">
                <a:solidFill>
                  <a:srgbClr val="FF0000"/>
                </a:solidFill>
                <a:latin typeface="Aptos Narrow"/>
                <a:cs typeface="Arial"/>
              </a:rPr>
              <a:t>trường</a:t>
            </a:r>
            <a:r>
              <a:rPr lang="en-US" sz="700" i="1">
                <a:solidFill>
                  <a:srgbClr val="FF0000"/>
                </a:solidFill>
                <a:latin typeface="Aptos Narrow"/>
                <a:cs typeface="Arial"/>
              </a:rPr>
              <a:t> </a:t>
            </a:r>
            <a:r>
              <a:rPr lang="en-US" sz="700" i="1" err="1">
                <a:solidFill>
                  <a:srgbClr val="FF0000"/>
                </a:solidFill>
                <a:latin typeface="Aptos Narrow"/>
                <a:cs typeface="Arial"/>
              </a:rPr>
              <a:t>hợp</a:t>
            </a:r>
            <a:r>
              <a:rPr lang="en-US" sz="700" i="1">
                <a:solidFill>
                  <a:srgbClr val="FF0000"/>
                </a:solidFill>
                <a:latin typeface="Aptos Narrow"/>
                <a:cs typeface="Arial"/>
              </a:rPr>
              <a:t> </a:t>
            </a:r>
            <a:r>
              <a:rPr lang="en-US" sz="700" i="1" err="1">
                <a:solidFill>
                  <a:srgbClr val="FF0000"/>
                </a:solidFill>
                <a:latin typeface="Aptos Narrow"/>
                <a:cs typeface="Arial"/>
              </a:rPr>
              <a:t>sử</a:t>
            </a:r>
            <a:r>
              <a:rPr lang="en-US" sz="700" i="1">
                <a:solidFill>
                  <a:srgbClr val="FF0000"/>
                </a:solidFill>
                <a:latin typeface="Aptos Narrow"/>
                <a:cs typeface="Arial"/>
              </a:rPr>
              <a:t> </a:t>
            </a:r>
            <a:r>
              <a:rPr lang="en-US" sz="700" i="1" err="1">
                <a:solidFill>
                  <a:srgbClr val="FF0000"/>
                </a:solidFill>
                <a:latin typeface="Aptos Narrow"/>
                <a:cs typeface="Arial"/>
              </a:rPr>
              <a:t>dụng</a:t>
            </a:r>
            <a:r>
              <a:rPr lang="en-US" sz="700" i="1">
                <a:solidFill>
                  <a:srgbClr val="FF0000"/>
                </a:solidFill>
                <a:latin typeface="Aptos Narrow"/>
                <a:cs typeface="Arial"/>
              </a:rPr>
              <a:t> </a:t>
            </a:r>
            <a:r>
              <a:rPr lang="en-US" sz="700" i="1" err="1">
                <a:solidFill>
                  <a:srgbClr val="FF0000"/>
                </a:solidFill>
                <a:latin typeface="Aptos Narrow"/>
                <a:cs typeface="Arial"/>
              </a:rPr>
              <a:t>thẻ</a:t>
            </a:r>
            <a:r>
              <a:rPr lang="en-US" sz="700" i="1">
                <a:solidFill>
                  <a:srgbClr val="FF0000"/>
                </a:solidFill>
                <a:latin typeface="Aptos Narrow"/>
                <a:cs typeface="Arial"/>
              </a:rPr>
              <a:t> CCCD </a:t>
            </a:r>
            <a:r>
              <a:rPr lang="en-US" sz="700" i="1" err="1">
                <a:solidFill>
                  <a:srgbClr val="FF0000"/>
                </a:solidFill>
                <a:latin typeface="Aptos Narrow"/>
                <a:cs typeface="Arial"/>
              </a:rPr>
              <a:t>không</a:t>
            </a:r>
            <a:r>
              <a:rPr lang="en-US" sz="700" i="1">
                <a:solidFill>
                  <a:srgbClr val="FF0000"/>
                </a:solidFill>
                <a:latin typeface="Aptos Narrow"/>
                <a:cs typeface="Arial"/>
              </a:rPr>
              <a:t> </a:t>
            </a:r>
            <a:r>
              <a:rPr lang="en-US" sz="700" i="1" err="1">
                <a:solidFill>
                  <a:srgbClr val="FF0000"/>
                </a:solidFill>
                <a:latin typeface="Aptos Narrow"/>
                <a:cs typeface="Arial"/>
              </a:rPr>
              <a:t>có</a:t>
            </a:r>
            <a:r>
              <a:rPr lang="en-US" sz="700" i="1">
                <a:solidFill>
                  <a:srgbClr val="FF0000"/>
                </a:solidFill>
                <a:latin typeface="Aptos Narrow"/>
                <a:cs typeface="Arial"/>
              </a:rPr>
              <a:t> </a:t>
            </a:r>
            <a:r>
              <a:rPr lang="en-US" sz="700" i="1" err="1">
                <a:solidFill>
                  <a:srgbClr val="FF0000"/>
                </a:solidFill>
                <a:latin typeface="Aptos Narrow"/>
                <a:cs typeface="Arial"/>
              </a:rPr>
              <a:t>bộ</a:t>
            </a:r>
            <a:r>
              <a:rPr lang="en-US" sz="700" i="1">
                <a:solidFill>
                  <a:srgbClr val="FF0000"/>
                </a:solidFill>
                <a:latin typeface="Aptos Narrow"/>
                <a:cs typeface="Arial"/>
              </a:rPr>
              <a:t> </a:t>
            </a:r>
            <a:r>
              <a:rPr lang="en-US" sz="700" i="1" err="1">
                <a:solidFill>
                  <a:srgbClr val="FF0000"/>
                </a:solidFill>
                <a:latin typeface="Aptos Narrow"/>
                <a:cs typeface="Arial"/>
              </a:rPr>
              <a:t>phận</a:t>
            </a:r>
            <a:r>
              <a:rPr lang="en-US" sz="700" i="1">
                <a:solidFill>
                  <a:srgbClr val="FF0000"/>
                </a:solidFill>
                <a:latin typeface="Aptos Narrow"/>
                <a:cs typeface="Arial"/>
              </a:rPr>
              <a:t> </a:t>
            </a:r>
            <a:r>
              <a:rPr lang="en-US" sz="700" i="1" err="1">
                <a:solidFill>
                  <a:srgbClr val="FF0000"/>
                </a:solidFill>
                <a:latin typeface="Aptos Narrow"/>
                <a:cs typeface="Arial"/>
              </a:rPr>
              <a:t>lưu</a:t>
            </a:r>
            <a:r>
              <a:rPr lang="en-US" sz="700" i="1">
                <a:solidFill>
                  <a:srgbClr val="FF0000"/>
                </a:solidFill>
                <a:latin typeface="Aptos Narrow"/>
                <a:cs typeface="Arial"/>
              </a:rPr>
              <a:t> </a:t>
            </a:r>
            <a:r>
              <a:rPr lang="en-US" sz="700" i="1" err="1">
                <a:solidFill>
                  <a:srgbClr val="FF0000"/>
                </a:solidFill>
                <a:latin typeface="Aptos Narrow"/>
                <a:cs typeface="Arial"/>
              </a:rPr>
              <a:t>trữ</a:t>
            </a:r>
            <a:r>
              <a:rPr lang="en-US" sz="700" i="1">
                <a:solidFill>
                  <a:srgbClr val="FF0000"/>
                </a:solidFill>
                <a:latin typeface="Aptos Narrow"/>
                <a:cs typeface="Arial"/>
              </a:rPr>
              <a:t> </a:t>
            </a:r>
            <a:r>
              <a:rPr lang="en-US" sz="700" i="1" err="1">
                <a:solidFill>
                  <a:srgbClr val="FF0000"/>
                </a:solidFill>
                <a:latin typeface="Aptos Narrow"/>
                <a:cs typeface="Arial"/>
              </a:rPr>
              <a:t>thông</a:t>
            </a:r>
            <a:r>
              <a:rPr lang="en-US" sz="700" i="1">
                <a:solidFill>
                  <a:srgbClr val="FF0000"/>
                </a:solidFill>
                <a:latin typeface="Aptos Narrow"/>
                <a:cs typeface="Arial"/>
              </a:rPr>
              <a:t> tin </a:t>
            </a:r>
            <a:r>
              <a:rPr lang="en-US" sz="700" i="1" err="1">
                <a:solidFill>
                  <a:srgbClr val="FF0000"/>
                </a:solidFill>
                <a:latin typeface="Aptos Narrow"/>
                <a:cs typeface="Arial"/>
              </a:rPr>
              <a:t>được</a:t>
            </a:r>
            <a:r>
              <a:rPr lang="en-US" sz="700" i="1">
                <a:solidFill>
                  <a:srgbClr val="FF0000"/>
                </a:solidFill>
                <a:latin typeface="Aptos Narrow"/>
                <a:cs typeface="Arial"/>
              </a:rPr>
              <a:t> </a:t>
            </a:r>
            <a:r>
              <a:rPr lang="en-US" sz="700" i="1" err="1">
                <a:solidFill>
                  <a:srgbClr val="FF0000"/>
                </a:solidFill>
                <a:latin typeface="Aptos Narrow"/>
                <a:cs typeface="Arial"/>
              </a:rPr>
              <a:t>mã</a:t>
            </a:r>
            <a:r>
              <a:rPr lang="en-US" sz="700" i="1">
                <a:solidFill>
                  <a:srgbClr val="FF0000"/>
                </a:solidFill>
                <a:latin typeface="Aptos Narrow"/>
                <a:cs typeface="Arial"/>
              </a:rPr>
              <a:t> </a:t>
            </a:r>
            <a:r>
              <a:rPr lang="en-US" sz="700" i="1" err="1">
                <a:solidFill>
                  <a:srgbClr val="FF0000"/>
                </a:solidFill>
                <a:latin typeface="Aptos Narrow"/>
                <a:cs typeface="Arial"/>
              </a:rPr>
              <a:t>hóa</a:t>
            </a:r>
            <a:r>
              <a:rPr lang="en-US" sz="700" i="1">
                <a:solidFill>
                  <a:srgbClr val="FF0000"/>
                </a:solidFill>
                <a:latin typeface="Aptos Narrow"/>
                <a:cs typeface="Arial"/>
              </a:rPr>
              <a:t>.</a:t>
            </a:r>
            <a:endParaRPr lang="en-US">
              <a:solidFill>
                <a:srgbClr val="FF0000"/>
              </a:solidFill>
            </a:endParaRPr>
          </a:p>
          <a:p>
            <a:pPr marL="171450" indent="-171450">
              <a:lnSpc>
                <a:spcPct val="95000"/>
              </a:lnSpc>
              <a:buFont typeface="Calibri"/>
              <a:buChar char="-"/>
            </a:pPr>
            <a:endParaRPr lang="en-US" sz="700" i="1">
              <a:solidFill>
                <a:srgbClr val="FF0000"/>
              </a:solidFill>
              <a:latin typeface="Aptos Narrow"/>
              <a:cs typeface="Arial"/>
            </a:endParaRPr>
          </a:p>
        </p:txBody>
      </p:sp>
      <p:sp>
        <p:nvSpPr>
          <p:cNvPr id="53" name="Text 51"/>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54" name="Text 52"/>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4</a:t>
            </a:r>
            <a:endParaRPr lang="en-US" sz="900">
              <a:latin typeface="Aptos Narrow"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83D19E1-18CB-8C1E-5FEB-3ABFA7BA974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8D4498-0716-E7D8-9993-B8182DBCAEBC}"/>
              </a:ext>
            </a:extLst>
          </p:cNvPr>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1 · 제1절 — ĐIỀU 7–9 — </a:t>
            </a:r>
            <a:r>
              <a:rPr lang="en-US" sz="1150" b="1" kern="0" spc="100">
                <a:solidFill>
                  <a:srgbClr val="0E8C8B"/>
                </a:solidFill>
                <a:latin typeface="Aptos Narrow" panose="020B0004020202020204" pitchFamily="34" charset="0"/>
                <a:ea typeface="NanumGothic" pitchFamily="34" charset="-122"/>
                <a:cs typeface="NanumGothic" pitchFamily="34" charset="-120"/>
              </a:rPr>
              <a:t>제7~9조</a:t>
            </a:r>
            <a:endParaRPr lang="en-US" sz="1150">
              <a:latin typeface="Aptos Narrow" panose="020B0004020202020204" pitchFamily="34" charset="0"/>
            </a:endParaRPr>
          </a:p>
        </p:txBody>
      </p:sp>
      <p:sp>
        <p:nvSpPr>
          <p:cNvPr id="3" name="Text 1">
            <a:extLst>
              <a:ext uri="{FF2B5EF4-FFF2-40B4-BE49-F238E27FC236}">
                <a16:creationId xmlns:a16="http://schemas.microsoft.com/office/drawing/2014/main" id="{54ED1F46-48BD-6E1A-92E8-3D45D206B045}"/>
              </a:ext>
            </a:extLst>
          </p:cNvPr>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Hình thức xác thực &amp; xác thực sinh trắc học</a:t>
            </a:r>
            <a:endParaRPr lang="en-US" sz="2100">
              <a:latin typeface="Aptos Narrow" panose="020B0004020202020204" pitchFamily="34" charset="0"/>
            </a:endParaRPr>
          </a:p>
        </p:txBody>
      </p:sp>
      <p:sp>
        <p:nvSpPr>
          <p:cNvPr id="4" name="Text 2">
            <a:extLst>
              <a:ext uri="{FF2B5EF4-FFF2-40B4-BE49-F238E27FC236}">
                <a16:creationId xmlns:a16="http://schemas.microsoft.com/office/drawing/2014/main" id="{3119D6E3-A96B-EF8A-4D1E-AAC31C2451BC}"/>
              </a:ext>
            </a:extLst>
          </p:cNvPr>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인증방식 및 생체인증</a:t>
            </a:r>
            <a:endParaRPr lang="en-US" sz="1300">
              <a:latin typeface="Aptos Narrow" panose="020B0004020202020204" pitchFamily="34" charset="0"/>
            </a:endParaRPr>
          </a:p>
        </p:txBody>
      </p:sp>
      <p:sp>
        <p:nvSpPr>
          <p:cNvPr id="5" name="Shape 3">
            <a:extLst>
              <a:ext uri="{FF2B5EF4-FFF2-40B4-BE49-F238E27FC236}">
                <a16:creationId xmlns:a16="http://schemas.microsoft.com/office/drawing/2014/main" id="{F57FA52D-2DB3-3BC2-CD83-3F631CA56A60}"/>
              </a:ext>
            </a:extLst>
          </p:cNvPr>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a:extLst>
              <a:ext uri="{FF2B5EF4-FFF2-40B4-BE49-F238E27FC236}">
                <a16:creationId xmlns:a16="http://schemas.microsoft.com/office/drawing/2014/main" id="{70705736-2FB2-59D8-31FB-BF84E8672D2D}"/>
              </a:ext>
            </a:extLst>
          </p:cNvPr>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a:extLst>
              <a:ext uri="{FF2B5EF4-FFF2-40B4-BE49-F238E27FC236}">
                <a16:creationId xmlns:a16="http://schemas.microsoft.com/office/drawing/2014/main" id="{B8D0DA82-42F1-31D4-F271-2A506293ED2A}"/>
              </a:ext>
            </a:extLst>
          </p:cNvPr>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a:extLst>
              <a:ext uri="{FF2B5EF4-FFF2-40B4-BE49-F238E27FC236}">
                <a16:creationId xmlns:a16="http://schemas.microsoft.com/office/drawing/2014/main" id="{8E04B934-35A5-A2BB-C5CC-EFD8E134DC12}"/>
              </a:ext>
            </a:extLst>
          </p:cNvPr>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a:extLst>
              <a:ext uri="{FF2B5EF4-FFF2-40B4-BE49-F238E27FC236}">
                <a16:creationId xmlns:a16="http://schemas.microsoft.com/office/drawing/2014/main" id="{CB633573-93B7-09FA-A405-43AA47C23CDF}"/>
              </a:ext>
            </a:extLst>
          </p:cNvPr>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a:extLst>
              <a:ext uri="{FF2B5EF4-FFF2-40B4-BE49-F238E27FC236}">
                <a16:creationId xmlns:a16="http://schemas.microsoft.com/office/drawing/2014/main" id="{D6790695-90B7-4C5F-DBBC-77B4756347F6}"/>
              </a:ext>
            </a:extLst>
          </p:cNvPr>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a:extLst>
              <a:ext uri="{FF2B5EF4-FFF2-40B4-BE49-F238E27FC236}">
                <a16:creationId xmlns:a16="http://schemas.microsoft.com/office/drawing/2014/main" id="{865537B8-D5C6-CFBB-B156-24D548B60176}"/>
              </a:ext>
            </a:extLst>
          </p:cNvPr>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a:extLst>
              <a:ext uri="{FF2B5EF4-FFF2-40B4-BE49-F238E27FC236}">
                <a16:creationId xmlns:a16="http://schemas.microsoft.com/office/drawing/2014/main" id="{2FEAA65F-2EF5-D2FA-7591-AD7972C9C94D}"/>
              </a:ext>
            </a:extLst>
          </p:cNvPr>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a:extLst>
              <a:ext uri="{FF2B5EF4-FFF2-40B4-BE49-F238E27FC236}">
                <a16:creationId xmlns:a16="http://schemas.microsoft.com/office/drawing/2014/main" id="{644DBED0-9431-03AF-01EF-4D5944D6077E}"/>
              </a:ext>
            </a:extLst>
          </p:cNvPr>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a:extLst>
              <a:ext uri="{FF2B5EF4-FFF2-40B4-BE49-F238E27FC236}">
                <a16:creationId xmlns:a16="http://schemas.microsoft.com/office/drawing/2014/main" id="{622B8EA5-5551-7EFC-7248-096BFAF15375}"/>
              </a:ext>
            </a:extLst>
          </p:cNvPr>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24" name="Shape 22">
            <a:extLst>
              <a:ext uri="{FF2B5EF4-FFF2-40B4-BE49-F238E27FC236}">
                <a16:creationId xmlns:a16="http://schemas.microsoft.com/office/drawing/2014/main" id="{3760D0AD-EA11-609A-3E0B-184AA7436951}"/>
              </a:ext>
            </a:extLst>
          </p:cNvPr>
          <p:cNvSpPr/>
          <p:nvPr/>
        </p:nvSpPr>
        <p:spPr>
          <a:xfrm>
            <a:off x="457200" y="2040577"/>
            <a:ext cx="5989320"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a:extLst>
              <a:ext uri="{FF2B5EF4-FFF2-40B4-BE49-F238E27FC236}">
                <a16:creationId xmlns:a16="http://schemas.microsoft.com/office/drawing/2014/main" id="{1ADB76E5-7DA5-E806-6042-8B365DF3780F}"/>
              </a:ext>
            </a:extLst>
          </p:cNvPr>
          <p:cNvSpPr/>
          <p:nvPr/>
        </p:nvSpPr>
        <p:spPr>
          <a:xfrm>
            <a:off x="603504" y="2040577"/>
            <a:ext cx="5733288" cy="1076706"/>
          </a:xfrm>
          <a:prstGeom prst="rect">
            <a:avLst/>
          </a:prstGeom>
          <a:noFill/>
          <a:ln/>
        </p:spPr>
        <p:txBody>
          <a:bodyPr wrap="square" lIns="0" tIns="0" rIns="0" bIns="0" rtlCol="0" anchor="ctr"/>
          <a:lstStyle/>
          <a:p>
            <a:pPr>
              <a:lnSpc>
                <a:spcPct val="98000"/>
              </a:lnSpc>
            </a:pPr>
            <a:r>
              <a:rPr lang="en-US" sz="800" b="1" err="1">
                <a:solidFill>
                  <a:srgbClr val="1E2B38"/>
                </a:solidFill>
                <a:latin typeface="Aptos Narrow"/>
                <a:cs typeface="Arial"/>
              </a:rPr>
              <a:t>Xác</a:t>
            </a:r>
            <a:r>
              <a:rPr lang="en-US" sz="800" b="1">
                <a:solidFill>
                  <a:srgbClr val="1E2B38"/>
                </a:solidFill>
                <a:latin typeface="Aptos Narrow"/>
                <a:cs typeface="Arial"/>
              </a:rPr>
              <a:t> </a:t>
            </a:r>
            <a:r>
              <a:rPr lang="en-US" sz="800" b="1" err="1">
                <a:solidFill>
                  <a:srgbClr val="1E2B38"/>
                </a:solidFill>
                <a:latin typeface="Aptos Narrow"/>
                <a:cs typeface="Arial"/>
              </a:rPr>
              <a:t>thực</a:t>
            </a:r>
            <a:r>
              <a:rPr lang="en-US" sz="800" b="1">
                <a:solidFill>
                  <a:srgbClr val="1E2B38"/>
                </a:solidFill>
                <a:latin typeface="Aptos Narrow"/>
                <a:cs typeface="Arial"/>
              </a:rPr>
              <a:t> </a:t>
            </a:r>
            <a:r>
              <a:rPr lang="en-US" sz="800" b="1" err="1">
                <a:solidFill>
                  <a:srgbClr val="1E2B38"/>
                </a:solidFill>
                <a:latin typeface="Aptos Narrow"/>
                <a:cs typeface="Arial"/>
              </a:rPr>
              <a:t>khớp</a:t>
            </a:r>
            <a:r>
              <a:rPr lang="en-US" sz="800" b="1">
                <a:solidFill>
                  <a:srgbClr val="1E2B38"/>
                </a:solidFill>
                <a:latin typeface="Aptos Narrow"/>
                <a:cs typeface="Arial"/>
              </a:rPr>
              <a:t> </a:t>
            </a:r>
            <a:r>
              <a:rPr lang="en-US" sz="800" b="1" err="1">
                <a:solidFill>
                  <a:srgbClr val="1E2B38"/>
                </a:solidFill>
                <a:latin typeface="Aptos Narrow"/>
                <a:cs typeface="Arial"/>
              </a:rPr>
              <a:t>đúng</a:t>
            </a:r>
            <a:r>
              <a:rPr lang="en-US" sz="800" b="1">
                <a:solidFill>
                  <a:srgbClr val="1E2B38"/>
                </a:solidFill>
                <a:latin typeface="Aptos Narrow"/>
                <a:cs typeface="Arial"/>
              </a:rPr>
              <a:t> </a:t>
            </a:r>
            <a:r>
              <a:rPr lang="en-US" sz="800" b="1" err="1">
                <a:solidFill>
                  <a:srgbClr val="1E2B38"/>
                </a:solidFill>
                <a:latin typeface="Aptos Narrow"/>
                <a:cs typeface="Arial"/>
              </a:rPr>
              <a:t>thông</a:t>
            </a:r>
            <a:r>
              <a:rPr lang="en-US" sz="800" b="1">
                <a:solidFill>
                  <a:srgbClr val="1E2B38"/>
                </a:solidFill>
                <a:latin typeface="Aptos Narrow"/>
                <a:cs typeface="Arial"/>
              </a:rPr>
              <a:t> tin </a:t>
            </a:r>
            <a:r>
              <a:rPr lang="en-US" sz="800" b="1" err="1">
                <a:solidFill>
                  <a:srgbClr val="1E2B38"/>
                </a:solidFill>
                <a:latin typeface="Aptos Narrow"/>
                <a:cs typeface="Arial"/>
              </a:rPr>
              <a:t>sinh</a:t>
            </a:r>
            <a:r>
              <a:rPr lang="en-US" sz="800" b="1">
                <a:solidFill>
                  <a:srgbClr val="1E2B38"/>
                </a:solidFill>
                <a:latin typeface="Aptos Narrow"/>
                <a:cs typeface="Arial"/>
              </a:rPr>
              <a:t> </a:t>
            </a:r>
            <a:r>
              <a:rPr lang="en-US" sz="800" b="1" err="1">
                <a:solidFill>
                  <a:srgbClr val="1E2B38"/>
                </a:solidFill>
                <a:latin typeface="Aptos Narrow"/>
                <a:cs typeface="Arial"/>
              </a:rPr>
              <a:t>trắc</a:t>
            </a:r>
            <a:r>
              <a:rPr lang="en-US" sz="800" b="1">
                <a:solidFill>
                  <a:srgbClr val="1E2B38"/>
                </a:solidFill>
                <a:latin typeface="Aptos Narrow"/>
                <a:cs typeface="Arial"/>
              </a:rPr>
              <a:t> </a:t>
            </a:r>
            <a:r>
              <a:rPr lang="en-US" sz="800" b="1" err="1">
                <a:solidFill>
                  <a:srgbClr val="1E2B38"/>
                </a:solidFill>
                <a:latin typeface="Aptos Narrow"/>
                <a:cs typeface="Arial"/>
              </a:rPr>
              <a:t>học</a:t>
            </a:r>
            <a:r>
              <a:rPr lang="en-US" sz="800" b="1">
                <a:solidFill>
                  <a:srgbClr val="1E2B38"/>
                </a:solidFill>
                <a:latin typeface="Aptos Narrow"/>
                <a:cs typeface="Arial"/>
              </a:rPr>
              <a:t> </a:t>
            </a:r>
            <a:r>
              <a:rPr lang="en-US" sz="800" b="1" err="1">
                <a:solidFill>
                  <a:srgbClr val="1E2B38"/>
                </a:solidFill>
                <a:latin typeface="Aptos Narrow"/>
                <a:cs typeface="Arial"/>
              </a:rPr>
              <a:t>thiết</a:t>
            </a:r>
            <a:r>
              <a:rPr lang="en-US" sz="800" b="1">
                <a:solidFill>
                  <a:srgbClr val="1E2B38"/>
                </a:solidFill>
                <a:latin typeface="Aptos Narrow"/>
                <a:cs typeface="Arial"/>
              </a:rPr>
              <a:t> </a:t>
            </a:r>
            <a:r>
              <a:rPr lang="en-US" sz="800" b="1" err="1">
                <a:solidFill>
                  <a:srgbClr val="1E2B38"/>
                </a:solidFill>
                <a:latin typeface="Aptos Narrow"/>
                <a:cs typeface="Arial"/>
              </a:rPr>
              <a:t>bị</a:t>
            </a:r>
            <a:r>
              <a:rPr lang="en-US" sz="800" b="1">
                <a:solidFill>
                  <a:srgbClr val="1E2B38"/>
                </a:solidFill>
                <a:latin typeface="Aptos Narrow"/>
                <a:cs typeface="Arial"/>
              </a:rPr>
              <a:t> </a:t>
            </a:r>
            <a:r>
              <a:rPr lang="en-US" sz="800" b="1" err="1">
                <a:solidFill>
                  <a:srgbClr val="1E2B38"/>
                </a:solidFill>
                <a:latin typeface="Aptos Narrow"/>
                <a:cs typeface="Arial"/>
              </a:rPr>
              <a:t>phải</a:t>
            </a:r>
            <a:r>
              <a:rPr lang="en-US" sz="800" b="1">
                <a:solidFill>
                  <a:srgbClr val="1E2B38"/>
                </a:solidFill>
                <a:latin typeface="Aptos Narrow"/>
                <a:cs typeface="Arial"/>
              </a:rPr>
              <a:t> </a:t>
            </a:r>
            <a:r>
              <a:rPr lang="en-US" sz="800" b="1" err="1">
                <a:solidFill>
                  <a:srgbClr val="1E2B38"/>
                </a:solidFill>
                <a:latin typeface="Aptos Narrow"/>
                <a:cs typeface="Arial"/>
              </a:rPr>
              <a:t>đáp</a:t>
            </a:r>
            <a:r>
              <a:rPr lang="en-US" sz="800" b="1">
                <a:solidFill>
                  <a:srgbClr val="1E2B38"/>
                </a:solidFill>
                <a:latin typeface="Aptos Narrow"/>
                <a:cs typeface="Arial"/>
              </a:rPr>
              <a:t> </a:t>
            </a:r>
            <a:r>
              <a:rPr lang="en-US" sz="800" b="1" err="1">
                <a:solidFill>
                  <a:srgbClr val="1E2B38"/>
                </a:solidFill>
                <a:latin typeface="Aptos Narrow"/>
                <a:cs typeface="Arial"/>
              </a:rPr>
              <a:t>ứng</a:t>
            </a:r>
            <a:r>
              <a:rPr lang="en-US" sz="800" b="1">
                <a:solidFill>
                  <a:srgbClr val="1E2B38"/>
                </a:solidFill>
                <a:latin typeface="Aptos Narrow"/>
                <a:cs typeface="Arial"/>
              </a:rPr>
              <a:t> </a:t>
            </a:r>
            <a:r>
              <a:rPr lang="en-US" sz="800" b="1" err="1">
                <a:solidFill>
                  <a:srgbClr val="1E2B38"/>
                </a:solidFill>
                <a:latin typeface="Aptos Narrow"/>
                <a:cs typeface="Arial"/>
              </a:rPr>
              <a:t>các</a:t>
            </a:r>
            <a:r>
              <a:rPr lang="en-US" sz="800" b="1">
                <a:solidFill>
                  <a:srgbClr val="1E2B38"/>
                </a:solidFill>
                <a:latin typeface="Aptos Narrow"/>
                <a:cs typeface="Arial"/>
              </a:rPr>
              <a:t> </a:t>
            </a:r>
            <a:r>
              <a:rPr lang="en-US" sz="800" b="1" err="1">
                <a:solidFill>
                  <a:srgbClr val="1E2B38"/>
                </a:solidFill>
                <a:latin typeface="Aptos Narrow"/>
                <a:cs typeface="Arial"/>
              </a:rPr>
              <a:t>yêu</a:t>
            </a:r>
            <a:r>
              <a:rPr lang="en-US" sz="800" b="1">
                <a:solidFill>
                  <a:srgbClr val="1E2B38"/>
                </a:solidFill>
                <a:latin typeface="Aptos Narrow"/>
                <a:cs typeface="Arial"/>
              </a:rPr>
              <a:t> </a:t>
            </a:r>
            <a:r>
              <a:rPr lang="en-US" sz="800" b="1" err="1">
                <a:solidFill>
                  <a:srgbClr val="1E2B38"/>
                </a:solidFill>
                <a:latin typeface="Aptos Narrow"/>
                <a:cs typeface="Arial"/>
              </a:rPr>
              <a:t>cầu</a:t>
            </a:r>
            <a:r>
              <a:rPr lang="en-US" sz="800" b="1">
                <a:solidFill>
                  <a:srgbClr val="1E2B38"/>
                </a:solidFill>
                <a:latin typeface="Aptos Narrow"/>
                <a:cs typeface="Arial"/>
              </a:rPr>
              <a:t> </a:t>
            </a:r>
            <a:r>
              <a:rPr lang="en-US" sz="800" b="1" err="1">
                <a:solidFill>
                  <a:srgbClr val="1E2B38"/>
                </a:solidFill>
                <a:latin typeface="Aptos Narrow"/>
                <a:cs typeface="Arial"/>
              </a:rPr>
              <a:t>sau</a:t>
            </a:r>
            <a:r>
              <a:rPr lang="en-US" sz="800" b="1">
                <a:solidFill>
                  <a:srgbClr val="1E2B38"/>
                </a:solidFill>
                <a:latin typeface="Aptos Narrow"/>
                <a:cs typeface="Arial"/>
              </a:rPr>
              <a:t>:</a:t>
            </a:r>
          </a:p>
          <a:p>
            <a:pPr>
              <a:lnSpc>
                <a:spcPct val="98000"/>
              </a:lnSpc>
            </a:pPr>
            <a:r>
              <a:rPr lang="en-US" sz="800" b="1">
                <a:solidFill>
                  <a:srgbClr val="1E2B38"/>
                </a:solidFill>
                <a:latin typeface="Aptos Narrow"/>
                <a:cs typeface="Arial"/>
              </a:rPr>
              <a:t>1. </a:t>
            </a:r>
            <a:r>
              <a:rPr lang="en-US" sz="800" b="1" err="1">
                <a:solidFill>
                  <a:srgbClr val="1E2B38"/>
                </a:solidFill>
                <a:latin typeface="Aptos Narrow"/>
                <a:cs typeface="Arial"/>
              </a:rPr>
              <a:t>Chỉ</a:t>
            </a:r>
            <a:r>
              <a:rPr lang="en-US" sz="800" b="1">
                <a:solidFill>
                  <a:srgbClr val="1E2B38"/>
                </a:solidFill>
                <a:latin typeface="Aptos Narrow"/>
                <a:cs typeface="Arial"/>
              </a:rPr>
              <a:t> </a:t>
            </a:r>
            <a:r>
              <a:rPr lang="en-US" sz="800" b="1" err="1">
                <a:solidFill>
                  <a:srgbClr val="1E2B38"/>
                </a:solidFill>
                <a:latin typeface="Aptos Narrow"/>
                <a:cs typeface="Arial"/>
              </a:rPr>
              <a:t>cho</a:t>
            </a:r>
            <a:r>
              <a:rPr lang="en-US" sz="800" b="1">
                <a:solidFill>
                  <a:srgbClr val="1E2B38"/>
                </a:solidFill>
                <a:latin typeface="Aptos Narrow"/>
                <a:cs typeface="Arial"/>
              </a:rPr>
              <a:t> </a:t>
            </a:r>
            <a:r>
              <a:rPr lang="en-US" sz="800" b="1" err="1">
                <a:solidFill>
                  <a:srgbClr val="1E2B38"/>
                </a:solidFill>
                <a:latin typeface="Aptos Narrow"/>
                <a:cs typeface="Arial"/>
              </a:rPr>
              <a:t>phép</a:t>
            </a:r>
            <a:r>
              <a:rPr lang="en-US" sz="800" b="1">
                <a:solidFill>
                  <a:srgbClr val="1E2B38"/>
                </a:solidFill>
                <a:latin typeface="Aptos Narrow"/>
                <a:cs typeface="Arial"/>
              </a:rPr>
              <a:t> </a:t>
            </a:r>
            <a:r>
              <a:rPr lang="en-US" sz="800" b="1" err="1">
                <a:solidFill>
                  <a:srgbClr val="1E2B38"/>
                </a:solidFill>
                <a:latin typeface="Aptos Narrow"/>
                <a:cs typeface="Arial"/>
              </a:rPr>
              <a:t>kích</a:t>
            </a:r>
            <a:r>
              <a:rPr lang="en-US" sz="800" b="1">
                <a:solidFill>
                  <a:srgbClr val="1E2B38"/>
                </a:solidFill>
                <a:latin typeface="Aptos Narrow"/>
                <a:cs typeface="Arial"/>
              </a:rPr>
              <a:t> </a:t>
            </a:r>
            <a:r>
              <a:rPr lang="en-US" sz="800" b="1" err="1">
                <a:solidFill>
                  <a:srgbClr val="1E2B38"/>
                </a:solidFill>
                <a:latin typeface="Aptos Narrow"/>
                <a:cs typeface="Arial"/>
              </a:rPr>
              <a:t>hoạt</a:t>
            </a:r>
            <a:r>
              <a:rPr lang="en-US" sz="800" b="1">
                <a:solidFill>
                  <a:srgbClr val="1E2B38"/>
                </a:solidFill>
                <a:latin typeface="Aptos Narrow"/>
                <a:cs typeface="Arial"/>
              </a:rPr>
              <a:t> </a:t>
            </a:r>
            <a:r>
              <a:rPr lang="en-US" sz="800" b="1" err="1">
                <a:solidFill>
                  <a:srgbClr val="1E2B38"/>
                </a:solidFill>
                <a:latin typeface="Aptos Narrow"/>
                <a:cs typeface="Arial"/>
              </a:rPr>
              <a:t>sử</a:t>
            </a:r>
            <a:r>
              <a:rPr lang="en-US" sz="800" b="1">
                <a:solidFill>
                  <a:srgbClr val="1E2B38"/>
                </a:solidFill>
                <a:latin typeface="Aptos Narrow"/>
                <a:cs typeface="Arial"/>
              </a:rPr>
              <a:t> </a:t>
            </a:r>
            <a:r>
              <a:rPr lang="en-US" sz="800" b="1" err="1">
                <a:solidFill>
                  <a:srgbClr val="1E2B38"/>
                </a:solidFill>
                <a:latin typeface="Aptos Narrow"/>
                <a:cs typeface="Arial"/>
              </a:rPr>
              <a:t>dụng</a:t>
            </a:r>
            <a:r>
              <a:rPr lang="en-US" sz="800" b="1">
                <a:solidFill>
                  <a:srgbClr val="1E2B38"/>
                </a:solidFill>
                <a:latin typeface="Aptos Narrow"/>
                <a:cs typeface="Arial"/>
              </a:rPr>
              <a:t> </a:t>
            </a:r>
            <a:r>
              <a:rPr lang="en-US" sz="800" b="1" err="1">
                <a:solidFill>
                  <a:srgbClr val="1E2B38"/>
                </a:solidFill>
                <a:latin typeface="Aptos Narrow"/>
                <a:cs typeface="Arial"/>
              </a:rPr>
              <a:t>sau</a:t>
            </a:r>
            <a:r>
              <a:rPr lang="en-US" sz="800" b="1">
                <a:solidFill>
                  <a:srgbClr val="1E2B38"/>
                </a:solidFill>
                <a:latin typeface="Aptos Narrow"/>
                <a:cs typeface="Arial"/>
              </a:rPr>
              <a:t> </a:t>
            </a:r>
            <a:r>
              <a:rPr lang="en-US" sz="800" b="1" err="1">
                <a:solidFill>
                  <a:srgbClr val="1E2B38"/>
                </a:solidFill>
                <a:latin typeface="Aptos Narrow"/>
                <a:cs typeface="Arial"/>
              </a:rPr>
              <a:t>khi</a:t>
            </a:r>
            <a:r>
              <a:rPr lang="en-US" sz="800" b="1">
                <a:solidFill>
                  <a:srgbClr val="1E2B38"/>
                </a:solidFill>
                <a:latin typeface="Aptos Narrow"/>
                <a:cs typeface="Arial"/>
              </a:rPr>
              <a:t> </a:t>
            </a:r>
            <a:r>
              <a:rPr lang="en-US" sz="800" b="1" err="1">
                <a:solidFill>
                  <a:srgbClr val="1E2B38"/>
                </a:solidFill>
                <a:latin typeface="Aptos Narrow"/>
                <a:cs typeface="Arial"/>
              </a:rPr>
              <a:t>có</a:t>
            </a:r>
            <a:r>
              <a:rPr lang="en-US" sz="800" b="1">
                <a:solidFill>
                  <a:srgbClr val="1E2B38"/>
                </a:solidFill>
                <a:latin typeface="Aptos Narrow"/>
                <a:cs typeface="Arial"/>
              </a:rPr>
              <a:t> </a:t>
            </a:r>
            <a:r>
              <a:rPr lang="en-US" sz="800" b="1" err="1">
                <a:solidFill>
                  <a:srgbClr val="1E2B38"/>
                </a:solidFill>
                <a:latin typeface="Aptos Narrow"/>
                <a:cs typeface="Arial"/>
              </a:rPr>
              <a:t>sự</a:t>
            </a:r>
            <a:r>
              <a:rPr lang="en-US" sz="800" b="1">
                <a:solidFill>
                  <a:srgbClr val="1E2B38"/>
                </a:solidFill>
                <a:latin typeface="Aptos Narrow"/>
                <a:cs typeface="Arial"/>
              </a:rPr>
              <a:t> </a:t>
            </a:r>
            <a:r>
              <a:rPr lang="en-US" sz="800" b="1" err="1">
                <a:solidFill>
                  <a:srgbClr val="1E2B38"/>
                </a:solidFill>
                <a:latin typeface="Aptos Narrow"/>
                <a:cs typeface="Arial"/>
              </a:rPr>
              <a:t>đồng</a:t>
            </a:r>
            <a:r>
              <a:rPr lang="en-US" sz="800" b="1">
                <a:solidFill>
                  <a:srgbClr val="1E2B38"/>
                </a:solidFill>
                <a:latin typeface="Aptos Narrow"/>
                <a:cs typeface="Arial"/>
              </a:rPr>
              <a:t> ý </a:t>
            </a:r>
            <a:r>
              <a:rPr lang="en-US" sz="800" b="1" err="1">
                <a:solidFill>
                  <a:srgbClr val="1E2B38"/>
                </a:solidFill>
                <a:latin typeface="Aptos Narrow"/>
                <a:cs typeface="Arial"/>
              </a:rPr>
              <a:t>của</a:t>
            </a:r>
            <a:r>
              <a:rPr lang="en-US" sz="800" b="1">
                <a:solidFill>
                  <a:srgbClr val="1E2B38"/>
                </a:solidFill>
                <a:latin typeface="Aptos Narrow"/>
                <a:cs typeface="Arial"/>
              </a:rPr>
              <a:t> </a:t>
            </a:r>
            <a:r>
              <a:rPr lang="en-US" sz="800" b="1" err="1">
                <a:solidFill>
                  <a:srgbClr val="1E2B38"/>
                </a:solidFill>
                <a:latin typeface="Aptos Narrow"/>
                <a:cs typeface="Arial"/>
              </a:rPr>
              <a:t>khách</a:t>
            </a:r>
            <a:r>
              <a:rPr lang="en-US" sz="800" b="1">
                <a:solidFill>
                  <a:srgbClr val="1E2B38"/>
                </a:solidFill>
                <a:latin typeface="Aptos Narrow"/>
                <a:cs typeface="Arial"/>
              </a:rPr>
              <a:t> </a:t>
            </a:r>
            <a:r>
              <a:rPr lang="en-US" sz="800" b="1" err="1">
                <a:solidFill>
                  <a:srgbClr val="1E2B38"/>
                </a:solidFill>
                <a:latin typeface="Aptos Narrow"/>
                <a:cs typeface="Arial"/>
              </a:rPr>
              <a:t>hàng</a:t>
            </a:r>
            <a:r>
              <a:rPr lang="en-US" sz="800" b="1">
                <a:solidFill>
                  <a:srgbClr val="1E2B38"/>
                </a:solidFill>
                <a:latin typeface="Aptos Narrow"/>
                <a:cs typeface="Arial"/>
              </a:rPr>
              <a:t> </a:t>
            </a:r>
            <a:r>
              <a:rPr lang="en-US" sz="800" b="1" err="1">
                <a:solidFill>
                  <a:srgbClr val="1E2B38"/>
                </a:solidFill>
                <a:latin typeface="Aptos Narrow"/>
                <a:cs typeface="Arial"/>
              </a:rPr>
              <a:t>và</a:t>
            </a:r>
            <a:r>
              <a:rPr lang="en-US" sz="800" b="1">
                <a:solidFill>
                  <a:srgbClr val="1E2B38"/>
                </a:solidFill>
                <a:latin typeface="Aptos Narrow"/>
                <a:cs typeface="Arial"/>
              </a:rPr>
              <a:t> </a:t>
            </a:r>
            <a:r>
              <a:rPr lang="en-US" sz="800" b="1" err="1">
                <a:solidFill>
                  <a:srgbClr val="1E2B38"/>
                </a:solidFill>
                <a:latin typeface="Aptos Narrow"/>
                <a:cs typeface="Arial"/>
              </a:rPr>
              <a:t>khách</a:t>
            </a:r>
            <a:r>
              <a:rPr lang="en-US" sz="800" b="1">
                <a:solidFill>
                  <a:srgbClr val="1E2B38"/>
                </a:solidFill>
                <a:latin typeface="Aptos Narrow"/>
                <a:cs typeface="Arial"/>
              </a:rPr>
              <a:t> </a:t>
            </a:r>
            <a:r>
              <a:rPr lang="en-US" sz="800" b="1" err="1">
                <a:solidFill>
                  <a:srgbClr val="1E2B38"/>
                </a:solidFill>
                <a:latin typeface="Aptos Narrow"/>
                <a:cs typeface="Arial"/>
              </a:rPr>
              <a:t>hàng</a:t>
            </a:r>
            <a:r>
              <a:rPr lang="en-US" sz="800" b="1">
                <a:solidFill>
                  <a:srgbClr val="1E2B38"/>
                </a:solidFill>
                <a:latin typeface="Aptos Narrow"/>
                <a:cs typeface="Arial"/>
              </a:rPr>
              <a:t> </a:t>
            </a:r>
            <a:r>
              <a:rPr lang="en-US" sz="800" b="1" err="1">
                <a:solidFill>
                  <a:srgbClr val="1E2B38"/>
                </a:solidFill>
                <a:latin typeface="Aptos Narrow"/>
                <a:cs typeface="Arial"/>
              </a:rPr>
              <a:t>đã</a:t>
            </a:r>
            <a:r>
              <a:rPr lang="en-US" sz="800" b="1">
                <a:solidFill>
                  <a:srgbClr val="1E2B38"/>
                </a:solidFill>
                <a:latin typeface="Aptos Narrow"/>
                <a:cs typeface="Arial"/>
              </a:rPr>
              <a:t> </a:t>
            </a:r>
            <a:r>
              <a:rPr lang="en-US" sz="800" b="1" err="1">
                <a:solidFill>
                  <a:srgbClr val="1E2B38"/>
                </a:solidFill>
                <a:latin typeface="Aptos Narrow"/>
                <a:cs typeface="Arial"/>
              </a:rPr>
              <a:t>thực</a:t>
            </a:r>
            <a:r>
              <a:rPr lang="en-US" sz="800" b="1">
                <a:solidFill>
                  <a:srgbClr val="1E2B38"/>
                </a:solidFill>
                <a:latin typeface="Aptos Narrow"/>
                <a:cs typeface="Arial"/>
              </a:rPr>
              <a:t> </a:t>
            </a:r>
            <a:r>
              <a:rPr lang="en-US" sz="800" b="1" err="1">
                <a:solidFill>
                  <a:srgbClr val="1E2B38"/>
                </a:solidFill>
                <a:latin typeface="Aptos Narrow"/>
                <a:cs typeface="Arial"/>
              </a:rPr>
              <a:t>hiện</a:t>
            </a:r>
            <a:r>
              <a:rPr lang="en-US" sz="800" b="1">
                <a:solidFill>
                  <a:srgbClr val="1E2B38"/>
                </a:solidFill>
                <a:latin typeface="Aptos Narrow"/>
                <a:cs typeface="Arial"/>
              </a:rPr>
              <a:t> </a:t>
            </a:r>
            <a:r>
              <a:rPr lang="en-US" sz="800" b="1" err="1">
                <a:solidFill>
                  <a:srgbClr val="1E2B38"/>
                </a:solidFill>
                <a:latin typeface="Aptos Narrow"/>
                <a:cs typeface="Arial"/>
              </a:rPr>
              <a:t>ít</a:t>
            </a:r>
            <a:r>
              <a:rPr lang="en-US" sz="800" b="1">
                <a:solidFill>
                  <a:srgbClr val="1E2B38"/>
                </a:solidFill>
                <a:latin typeface="Aptos Narrow"/>
                <a:cs typeface="Arial"/>
              </a:rPr>
              <a:t> </a:t>
            </a:r>
            <a:r>
              <a:rPr lang="en-US" sz="800" b="1" err="1">
                <a:solidFill>
                  <a:srgbClr val="1E2B38"/>
                </a:solidFill>
                <a:latin typeface="Aptos Narrow"/>
                <a:cs typeface="Arial"/>
              </a:rPr>
              <a:t>nhất</a:t>
            </a:r>
            <a:r>
              <a:rPr lang="en-US" sz="800" b="1">
                <a:solidFill>
                  <a:srgbClr val="1E2B38"/>
                </a:solidFill>
                <a:latin typeface="Aptos Narrow"/>
                <a:cs typeface="Arial"/>
              </a:rPr>
              <a:t> </a:t>
            </a:r>
            <a:r>
              <a:rPr lang="en-US" sz="800" b="1" err="1">
                <a:solidFill>
                  <a:srgbClr val="1E2B38"/>
                </a:solidFill>
                <a:latin typeface="Aptos Narrow"/>
                <a:cs typeface="Arial"/>
              </a:rPr>
              <a:t>một</a:t>
            </a:r>
            <a:r>
              <a:rPr lang="en-US" sz="800" b="1">
                <a:solidFill>
                  <a:srgbClr val="1E2B38"/>
                </a:solidFill>
                <a:latin typeface="Aptos Narrow"/>
                <a:cs typeface="Arial"/>
              </a:rPr>
              <a:t> </a:t>
            </a:r>
            <a:r>
              <a:rPr lang="en-US" sz="800" b="1" err="1">
                <a:solidFill>
                  <a:srgbClr val="1E2B38"/>
                </a:solidFill>
                <a:latin typeface="Aptos Narrow"/>
                <a:cs typeface="Arial"/>
              </a:rPr>
              <a:t>giao</a:t>
            </a:r>
            <a:r>
              <a:rPr lang="en-US" sz="800" b="1">
                <a:solidFill>
                  <a:srgbClr val="1E2B38"/>
                </a:solidFill>
                <a:latin typeface="Aptos Narrow"/>
                <a:cs typeface="Arial"/>
              </a:rPr>
              <a:t> </a:t>
            </a:r>
            <a:r>
              <a:rPr lang="en-US" sz="800" b="1" err="1">
                <a:solidFill>
                  <a:srgbClr val="1E2B38"/>
                </a:solidFill>
                <a:latin typeface="Aptos Narrow"/>
                <a:cs typeface="Arial"/>
              </a:rPr>
              <a:t>dịch</a:t>
            </a:r>
            <a:r>
              <a:rPr lang="en-US" sz="800" b="1">
                <a:solidFill>
                  <a:srgbClr val="1E2B38"/>
                </a:solidFill>
                <a:latin typeface="Aptos Narrow"/>
                <a:cs typeface="Arial"/>
              </a:rPr>
              <a:t> </a:t>
            </a:r>
            <a:r>
              <a:rPr lang="en-US" sz="800" b="1" err="1">
                <a:solidFill>
                  <a:srgbClr val="1E2B38"/>
                </a:solidFill>
                <a:latin typeface="Aptos Narrow"/>
                <a:cs typeface="Arial"/>
              </a:rPr>
              <a:t>thành</a:t>
            </a:r>
            <a:r>
              <a:rPr lang="en-US" sz="800" b="1">
                <a:solidFill>
                  <a:srgbClr val="1E2B38"/>
                </a:solidFill>
                <a:latin typeface="Aptos Narrow"/>
                <a:cs typeface="Arial"/>
              </a:rPr>
              <a:t> </a:t>
            </a:r>
            <a:r>
              <a:rPr lang="en-US" sz="800" b="1" err="1">
                <a:solidFill>
                  <a:srgbClr val="1E2B38"/>
                </a:solidFill>
                <a:latin typeface="Aptos Narrow"/>
                <a:cs typeface="Arial"/>
              </a:rPr>
              <a:t>công</a:t>
            </a:r>
            <a:r>
              <a:rPr lang="en-US" sz="800" b="1">
                <a:solidFill>
                  <a:srgbClr val="1E2B38"/>
                </a:solidFill>
                <a:latin typeface="Aptos Narrow"/>
                <a:cs typeface="Arial"/>
              </a:rPr>
              <a:t> </a:t>
            </a:r>
            <a:r>
              <a:rPr lang="en-US" sz="800" b="1" err="1">
                <a:solidFill>
                  <a:srgbClr val="1E2B38"/>
                </a:solidFill>
                <a:latin typeface="Aptos Narrow"/>
                <a:cs typeface="Arial"/>
              </a:rPr>
              <a:t>bằng</a:t>
            </a:r>
            <a:r>
              <a:rPr lang="en-US" sz="800" b="1">
                <a:solidFill>
                  <a:srgbClr val="1E2B38"/>
                </a:solidFill>
                <a:latin typeface="Aptos Narrow"/>
                <a:cs typeface="Arial"/>
              </a:rPr>
              <a:t> </a:t>
            </a:r>
            <a:r>
              <a:rPr lang="en-US" sz="800" b="1" err="1">
                <a:solidFill>
                  <a:srgbClr val="1E2B38"/>
                </a:solidFill>
                <a:latin typeface="Aptos Narrow"/>
                <a:cs typeface="Arial"/>
              </a:rPr>
              <a:t>hình</a:t>
            </a:r>
            <a:r>
              <a:rPr lang="en-US" sz="800" b="1">
                <a:solidFill>
                  <a:srgbClr val="1E2B38"/>
                </a:solidFill>
                <a:latin typeface="Aptos Narrow"/>
                <a:cs typeface="Arial"/>
              </a:rPr>
              <a:t> </a:t>
            </a:r>
            <a:r>
              <a:rPr lang="en-US" sz="800" b="1" err="1">
                <a:solidFill>
                  <a:srgbClr val="1E2B38"/>
                </a:solidFill>
                <a:latin typeface="Aptos Narrow"/>
                <a:cs typeface="Arial"/>
              </a:rPr>
              <a:t>thức</a:t>
            </a:r>
            <a:r>
              <a:rPr lang="en-US" sz="800" b="1">
                <a:solidFill>
                  <a:srgbClr val="1E2B38"/>
                </a:solidFill>
                <a:latin typeface="Aptos Narrow"/>
                <a:cs typeface="Arial"/>
              </a:rPr>
              <a:t> </a:t>
            </a:r>
            <a:r>
              <a:rPr lang="en-US" sz="800" b="1" err="1">
                <a:solidFill>
                  <a:srgbClr val="1E2B38"/>
                </a:solidFill>
                <a:latin typeface="Aptos Narrow"/>
                <a:cs typeface="Arial"/>
              </a:rPr>
              <a:t>xác</a:t>
            </a:r>
            <a:r>
              <a:rPr lang="en-US" sz="800" b="1">
                <a:solidFill>
                  <a:srgbClr val="1E2B38"/>
                </a:solidFill>
                <a:latin typeface="Aptos Narrow"/>
                <a:cs typeface="Arial"/>
              </a:rPr>
              <a:t> </a:t>
            </a:r>
            <a:r>
              <a:rPr lang="en-US" sz="800" b="1" err="1">
                <a:solidFill>
                  <a:srgbClr val="1E2B38"/>
                </a:solidFill>
                <a:latin typeface="Aptos Narrow"/>
                <a:cs typeface="Arial"/>
              </a:rPr>
              <a:t>thực</a:t>
            </a:r>
            <a:r>
              <a:rPr lang="en-US" sz="800" b="1">
                <a:solidFill>
                  <a:srgbClr val="1E2B38"/>
                </a:solidFill>
                <a:latin typeface="Aptos Narrow"/>
                <a:cs typeface="Arial"/>
              </a:rPr>
              <a:t> </a:t>
            </a:r>
            <a:r>
              <a:rPr lang="en-US" sz="800" b="1" err="1">
                <a:solidFill>
                  <a:srgbClr val="1E2B38"/>
                </a:solidFill>
                <a:latin typeface="Aptos Narrow"/>
                <a:cs typeface="Arial"/>
              </a:rPr>
              <a:t>khác</a:t>
            </a:r>
            <a:r>
              <a:rPr lang="en-US" sz="800" b="1">
                <a:solidFill>
                  <a:srgbClr val="1E2B38"/>
                </a:solidFill>
                <a:latin typeface="Aptos Narrow"/>
                <a:cs typeface="Arial"/>
              </a:rPr>
              <a:t>.</a:t>
            </a:r>
          </a:p>
          <a:p>
            <a:pPr>
              <a:lnSpc>
                <a:spcPct val="98000"/>
              </a:lnSpc>
            </a:pPr>
            <a:r>
              <a:rPr lang="en-US" sz="800" b="1">
                <a:solidFill>
                  <a:srgbClr val="1E2B38"/>
                </a:solidFill>
                <a:latin typeface="Aptos Narrow"/>
                <a:cs typeface="Arial"/>
              </a:rPr>
              <a:t>2. </a:t>
            </a:r>
            <a:r>
              <a:rPr lang="en-US" sz="800" b="1" err="1">
                <a:solidFill>
                  <a:srgbClr val="1E2B38"/>
                </a:solidFill>
                <a:latin typeface="Aptos Narrow"/>
                <a:cs typeface="Arial"/>
              </a:rPr>
              <a:t>Thời</a:t>
            </a:r>
            <a:r>
              <a:rPr lang="en-US" sz="800" b="1">
                <a:solidFill>
                  <a:srgbClr val="1E2B38"/>
                </a:solidFill>
                <a:latin typeface="Aptos Narrow"/>
                <a:cs typeface="Arial"/>
              </a:rPr>
              <a:t> </a:t>
            </a:r>
            <a:r>
              <a:rPr lang="en-US" sz="800" b="1" err="1">
                <a:solidFill>
                  <a:srgbClr val="1E2B38"/>
                </a:solidFill>
                <a:latin typeface="Aptos Narrow"/>
                <a:cs typeface="Arial"/>
              </a:rPr>
              <a:t>gian</a:t>
            </a:r>
            <a:r>
              <a:rPr lang="en-US" sz="800" b="1">
                <a:solidFill>
                  <a:srgbClr val="1E2B38"/>
                </a:solidFill>
                <a:latin typeface="Aptos Narrow"/>
                <a:cs typeface="Arial"/>
              </a:rPr>
              <a:t> </a:t>
            </a:r>
            <a:r>
              <a:rPr lang="en-US" sz="800" b="1" err="1">
                <a:solidFill>
                  <a:srgbClr val="1E2B38"/>
                </a:solidFill>
                <a:latin typeface="Aptos Narrow"/>
                <a:cs typeface="Arial"/>
              </a:rPr>
              <a:t>thực</a:t>
            </a:r>
            <a:r>
              <a:rPr lang="en-US" sz="800" b="1">
                <a:solidFill>
                  <a:srgbClr val="1E2B38"/>
                </a:solidFill>
                <a:latin typeface="Aptos Narrow"/>
                <a:cs typeface="Arial"/>
              </a:rPr>
              <a:t> </a:t>
            </a:r>
            <a:r>
              <a:rPr lang="en-US" sz="800" b="1" err="1">
                <a:solidFill>
                  <a:srgbClr val="1E2B38"/>
                </a:solidFill>
                <a:latin typeface="Aptos Narrow"/>
                <a:cs typeface="Arial"/>
              </a:rPr>
              <a:t>hiện</a:t>
            </a:r>
            <a:r>
              <a:rPr lang="en-US" sz="800" b="1">
                <a:solidFill>
                  <a:srgbClr val="1E2B38"/>
                </a:solidFill>
                <a:latin typeface="Aptos Narrow"/>
                <a:cs typeface="Arial"/>
              </a:rPr>
              <a:t> </a:t>
            </a:r>
            <a:r>
              <a:rPr lang="en-US" sz="800" b="1" err="1">
                <a:solidFill>
                  <a:srgbClr val="1E2B38"/>
                </a:solidFill>
                <a:latin typeface="Aptos Narrow"/>
                <a:cs typeface="Arial"/>
              </a:rPr>
              <a:t>khớp</a:t>
            </a:r>
            <a:r>
              <a:rPr lang="en-US" sz="800" b="1">
                <a:solidFill>
                  <a:srgbClr val="1E2B38"/>
                </a:solidFill>
                <a:latin typeface="Aptos Narrow"/>
                <a:cs typeface="Arial"/>
              </a:rPr>
              <a:t> </a:t>
            </a:r>
            <a:r>
              <a:rPr lang="en-US" sz="800" b="1" err="1">
                <a:solidFill>
                  <a:srgbClr val="1E2B38"/>
                </a:solidFill>
                <a:latin typeface="Aptos Narrow"/>
                <a:cs typeface="Arial"/>
              </a:rPr>
              <a:t>đúng</a:t>
            </a:r>
            <a:r>
              <a:rPr lang="en-US" sz="800" b="1">
                <a:solidFill>
                  <a:srgbClr val="1E2B38"/>
                </a:solidFill>
                <a:latin typeface="Aptos Narrow"/>
                <a:cs typeface="Arial"/>
              </a:rPr>
              <a:t> </a:t>
            </a:r>
            <a:r>
              <a:rPr lang="en-US" sz="800" b="1" err="1">
                <a:solidFill>
                  <a:srgbClr val="1E2B38"/>
                </a:solidFill>
                <a:latin typeface="Aptos Narrow"/>
                <a:cs typeface="Arial"/>
              </a:rPr>
              <a:t>thông</a:t>
            </a:r>
            <a:r>
              <a:rPr lang="en-US" sz="800" b="1">
                <a:solidFill>
                  <a:srgbClr val="1E2B38"/>
                </a:solidFill>
                <a:latin typeface="Aptos Narrow"/>
                <a:cs typeface="Arial"/>
              </a:rPr>
              <a:t> tin </a:t>
            </a:r>
            <a:r>
              <a:rPr lang="en-US" sz="800" b="1" err="1">
                <a:solidFill>
                  <a:srgbClr val="1E2B38"/>
                </a:solidFill>
                <a:latin typeface="Aptos Narrow"/>
                <a:cs typeface="Arial"/>
              </a:rPr>
              <a:t>sinh</a:t>
            </a:r>
            <a:r>
              <a:rPr lang="en-US" sz="800" b="1">
                <a:solidFill>
                  <a:srgbClr val="1E2B38"/>
                </a:solidFill>
                <a:latin typeface="Aptos Narrow"/>
                <a:cs typeface="Arial"/>
              </a:rPr>
              <a:t> </a:t>
            </a:r>
            <a:r>
              <a:rPr lang="en-US" altLang="ko-KR" sz="800" b="1" err="1">
                <a:solidFill>
                  <a:srgbClr val="1E2B38"/>
                </a:solidFill>
                <a:latin typeface="Aptos Narrow"/>
                <a:cs typeface="Arial"/>
              </a:rPr>
              <a:t>trắc</a:t>
            </a:r>
            <a:r>
              <a:rPr lang="en-US" altLang="ko-KR" sz="800" b="1">
                <a:solidFill>
                  <a:srgbClr val="1E2B38"/>
                </a:solidFill>
                <a:latin typeface="Aptos Narrow"/>
                <a:cs typeface="Arial"/>
              </a:rPr>
              <a:t> </a:t>
            </a:r>
            <a:r>
              <a:rPr lang="en-US" altLang="ko-KR" sz="800" b="1" err="1">
                <a:solidFill>
                  <a:srgbClr val="1E2B38"/>
                </a:solidFill>
                <a:latin typeface="Aptos Narrow"/>
                <a:cs typeface="Arial"/>
              </a:rPr>
              <a:t>học</a:t>
            </a:r>
            <a:r>
              <a:rPr lang="en-US" sz="800" b="1">
                <a:solidFill>
                  <a:srgbClr val="1E2B38"/>
                </a:solidFill>
                <a:latin typeface="Aptos Narrow"/>
                <a:cs typeface="Arial"/>
              </a:rPr>
              <a:t> </a:t>
            </a:r>
            <a:r>
              <a:rPr lang="en-US" sz="800" b="1" err="1">
                <a:solidFill>
                  <a:srgbClr val="1E2B38"/>
                </a:solidFill>
                <a:latin typeface="Aptos Narrow"/>
                <a:cs typeface="Arial"/>
              </a:rPr>
              <a:t>tối</a:t>
            </a:r>
            <a:r>
              <a:rPr lang="en-US" sz="800" b="1">
                <a:solidFill>
                  <a:srgbClr val="1E2B38"/>
                </a:solidFill>
                <a:latin typeface="Aptos Narrow"/>
                <a:cs typeface="Arial"/>
              </a:rPr>
              <a:t> </a:t>
            </a:r>
            <a:r>
              <a:rPr lang="en-US" sz="800" b="1" err="1">
                <a:solidFill>
                  <a:srgbClr val="1E2B38"/>
                </a:solidFill>
                <a:latin typeface="Aptos Narrow"/>
                <a:cs typeface="Arial"/>
              </a:rPr>
              <a:t>đa</a:t>
            </a:r>
            <a:r>
              <a:rPr lang="en-US" sz="800" b="1">
                <a:solidFill>
                  <a:srgbClr val="1E2B38"/>
                </a:solidFill>
                <a:latin typeface="Aptos Narrow"/>
                <a:cs typeface="Arial"/>
              </a:rPr>
              <a:t> 02 </a:t>
            </a:r>
            <a:r>
              <a:rPr lang="en-US" sz="800" b="1" err="1">
                <a:solidFill>
                  <a:srgbClr val="1E2B38"/>
                </a:solidFill>
                <a:latin typeface="Aptos Narrow"/>
                <a:cs typeface="Arial"/>
              </a:rPr>
              <a:t>phút</a:t>
            </a:r>
            <a:r>
              <a:rPr lang="en-US" sz="800" b="1">
                <a:solidFill>
                  <a:srgbClr val="1E2B38"/>
                </a:solidFill>
                <a:latin typeface="Aptos Narrow"/>
                <a:cs typeface="Arial"/>
              </a:rPr>
              <a:t> </a:t>
            </a:r>
            <a:r>
              <a:rPr lang="en-US" altLang="ko-KR" sz="800" b="1" err="1">
                <a:solidFill>
                  <a:srgbClr val="1E2B38"/>
                </a:solidFill>
                <a:latin typeface="Aptos Narrow"/>
                <a:cs typeface="Arial"/>
              </a:rPr>
              <a:t>kể</a:t>
            </a:r>
            <a:r>
              <a:rPr lang="en-US" sz="800" b="1">
                <a:solidFill>
                  <a:srgbClr val="1E2B38"/>
                </a:solidFill>
                <a:latin typeface="Aptos Narrow"/>
                <a:cs typeface="Arial"/>
              </a:rPr>
              <a:t> </a:t>
            </a:r>
            <a:r>
              <a:rPr lang="en-US" sz="800" b="1" err="1">
                <a:solidFill>
                  <a:srgbClr val="1E2B38"/>
                </a:solidFill>
                <a:latin typeface="Aptos Narrow"/>
                <a:cs typeface="Arial"/>
              </a:rPr>
              <a:t>từ</a:t>
            </a:r>
            <a:r>
              <a:rPr lang="en-US" sz="800" b="1">
                <a:solidFill>
                  <a:srgbClr val="1E2B38"/>
                </a:solidFill>
                <a:latin typeface="Aptos Narrow"/>
                <a:cs typeface="Arial"/>
              </a:rPr>
              <a:t> </a:t>
            </a:r>
            <a:r>
              <a:rPr lang="en-US" sz="800" b="1" err="1">
                <a:solidFill>
                  <a:srgbClr val="1E2B38"/>
                </a:solidFill>
                <a:latin typeface="Aptos Narrow"/>
                <a:cs typeface="Arial"/>
              </a:rPr>
              <a:t>thời</a:t>
            </a:r>
            <a:r>
              <a:rPr lang="en-US" sz="800" b="1">
                <a:solidFill>
                  <a:srgbClr val="1E2B38"/>
                </a:solidFill>
                <a:latin typeface="Aptos Narrow"/>
                <a:cs typeface="Arial"/>
              </a:rPr>
              <a:t> </a:t>
            </a:r>
            <a:r>
              <a:rPr lang="en-US" altLang="ko-KR" sz="800" b="1" err="1">
                <a:solidFill>
                  <a:srgbClr val="1E2B38"/>
                </a:solidFill>
                <a:latin typeface="Aptos Narrow"/>
                <a:cs typeface="Arial"/>
              </a:rPr>
              <a:t>điểm</a:t>
            </a:r>
            <a:r>
              <a:rPr lang="en-US" altLang="ko-KR" sz="800" b="1">
                <a:solidFill>
                  <a:srgbClr val="1E2B38"/>
                </a:solidFill>
                <a:latin typeface="Aptos Narrow"/>
                <a:cs typeface="Arial"/>
              </a:rPr>
              <a:t> </a:t>
            </a:r>
            <a:r>
              <a:rPr lang="en-US" altLang="ko-KR" sz="800" b="1" err="1">
                <a:solidFill>
                  <a:srgbClr val="1E2B38"/>
                </a:solidFill>
                <a:latin typeface="Aptos Narrow"/>
                <a:cs typeface="Arial"/>
              </a:rPr>
              <a:t>thiết</a:t>
            </a:r>
            <a:r>
              <a:rPr lang="en-US" sz="800" b="1">
                <a:solidFill>
                  <a:srgbClr val="1E2B38"/>
                </a:solidFill>
                <a:latin typeface="Aptos Narrow"/>
                <a:cs typeface="Arial"/>
              </a:rPr>
              <a:t> </a:t>
            </a:r>
            <a:r>
              <a:rPr lang="en-US" altLang="ko-KR" sz="800" b="1" err="1">
                <a:solidFill>
                  <a:srgbClr val="1E2B38"/>
                </a:solidFill>
                <a:latin typeface="Aptos Narrow"/>
                <a:cs typeface="Arial"/>
              </a:rPr>
              <a:t>bị</a:t>
            </a:r>
            <a:r>
              <a:rPr lang="en-US" sz="800" b="1">
                <a:solidFill>
                  <a:srgbClr val="1E2B38"/>
                </a:solidFill>
                <a:latin typeface="Aptos Narrow"/>
                <a:cs typeface="Arial"/>
              </a:rPr>
              <a:t> </a:t>
            </a:r>
            <a:r>
              <a:rPr lang="en-US" sz="800" b="1" err="1">
                <a:solidFill>
                  <a:srgbClr val="1E2B38"/>
                </a:solidFill>
                <a:latin typeface="Aptos Narrow"/>
                <a:cs typeface="Arial"/>
              </a:rPr>
              <a:t>bắt</a:t>
            </a:r>
            <a:r>
              <a:rPr lang="en-US" sz="800" b="1">
                <a:solidFill>
                  <a:srgbClr val="1E2B38"/>
                </a:solidFill>
                <a:latin typeface="Aptos Narrow"/>
                <a:cs typeface="Arial"/>
              </a:rPr>
              <a:t> </a:t>
            </a:r>
            <a:r>
              <a:rPr lang="en-US" sz="800" b="1" err="1">
                <a:solidFill>
                  <a:srgbClr val="1E2B38"/>
                </a:solidFill>
                <a:latin typeface="Aptos Narrow"/>
                <a:cs typeface="Arial"/>
              </a:rPr>
              <a:t>đầu</a:t>
            </a:r>
            <a:r>
              <a:rPr lang="en-US" sz="800" b="1">
                <a:solidFill>
                  <a:srgbClr val="1E2B38"/>
                </a:solidFill>
                <a:latin typeface="Aptos Narrow"/>
                <a:cs typeface="Arial"/>
              </a:rPr>
              <a:t> </a:t>
            </a:r>
            <a:r>
              <a:rPr lang="en-US" altLang="ko-KR" sz="800" b="1" err="1">
                <a:solidFill>
                  <a:srgbClr val="1E2B38"/>
                </a:solidFill>
                <a:latin typeface="Aptos Narrow"/>
                <a:cs typeface="Arial"/>
              </a:rPr>
              <a:t>thực</a:t>
            </a:r>
            <a:r>
              <a:rPr lang="en-US" sz="800" b="1">
                <a:solidFill>
                  <a:srgbClr val="1E2B38"/>
                </a:solidFill>
                <a:latin typeface="Aptos Narrow"/>
                <a:cs typeface="Arial"/>
              </a:rPr>
              <a:t> </a:t>
            </a:r>
            <a:r>
              <a:rPr lang="en-US" sz="800" b="1" err="1">
                <a:solidFill>
                  <a:srgbClr val="1E2B38"/>
                </a:solidFill>
                <a:latin typeface="Aptos Narrow"/>
                <a:cs typeface="Arial"/>
              </a:rPr>
              <a:t>hiện</a:t>
            </a:r>
            <a:r>
              <a:rPr lang="en-US" sz="800" b="1">
                <a:solidFill>
                  <a:srgbClr val="1E2B38"/>
                </a:solidFill>
                <a:latin typeface="Aptos Narrow"/>
                <a:cs typeface="Arial"/>
              </a:rPr>
              <a:t> </a:t>
            </a:r>
            <a:r>
              <a:rPr lang="en-US" sz="800" b="1" err="1">
                <a:solidFill>
                  <a:srgbClr val="1E2B38"/>
                </a:solidFill>
                <a:latin typeface="Aptos Narrow"/>
                <a:cs typeface="Arial"/>
              </a:rPr>
              <a:t>việc</a:t>
            </a:r>
            <a:r>
              <a:rPr lang="en-US" sz="800" b="1">
                <a:solidFill>
                  <a:srgbClr val="1E2B38"/>
                </a:solidFill>
                <a:latin typeface="Aptos Narrow"/>
                <a:cs typeface="Arial"/>
              </a:rPr>
              <a:t> </a:t>
            </a:r>
            <a:r>
              <a:rPr lang="en-US" altLang="ko-KR" sz="800" b="1" err="1">
                <a:solidFill>
                  <a:srgbClr val="1E2B38"/>
                </a:solidFill>
                <a:latin typeface="Aptos Narrow"/>
                <a:cs typeface="Arial"/>
              </a:rPr>
              <a:t>xác</a:t>
            </a:r>
            <a:r>
              <a:rPr lang="en-US" sz="800" b="1">
                <a:solidFill>
                  <a:srgbClr val="1E2B38"/>
                </a:solidFill>
                <a:latin typeface="Aptos Narrow"/>
                <a:cs typeface="Arial"/>
              </a:rPr>
              <a:t> </a:t>
            </a:r>
            <a:r>
              <a:rPr lang="en-US" sz="800" b="1" err="1">
                <a:solidFill>
                  <a:srgbClr val="1E2B38"/>
                </a:solidFill>
                <a:latin typeface="Aptos Narrow"/>
                <a:cs typeface="Arial"/>
              </a:rPr>
              <a:t>thực</a:t>
            </a:r>
            <a:r>
              <a:rPr lang="en-US" sz="800" b="1">
                <a:solidFill>
                  <a:srgbClr val="1E2B38"/>
                </a:solidFill>
                <a:latin typeface="Aptos Narrow"/>
                <a:cs typeface="Arial"/>
              </a:rPr>
              <a:t>.</a:t>
            </a:r>
          </a:p>
          <a:p>
            <a:r>
              <a:rPr lang="en-US" sz="850" err="1">
                <a:solidFill>
                  <a:srgbClr val="5B6B79"/>
                </a:solidFill>
                <a:latin typeface="Aptos Narrow"/>
                <a:ea typeface="NanumGothic"/>
              </a:rPr>
              <a:t>기기</a:t>
            </a:r>
            <a:r>
              <a:rPr lang="en-US" sz="850">
                <a:solidFill>
                  <a:srgbClr val="5B6B79"/>
                </a:solidFill>
                <a:latin typeface="Aptos Narrow"/>
                <a:ea typeface="NanumGothic"/>
              </a:rPr>
              <a:t> </a:t>
            </a:r>
            <a:r>
              <a:rPr lang="en-US" sz="850" err="1">
                <a:solidFill>
                  <a:srgbClr val="5B6B79"/>
                </a:solidFill>
                <a:latin typeface="Aptos Narrow"/>
                <a:ea typeface="NanumGothic"/>
              </a:rPr>
              <a:t>생체</a:t>
            </a:r>
            <a:r>
              <a:rPr lang="en-US" sz="850">
                <a:solidFill>
                  <a:srgbClr val="5B6B79"/>
                </a:solidFill>
                <a:latin typeface="Aptos Narrow"/>
                <a:ea typeface="NanumGothic"/>
              </a:rPr>
              <a:t> </a:t>
            </a:r>
            <a:r>
              <a:rPr lang="en-US" sz="850" err="1">
                <a:solidFill>
                  <a:srgbClr val="5B6B79"/>
                </a:solidFill>
                <a:latin typeface="Aptos Narrow"/>
                <a:ea typeface="NanumGothic"/>
              </a:rPr>
              <a:t>정보</a:t>
            </a:r>
            <a:r>
              <a:rPr lang="en-US" sz="850">
                <a:solidFill>
                  <a:srgbClr val="5B6B79"/>
                </a:solidFill>
                <a:latin typeface="Aptos Narrow"/>
                <a:ea typeface="NanumGothic"/>
              </a:rPr>
              <a:t> </a:t>
            </a:r>
            <a:r>
              <a:rPr lang="en-US" sz="850" err="1">
                <a:solidFill>
                  <a:srgbClr val="5B6B79"/>
                </a:solidFill>
                <a:latin typeface="Aptos Narrow"/>
                <a:ea typeface="NanumGothic"/>
              </a:rPr>
              <a:t>일치</a:t>
            </a:r>
            <a:r>
              <a:rPr lang="en-US" sz="850">
                <a:solidFill>
                  <a:srgbClr val="5B6B79"/>
                </a:solidFill>
                <a:latin typeface="Aptos Narrow"/>
                <a:ea typeface="NanumGothic"/>
              </a:rPr>
              <a:t> </a:t>
            </a:r>
            <a:r>
              <a:rPr lang="en-US" sz="850" err="1">
                <a:solidFill>
                  <a:srgbClr val="5B6B79"/>
                </a:solidFill>
                <a:latin typeface="Aptos Narrow"/>
                <a:ea typeface="NanumGothic"/>
              </a:rPr>
              <a:t>인증</a:t>
            </a:r>
            <a:r>
              <a:rPr lang="en-US" sz="850">
                <a:solidFill>
                  <a:srgbClr val="5B6B79"/>
                </a:solidFill>
                <a:latin typeface="Aptos Narrow"/>
                <a:ea typeface="NanumGothic"/>
              </a:rPr>
              <a:t> 시 </a:t>
            </a:r>
            <a:r>
              <a:rPr lang="en-US" sz="850" err="1">
                <a:solidFill>
                  <a:srgbClr val="5B6B79"/>
                </a:solidFill>
                <a:latin typeface="Aptos Narrow"/>
                <a:ea typeface="NanumGothic"/>
              </a:rPr>
              <a:t>다음</a:t>
            </a:r>
            <a:r>
              <a:rPr lang="en-US" sz="850">
                <a:solidFill>
                  <a:srgbClr val="5B6B79"/>
                </a:solidFill>
                <a:latin typeface="Aptos Narrow"/>
                <a:ea typeface="NanumGothic"/>
              </a:rPr>
              <a:t> </a:t>
            </a:r>
            <a:r>
              <a:rPr lang="en-US" sz="850" err="1">
                <a:solidFill>
                  <a:srgbClr val="5B6B79"/>
                </a:solidFill>
                <a:latin typeface="Aptos Narrow"/>
                <a:ea typeface="NanumGothic"/>
              </a:rPr>
              <a:t>요구</a:t>
            </a:r>
            <a:r>
              <a:rPr lang="en-US" sz="850">
                <a:solidFill>
                  <a:srgbClr val="5B6B79"/>
                </a:solidFill>
                <a:latin typeface="Aptos Narrow"/>
                <a:ea typeface="NanumGothic"/>
              </a:rPr>
              <a:t> </a:t>
            </a:r>
            <a:r>
              <a:rPr lang="en-US" sz="850" err="1">
                <a:solidFill>
                  <a:srgbClr val="5B6B79"/>
                </a:solidFill>
                <a:latin typeface="Aptos Narrow"/>
                <a:ea typeface="NanumGothic"/>
              </a:rPr>
              <a:t>사항을</a:t>
            </a:r>
            <a:r>
              <a:rPr lang="en-US" sz="850">
                <a:solidFill>
                  <a:srgbClr val="5B6B79"/>
                </a:solidFill>
                <a:latin typeface="Aptos Narrow"/>
                <a:ea typeface="NanumGothic"/>
              </a:rPr>
              <a:t> </a:t>
            </a:r>
            <a:r>
              <a:rPr lang="en-US" sz="850" err="1">
                <a:solidFill>
                  <a:srgbClr val="5B6B79"/>
                </a:solidFill>
                <a:latin typeface="Aptos Narrow"/>
                <a:ea typeface="NanumGothic"/>
              </a:rPr>
              <a:t>충족할</a:t>
            </a:r>
            <a:r>
              <a:rPr lang="en-US" sz="850">
                <a:solidFill>
                  <a:srgbClr val="5B6B79"/>
                </a:solidFill>
                <a:latin typeface="Aptos Narrow"/>
                <a:ea typeface="NanumGothic"/>
              </a:rPr>
              <a:t> 것:</a:t>
            </a:r>
          </a:p>
          <a:p>
            <a:r>
              <a:rPr lang="en-US" sz="850" err="1">
                <a:solidFill>
                  <a:srgbClr val="5B6B79"/>
                </a:solidFill>
                <a:latin typeface="Aptos Narrow"/>
                <a:ea typeface="NanumGothic"/>
              </a:rPr>
              <a:t>고객의</a:t>
            </a:r>
            <a:r>
              <a:rPr lang="en-US" sz="850">
                <a:solidFill>
                  <a:srgbClr val="5B6B79"/>
                </a:solidFill>
                <a:latin typeface="Aptos Narrow"/>
                <a:ea typeface="NanumGothic"/>
              </a:rPr>
              <a:t> </a:t>
            </a:r>
            <a:r>
              <a:rPr lang="en-US" sz="850" err="1">
                <a:solidFill>
                  <a:srgbClr val="5B6B79"/>
                </a:solidFill>
                <a:latin typeface="Aptos Narrow"/>
                <a:ea typeface="NanumGothic"/>
              </a:rPr>
              <a:t>동의</a:t>
            </a:r>
            <a:r>
              <a:rPr lang="en-US" sz="850">
                <a:solidFill>
                  <a:srgbClr val="5B6B79"/>
                </a:solidFill>
                <a:latin typeface="Aptos Narrow"/>
                <a:ea typeface="NanumGothic"/>
              </a:rPr>
              <a:t> 및 </a:t>
            </a:r>
            <a:r>
              <a:rPr lang="en-US" sz="850" err="1">
                <a:solidFill>
                  <a:srgbClr val="5B6B79"/>
                </a:solidFill>
                <a:latin typeface="Aptos Narrow"/>
                <a:ea typeface="NanumGothic"/>
              </a:rPr>
              <a:t>다른</a:t>
            </a:r>
            <a:r>
              <a:rPr lang="en-US" sz="850">
                <a:solidFill>
                  <a:srgbClr val="5B6B79"/>
                </a:solidFill>
                <a:latin typeface="Aptos Narrow"/>
                <a:ea typeface="NanumGothic"/>
              </a:rPr>
              <a:t> </a:t>
            </a:r>
            <a:r>
              <a:rPr lang="en-US" sz="850" err="1">
                <a:solidFill>
                  <a:srgbClr val="5B6B79"/>
                </a:solidFill>
                <a:latin typeface="Aptos Narrow"/>
                <a:ea typeface="NanumGothic"/>
              </a:rPr>
              <a:t>인증</a:t>
            </a:r>
            <a:r>
              <a:rPr lang="en-US" sz="850">
                <a:solidFill>
                  <a:srgbClr val="5B6B79"/>
                </a:solidFill>
                <a:latin typeface="Aptos Narrow"/>
                <a:ea typeface="NanumGothic"/>
              </a:rPr>
              <a:t> </a:t>
            </a:r>
            <a:r>
              <a:rPr lang="en-US" sz="850" err="1">
                <a:solidFill>
                  <a:srgbClr val="5B6B79"/>
                </a:solidFill>
                <a:latin typeface="Aptos Narrow"/>
                <a:ea typeface="NanumGothic"/>
              </a:rPr>
              <a:t>수단을</a:t>
            </a:r>
            <a:r>
              <a:rPr lang="en-US" sz="850">
                <a:solidFill>
                  <a:srgbClr val="5B6B79"/>
                </a:solidFill>
                <a:latin typeface="Aptos Narrow"/>
                <a:ea typeface="NanumGothic"/>
              </a:rPr>
              <a:t> </a:t>
            </a:r>
            <a:r>
              <a:rPr lang="en-US" sz="850" err="1">
                <a:solidFill>
                  <a:srgbClr val="5B6B79"/>
                </a:solidFill>
                <a:latin typeface="Aptos Narrow"/>
                <a:ea typeface="NanumGothic"/>
              </a:rPr>
              <a:t>통한</a:t>
            </a:r>
            <a:r>
              <a:rPr lang="en-US" sz="850">
                <a:solidFill>
                  <a:srgbClr val="5B6B79"/>
                </a:solidFill>
                <a:latin typeface="Aptos Narrow"/>
                <a:ea typeface="NanumGothic"/>
              </a:rPr>
              <a:t> </a:t>
            </a:r>
            <a:r>
              <a:rPr lang="en-US" sz="850" err="1">
                <a:solidFill>
                  <a:srgbClr val="5B6B79"/>
                </a:solidFill>
                <a:latin typeface="Aptos Narrow"/>
                <a:ea typeface="NanumGothic"/>
              </a:rPr>
              <a:t>최소</a:t>
            </a:r>
            <a:r>
              <a:rPr lang="en-US" sz="850">
                <a:solidFill>
                  <a:srgbClr val="5B6B79"/>
                </a:solidFill>
                <a:latin typeface="Aptos Narrow"/>
                <a:ea typeface="NanumGothic"/>
              </a:rPr>
              <a:t> 1회 </a:t>
            </a:r>
            <a:r>
              <a:rPr lang="en-US" sz="850" err="1">
                <a:solidFill>
                  <a:srgbClr val="5B6B79"/>
                </a:solidFill>
                <a:latin typeface="Aptos Narrow"/>
                <a:ea typeface="NanumGothic"/>
              </a:rPr>
              <a:t>이상의</a:t>
            </a:r>
            <a:r>
              <a:rPr lang="en-US" sz="850">
                <a:solidFill>
                  <a:srgbClr val="5B6B79"/>
                </a:solidFill>
                <a:latin typeface="Aptos Narrow"/>
                <a:ea typeface="NanumGothic"/>
              </a:rPr>
              <a:t> </a:t>
            </a:r>
            <a:r>
              <a:rPr lang="en-US" sz="850" err="1">
                <a:solidFill>
                  <a:srgbClr val="5B6B79"/>
                </a:solidFill>
                <a:latin typeface="Aptos Narrow"/>
                <a:ea typeface="NanumGothic"/>
              </a:rPr>
              <a:t>성공적인</a:t>
            </a:r>
            <a:r>
              <a:rPr lang="en-US" sz="850">
                <a:solidFill>
                  <a:srgbClr val="5B6B79"/>
                </a:solidFill>
                <a:latin typeface="Aptos Narrow"/>
                <a:ea typeface="NanumGothic"/>
              </a:rPr>
              <a:t> </a:t>
            </a:r>
            <a:r>
              <a:rPr lang="en-US" sz="850" err="1">
                <a:solidFill>
                  <a:srgbClr val="5B6B79"/>
                </a:solidFill>
                <a:latin typeface="Aptos Narrow"/>
                <a:ea typeface="NanumGothic"/>
              </a:rPr>
              <a:t>거래</a:t>
            </a:r>
            <a:r>
              <a:rPr lang="en-US" sz="850">
                <a:solidFill>
                  <a:srgbClr val="5B6B79"/>
                </a:solidFill>
                <a:latin typeface="Aptos Narrow"/>
                <a:ea typeface="NanumGothic"/>
              </a:rPr>
              <a:t> </a:t>
            </a:r>
            <a:r>
              <a:rPr lang="en-US" sz="850" err="1">
                <a:solidFill>
                  <a:srgbClr val="5B6B79"/>
                </a:solidFill>
                <a:latin typeface="Aptos Narrow"/>
                <a:ea typeface="NanumGothic"/>
              </a:rPr>
              <a:t>실적이</a:t>
            </a:r>
            <a:r>
              <a:rPr lang="en-US" sz="850">
                <a:solidFill>
                  <a:srgbClr val="5B6B79"/>
                </a:solidFill>
                <a:latin typeface="Aptos Narrow"/>
                <a:ea typeface="NanumGothic"/>
              </a:rPr>
              <a:t> </a:t>
            </a:r>
            <a:r>
              <a:rPr lang="en-US" sz="850" err="1">
                <a:solidFill>
                  <a:srgbClr val="5B6B79"/>
                </a:solidFill>
                <a:latin typeface="Aptos Narrow"/>
                <a:ea typeface="NanumGothic"/>
              </a:rPr>
              <a:t>있는</a:t>
            </a:r>
            <a:r>
              <a:rPr lang="en-US" sz="850">
                <a:solidFill>
                  <a:srgbClr val="5B6B79"/>
                </a:solidFill>
                <a:latin typeface="Aptos Narrow"/>
                <a:ea typeface="NanumGothic"/>
              </a:rPr>
              <a:t> </a:t>
            </a:r>
            <a:r>
              <a:rPr lang="en-US" sz="850" err="1">
                <a:solidFill>
                  <a:srgbClr val="5B6B79"/>
                </a:solidFill>
                <a:latin typeface="Aptos Narrow"/>
                <a:ea typeface="NanumGothic"/>
              </a:rPr>
              <a:t>경우에</a:t>
            </a:r>
            <a:r>
              <a:rPr lang="en-US" sz="850">
                <a:solidFill>
                  <a:srgbClr val="5B6B79"/>
                </a:solidFill>
                <a:latin typeface="Aptos Narrow"/>
                <a:ea typeface="NanumGothic"/>
              </a:rPr>
              <a:t> </a:t>
            </a:r>
            <a:r>
              <a:rPr lang="en-US" sz="850" err="1">
                <a:solidFill>
                  <a:srgbClr val="5B6B79"/>
                </a:solidFill>
                <a:latin typeface="Aptos Narrow"/>
                <a:ea typeface="NanumGothic"/>
              </a:rPr>
              <a:t>한하여</a:t>
            </a:r>
            <a:r>
              <a:rPr lang="en-US" sz="850">
                <a:solidFill>
                  <a:srgbClr val="5B6B79"/>
                </a:solidFill>
                <a:latin typeface="Aptos Narrow"/>
                <a:ea typeface="NanumGothic"/>
              </a:rPr>
              <a:t> </a:t>
            </a:r>
            <a:r>
              <a:rPr lang="en-US" sz="850" err="1">
                <a:solidFill>
                  <a:srgbClr val="5B6B79"/>
                </a:solidFill>
                <a:latin typeface="Aptos Narrow"/>
                <a:ea typeface="NanumGothic"/>
              </a:rPr>
              <a:t>활성화</a:t>
            </a:r>
            <a:r>
              <a:rPr lang="en-US" sz="850">
                <a:solidFill>
                  <a:srgbClr val="5B6B79"/>
                </a:solidFill>
                <a:latin typeface="Aptos Narrow"/>
                <a:ea typeface="NanumGothic"/>
              </a:rPr>
              <a:t> 및 </a:t>
            </a:r>
            <a:r>
              <a:rPr lang="en-US" sz="850" err="1">
                <a:solidFill>
                  <a:srgbClr val="5B6B79"/>
                </a:solidFill>
                <a:latin typeface="Aptos Narrow"/>
                <a:ea typeface="NanumGothic"/>
              </a:rPr>
              <a:t>사용을</a:t>
            </a:r>
            <a:r>
              <a:rPr lang="en-US" sz="850">
                <a:solidFill>
                  <a:srgbClr val="5B6B79"/>
                </a:solidFill>
                <a:latin typeface="Aptos Narrow"/>
                <a:ea typeface="NanumGothic"/>
              </a:rPr>
              <a:t> </a:t>
            </a:r>
            <a:r>
              <a:rPr lang="en-US" sz="850" err="1">
                <a:solidFill>
                  <a:srgbClr val="5B6B79"/>
                </a:solidFill>
                <a:latin typeface="Aptos Narrow"/>
                <a:ea typeface="NanumGothic"/>
              </a:rPr>
              <a:t>허용함</a:t>
            </a:r>
            <a:r>
              <a:rPr lang="en-US" sz="850">
                <a:solidFill>
                  <a:srgbClr val="5B6B79"/>
                </a:solidFill>
                <a:latin typeface="Aptos Narrow"/>
                <a:ea typeface="NanumGothic"/>
              </a:rPr>
              <a:t>.</a:t>
            </a:r>
          </a:p>
          <a:p>
            <a:r>
              <a:rPr lang="en-US" sz="850" err="1">
                <a:solidFill>
                  <a:srgbClr val="5B6B79"/>
                </a:solidFill>
                <a:latin typeface="Aptos Narrow"/>
                <a:ea typeface="NanumGothic"/>
              </a:rPr>
              <a:t>생체</a:t>
            </a:r>
            <a:r>
              <a:rPr lang="en-US" sz="850">
                <a:solidFill>
                  <a:srgbClr val="5B6B79"/>
                </a:solidFill>
                <a:latin typeface="Aptos Narrow"/>
                <a:ea typeface="NanumGothic"/>
              </a:rPr>
              <a:t> </a:t>
            </a:r>
            <a:r>
              <a:rPr lang="en-US" sz="850" err="1">
                <a:solidFill>
                  <a:srgbClr val="5B6B79"/>
                </a:solidFill>
                <a:latin typeface="Aptos Narrow"/>
                <a:ea typeface="NanumGothic"/>
              </a:rPr>
              <a:t>정보</a:t>
            </a:r>
            <a:r>
              <a:rPr lang="en-US" sz="850">
                <a:solidFill>
                  <a:srgbClr val="5B6B79"/>
                </a:solidFill>
                <a:latin typeface="Aptos Narrow"/>
                <a:ea typeface="NanumGothic"/>
              </a:rPr>
              <a:t> </a:t>
            </a:r>
            <a:r>
              <a:rPr lang="en-US" sz="850" err="1">
                <a:solidFill>
                  <a:srgbClr val="5B6B79"/>
                </a:solidFill>
                <a:latin typeface="Aptos Narrow"/>
                <a:ea typeface="NanumGothic"/>
              </a:rPr>
              <a:t>일치</a:t>
            </a:r>
            <a:r>
              <a:rPr lang="en-US" sz="850">
                <a:solidFill>
                  <a:srgbClr val="5B6B79"/>
                </a:solidFill>
                <a:latin typeface="Aptos Narrow"/>
                <a:ea typeface="NanumGothic"/>
              </a:rPr>
              <a:t> </a:t>
            </a:r>
            <a:r>
              <a:rPr lang="en-US" sz="850" err="1">
                <a:solidFill>
                  <a:srgbClr val="5B6B79"/>
                </a:solidFill>
                <a:latin typeface="Aptos Narrow"/>
                <a:ea typeface="NanumGothic"/>
              </a:rPr>
              <a:t>확인</a:t>
            </a:r>
            <a:r>
              <a:rPr lang="en-US" sz="850">
                <a:solidFill>
                  <a:srgbClr val="5B6B79"/>
                </a:solidFill>
                <a:latin typeface="Aptos Narrow"/>
                <a:ea typeface="NanumGothic"/>
              </a:rPr>
              <a:t> </a:t>
            </a:r>
            <a:r>
              <a:rPr lang="en-US" sz="850" err="1">
                <a:solidFill>
                  <a:srgbClr val="5B6B79"/>
                </a:solidFill>
                <a:latin typeface="Aptos Narrow"/>
                <a:ea typeface="NanumGothic"/>
              </a:rPr>
              <a:t>시간은</a:t>
            </a:r>
            <a:r>
              <a:rPr lang="en-US" sz="850">
                <a:solidFill>
                  <a:srgbClr val="5B6B79"/>
                </a:solidFill>
                <a:latin typeface="Aptos Narrow"/>
                <a:ea typeface="NanumGothic"/>
              </a:rPr>
              <a:t> </a:t>
            </a:r>
            <a:r>
              <a:rPr lang="en-US" sz="850" err="1">
                <a:solidFill>
                  <a:srgbClr val="5B6B79"/>
                </a:solidFill>
                <a:latin typeface="Aptos Narrow"/>
                <a:ea typeface="NanumGothic"/>
              </a:rPr>
              <a:t>기기가</a:t>
            </a:r>
            <a:r>
              <a:rPr lang="en-US" sz="850">
                <a:solidFill>
                  <a:srgbClr val="5B6B79"/>
                </a:solidFill>
                <a:latin typeface="Aptos Narrow"/>
                <a:ea typeface="NanumGothic"/>
              </a:rPr>
              <a:t> </a:t>
            </a:r>
            <a:r>
              <a:rPr lang="en-US" sz="850" err="1">
                <a:solidFill>
                  <a:srgbClr val="5B6B79"/>
                </a:solidFill>
                <a:latin typeface="Aptos Narrow"/>
                <a:ea typeface="NanumGothic"/>
              </a:rPr>
              <a:t>인증을</a:t>
            </a:r>
            <a:r>
              <a:rPr lang="en-US" sz="850">
                <a:solidFill>
                  <a:srgbClr val="5B6B79"/>
                </a:solidFill>
                <a:latin typeface="Aptos Narrow"/>
                <a:ea typeface="NanumGothic"/>
              </a:rPr>
              <a:t> </a:t>
            </a:r>
            <a:r>
              <a:rPr lang="en-US" sz="850" err="1">
                <a:solidFill>
                  <a:srgbClr val="5B6B79"/>
                </a:solidFill>
                <a:latin typeface="Aptos Narrow"/>
                <a:ea typeface="NanumGothic"/>
              </a:rPr>
              <a:t>개시한</a:t>
            </a:r>
            <a:r>
              <a:rPr lang="en-US" sz="850">
                <a:solidFill>
                  <a:srgbClr val="5B6B79"/>
                </a:solidFill>
                <a:latin typeface="Aptos Narrow"/>
                <a:ea typeface="NanumGothic"/>
              </a:rPr>
              <a:t> </a:t>
            </a:r>
            <a:r>
              <a:rPr lang="en-US" sz="850" err="1">
                <a:solidFill>
                  <a:srgbClr val="5B6B79"/>
                </a:solidFill>
                <a:latin typeface="Aptos Narrow"/>
                <a:ea typeface="NanumGothic"/>
              </a:rPr>
              <a:t>시점부터</a:t>
            </a:r>
            <a:r>
              <a:rPr lang="en-US" sz="850">
                <a:solidFill>
                  <a:srgbClr val="5B6B79"/>
                </a:solidFill>
                <a:latin typeface="Aptos Narrow"/>
                <a:ea typeface="NanumGothic"/>
              </a:rPr>
              <a:t> </a:t>
            </a:r>
            <a:r>
              <a:rPr lang="en-US" sz="850" err="1">
                <a:solidFill>
                  <a:srgbClr val="5B6B79"/>
                </a:solidFill>
                <a:latin typeface="Aptos Narrow"/>
                <a:ea typeface="NanumGothic"/>
              </a:rPr>
              <a:t>최대</a:t>
            </a:r>
            <a:r>
              <a:rPr lang="en-US" sz="850">
                <a:solidFill>
                  <a:srgbClr val="5B6B79"/>
                </a:solidFill>
                <a:latin typeface="Aptos Narrow"/>
                <a:ea typeface="NanumGothic"/>
              </a:rPr>
              <a:t> 2분 </a:t>
            </a:r>
            <a:r>
              <a:rPr lang="en-US" sz="850" err="1">
                <a:solidFill>
                  <a:srgbClr val="5B6B79"/>
                </a:solidFill>
                <a:latin typeface="Aptos Narrow"/>
                <a:ea typeface="NanumGothic"/>
              </a:rPr>
              <a:t>이내로</a:t>
            </a:r>
            <a:r>
              <a:rPr lang="en-US" sz="850">
                <a:solidFill>
                  <a:srgbClr val="5B6B79"/>
                </a:solidFill>
                <a:latin typeface="Aptos Narrow"/>
                <a:ea typeface="NanumGothic"/>
              </a:rPr>
              <a:t> </a:t>
            </a:r>
            <a:r>
              <a:rPr lang="en-US" sz="850" err="1">
                <a:solidFill>
                  <a:srgbClr val="5B6B79"/>
                </a:solidFill>
                <a:latin typeface="Aptos Narrow"/>
                <a:ea typeface="NanumGothic"/>
              </a:rPr>
              <a:t>제한함</a:t>
            </a:r>
            <a:r>
              <a:rPr lang="en-US" sz="850">
                <a:solidFill>
                  <a:srgbClr val="5B6B79"/>
                </a:solidFill>
                <a:latin typeface="Aptos Narrow"/>
                <a:ea typeface="NanumGothic"/>
              </a:rPr>
              <a:t>.</a:t>
            </a:r>
          </a:p>
          <a:p>
            <a:pPr>
              <a:lnSpc>
                <a:spcPct val="98000"/>
              </a:lnSpc>
            </a:pPr>
            <a:endParaRPr lang="en-US" sz="800">
              <a:solidFill>
                <a:srgbClr val="7030A0"/>
              </a:solidFill>
            </a:endParaRPr>
          </a:p>
        </p:txBody>
      </p:sp>
      <p:sp>
        <p:nvSpPr>
          <p:cNvPr id="26" name="Shape 24">
            <a:extLst>
              <a:ext uri="{FF2B5EF4-FFF2-40B4-BE49-F238E27FC236}">
                <a16:creationId xmlns:a16="http://schemas.microsoft.com/office/drawing/2014/main" id="{4856EEC2-C12E-F8B2-D1A2-6C1C4575223B}"/>
              </a:ext>
            </a:extLst>
          </p:cNvPr>
          <p:cNvSpPr/>
          <p:nvPr/>
        </p:nvSpPr>
        <p:spPr>
          <a:xfrm>
            <a:off x="6446520" y="2040577"/>
            <a:ext cx="731520"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7" name="Shape 25">
            <a:extLst>
              <a:ext uri="{FF2B5EF4-FFF2-40B4-BE49-F238E27FC236}">
                <a16:creationId xmlns:a16="http://schemas.microsoft.com/office/drawing/2014/main" id="{6B16218A-DFE6-CB38-F0A1-940CF195A89A}"/>
              </a:ext>
            </a:extLst>
          </p:cNvPr>
          <p:cNvSpPr/>
          <p:nvPr/>
        </p:nvSpPr>
        <p:spPr>
          <a:xfrm>
            <a:off x="6711696" y="2478346"/>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28" name="Shape 26">
            <a:extLst>
              <a:ext uri="{FF2B5EF4-FFF2-40B4-BE49-F238E27FC236}">
                <a16:creationId xmlns:a16="http://schemas.microsoft.com/office/drawing/2014/main" id="{2975A414-D4BC-1A68-C362-86811CD5EFAC}"/>
              </a:ext>
            </a:extLst>
          </p:cNvPr>
          <p:cNvSpPr/>
          <p:nvPr/>
        </p:nvSpPr>
        <p:spPr>
          <a:xfrm>
            <a:off x="7178040" y="2040577"/>
            <a:ext cx="731520"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a:extLst>
              <a:ext uri="{FF2B5EF4-FFF2-40B4-BE49-F238E27FC236}">
                <a16:creationId xmlns:a16="http://schemas.microsoft.com/office/drawing/2014/main" id="{9585E4E5-3D2D-08D5-7C77-B69683F5B248}"/>
              </a:ext>
            </a:extLst>
          </p:cNvPr>
          <p:cNvSpPr/>
          <p:nvPr/>
        </p:nvSpPr>
        <p:spPr>
          <a:xfrm>
            <a:off x="7443216" y="247834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a:extLst>
              <a:ext uri="{FF2B5EF4-FFF2-40B4-BE49-F238E27FC236}">
                <a16:creationId xmlns:a16="http://schemas.microsoft.com/office/drawing/2014/main" id="{F9F08F6A-298B-0B5E-17A9-28E3E38096A4}"/>
              </a:ext>
            </a:extLst>
          </p:cNvPr>
          <p:cNvSpPr/>
          <p:nvPr/>
        </p:nvSpPr>
        <p:spPr>
          <a:xfrm>
            <a:off x="7909560" y="2040577"/>
            <a:ext cx="731520" cy="1076706"/>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a:extLst>
              <a:ext uri="{FF2B5EF4-FFF2-40B4-BE49-F238E27FC236}">
                <a16:creationId xmlns:a16="http://schemas.microsoft.com/office/drawing/2014/main" id="{7CB25461-063A-B276-FE40-4D62CCFDFDA0}"/>
              </a:ext>
            </a:extLst>
          </p:cNvPr>
          <p:cNvSpPr/>
          <p:nvPr/>
        </p:nvSpPr>
        <p:spPr>
          <a:xfrm>
            <a:off x="8174736" y="2478346"/>
            <a:ext cx="201168" cy="201168"/>
          </a:xfrm>
          <a:prstGeom prst="rect">
            <a:avLst/>
          </a:prstGeom>
          <a:solidFill>
            <a:srgbClr val="FFFFFF"/>
          </a:solidFill>
          <a:ln w="15240">
            <a:solidFill>
              <a:srgbClr val="0E8C8B"/>
            </a:solidFill>
            <a:prstDash val="solid"/>
          </a:ln>
        </p:spPr>
        <p:txBody>
          <a:bodyPr lIns="91440" tIns="45720" rIns="91440" bIns="45720" anchor="t"/>
          <a:lstStyle/>
          <a:p>
            <a:endParaRPr lang="en-US" sz="900">
              <a:latin typeface="Aptos Narrow"/>
            </a:endParaRPr>
          </a:p>
        </p:txBody>
      </p:sp>
      <p:sp>
        <p:nvSpPr>
          <p:cNvPr id="32" name="Shape 30">
            <a:extLst>
              <a:ext uri="{FF2B5EF4-FFF2-40B4-BE49-F238E27FC236}">
                <a16:creationId xmlns:a16="http://schemas.microsoft.com/office/drawing/2014/main" id="{6331B615-C5CE-0F58-E433-BA772308436E}"/>
              </a:ext>
            </a:extLst>
          </p:cNvPr>
          <p:cNvSpPr/>
          <p:nvPr/>
        </p:nvSpPr>
        <p:spPr>
          <a:xfrm>
            <a:off x="8641080" y="2040577"/>
            <a:ext cx="3090672" cy="1076706"/>
          </a:xfrm>
          <a:prstGeom prst="rect">
            <a:avLst/>
          </a:prstGeom>
          <a:solidFill>
            <a:srgbClr val="F4F7F9"/>
          </a:solidFill>
          <a:ln w="6350">
            <a:solidFill>
              <a:srgbClr val="E2E8ED"/>
            </a:solidFill>
            <a:prstDash val="solid"/>
          </a:ln>
        </p:spPr>
        <p:txBody>
          <a:bodyPr lIns="91440" tIns="45720" rIns="91440" bIns="45720" anchor="t"/>
          <a:lstStyle/>
          <a:p>
            <a:pPr marL="285750" indent="-285750">
              <a:buFont typeface="Calibri"/>
              <a:buChar char="-"/>
            </a:pPr>
            <a:r>
              <a:rPr lang="en-US" sz="900" b="1">
                <a:latin typeface="Aptos Narrow"/>
              </a:rPr>
              <a:t>NHSV Pro</a:t>
            </a:r>
            <a:r>
              <a:rPr lang="en-US" sz="900">
                <a:latin typeface="Aptos Narrow"/>
              </a:rPr>
              <a:t> yêu cầu khách hàng phải đăng nhập bằng Password &amp; Xác thực OTP trước khi cho phép kích hoạt phương thức đăng nhập bằng biometric</a:t>
            </a:r>
          </a:p>
        </p:txBody>
      </p:sp>
      <p:sp>
        <p:nvSpPr>
          <p:cNvPr id="33" name="Text 31">
            <a:extLst>
              <a:ext uri="{FF2B5EF4-FFF2-40B4-BE49-F238E27FC236}">
                <a16:creationId xmlns:a16="http://schemas.microsoft.com/office/drawing/2014/main" id="{756C2782-665E-AFEB-ADE2-AF45CA66B4FF}"/>
              </a:ext>
            </a:extLst>
          </p:cNvPr>
          <p:cNvSpPr/>
          <p:nvPr/>
        </p:nvSpPr>
        <p:spPr>
          <a:xfrm>
            <a:off x="8714232" y="2040577"/>
            <a:ext cx="2944368" cy="1076706"/>
          </a:xfrm>
          <a:prstGeom prst="rect">
            <a:avLst/>
          </a:prstGeom>
          <a:noFill/>
          <a:ln/>
        </p:spPr>
        <p:txBody>
          <a:bodyPr wrap="square" lIns="0" tIns="0" rIns="0" bIns="0" rtlCol="0" anchor="ctr"/>
          <a:lstStyle/>
          <a:p>
            <a:pPr marL="0" indent="0">
              <a:lnSpc>
                <a:spcPct val="95000"/>
              </a:lnSpc>
              <a:buNone/>
            </a:pPr>
            <a:endParaRPr lang="en-US" sz="700" i="1">
              <a:solidFill>
                <a:srgbClr val="FF0000"/>
              </a:solidFill>
              <a:latin typeface="Aptos Narrow" panose="020B0004020202020204" pitchFamily="34" charset="0"/>
              <a:cs typeface="Arial"/>
            </a:endParaRPr>
          </a:p>
        </p:txBody>
      </p:sp>
      <p:sp>
        <p:nvSpPr>
          <p:cNvPr id="34" name="Shape 32">
            <a:extLst>
              <a:ext uri="{FF2B5EF4-FFF2-40B4-BE49-F238E27FC236}">
                <a16:creationId xmlns:a16="http://schemas.microsoft.com/office/drawing/2014/main" id="{9D41551B-8FC1-21FF-E457-44B25C824A09}"/>
              </a:ext>
            </a:extLst>
          </p:cNvPr>
          <p:cNvSpPr/>
          <p:nvPr/>
        </p:nvSpPr>
        <p:spPr>
          <a:xfrm>
            <a:off x="457200" y="3117283"/>
            <a:ext cx="5989320" cy="1647562"/>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5" name="Text 33">
            <a:extLst>
              <a:ext uri="{FF2B5EF4-FFF2-40B4-BE49-F238E27FC236}">
                <a16:creationId xmlns:a16="http://schemas.microsoft.com/office/drawing/2014/main" id="{D78BE04A-7A11-B773-DEA7-5A2193E56731}"/>
              </a:ext>
            </a:extLst>
          </p:cNvPr>
          <p:cNvSpPr/>
          <p:nvPr/>
        </p:nvSpPr>
        <p:spPr>
          <a:xfrm>
            <a:off x="589788" y="3517333"/>
            <a:ext cx="5733288" cy="1076706"/>
          </a:xfrm>
          <a:prstGeom prst="rect">
            <a:avLst/>
          </a:prstGeom>
          <a:noFill/>
          <a:ln/>
        </p:spPr>
        <p:txBody>
          <a:bodyPr wrap="square" lIns="0" tIns="0" rIns="0" bIns="0" rtlCol="0" anchor="ctr"/>
          <a:lstStyle/>
          <a:p>
            <a:pPr>
              <a:lnSpc>
                <a:spcPct val="98000"/>
              </a:lnSpc>
            </a:pPr>
            <a:r>
              <a:rPr lang="en-US" sz="800" b="1" err="1">
                <a:solidFill>
                  <a:srgbClr val="1E2B38"/>
                </a:solidFill>
                <a:latin typeface="Aptos Narrow"/>
                <a:cs typeface="Arial"/>
              </a:rPr>
              <a:t>Xác</a:t>
            </a:r>
            <a:r>
              <a:rPr lang="en-US" sz="800" b="1">
                <a:solidFill>
                  <a:srgbClr val="1E2B38"/>
                </a:solidFill>
                <a:latin typeface="Aptos Narrow"/>
                <a:cs typeface="Arial"/>
              </a:rPr>
              <a:t> </a:t>
            </a:r>
            <a:r>
              <a:rPr lang="en-US" sz="800" b="1" err="1">
                <a:solidFill>
                  <a:srgbClr val="1E2B38"/>
                </a:solidFill>
                <a:latin typeface="Aptos Narrow"/>
                <a:cs typeface="Arial"/>
              </a:rPr>
              <a:t>thực</a:t>
            </a:r>
            <a:r>
              <a:rPr lang="en-US" sz="800" b="1">
                <a:solidFill>
                  <a:srgbClr val="1E2B38"/>
                </a:solidFill>
                <a:latin typeface="Aptos Narrow"/>
                <a:cs typeface="Arial"/>
              </a:rPr>
              <a:t> FIDO </a:t>
            </a:r>
            <a:r>
              <a:rPr lang="en-US" sz="800" b="1" err="1">
                <a:solidFill>
                  <a:srgbClr val="1E2B38"/>
                </a:solidFill>
                <a:latin typeface="Aptos Narrow"/>
                <a:cs typeface="Arial"/>
              </a:rPr>
              <a:t>phải</a:t>
            </a:r>
            <a:r>
              <a:rPr lang="en-US" sz="800" b="1">
                <a:solidFill>
                  <a:srgbClr val="1E2B38"/>
                </a:solidFill>
                <a:latin typeface="Aptos Narrow"/>
                <a:cs typeface="Arial"/>
              </a:rPr>
              <a:t> </a:t>
            </a:r>
            <a:r>
              <a:rPr lang="en-US" sz="800" b="1" err="1">
                <a:solidFill>
                  <a:srgbClr val="1E2B38"/>
                </a:solidFill>
                <a:latin typeface="Aptos Narrow"/>
                <a:cs typeface="Arial"/>
              </a:rPr>
              <a:t>đáp</a:t>
            </a:r>
            <a:r>
              <a:rPr lang="en-US" sz="800" b="1">
                <a:solidFill>
                  <a:srgbClr val="1E2B38"/>
                </a:solidFill>
                <a:latin typeface="Aptos Narrow"/>
                <a:cs typeface="Arial"/>
              </a:rPr>
              <a:t> </a:t>
            </a:r>
            <a:r>
              <a:rPr lang="en-US" sz="800" b="1" err="1">
                <a:solidFill>
                  <a:srgbClr val="1E2B38"/>
                </a:solidFill>
                <a:latin typeface="Aptos Narrow"/>
                <a:cs typeface="Arial"/>
              </a:rPr>
              <a:t>ứng</a:t>
            </a:r>
            <a:r>
              <a:rPr lang="en-US" sz="800" b="1">
                <a:solidFill>
                  <a:srgbClr val="1E2B38"/>
                </a:solidFill>
                <a:latin typeface="Aptos Narrow"/>
                <a:cs typeface="Arial"/>
              </a:rPr>
              <a:t> </a:t>
            </a:r>
            <a:r>
              <a:rPr lang="en-US" sz="800" b="1" err="1">
                <a:solidFill>
                  <a:srgbClr val="1E2B38"/>
                </a:solidFill>
                <a:latin typeface="Aptos Narrow"/>
                <a:cs typeface="Arial"/>
              </a:rPr>
              <a:t>các</a:t>
            </a:r>
            <a:r>
              <a:rPr lang="en-US" sz="800" b="1">
                <a:solidFill>
                  <a:srgbClr val="1E2B38"/>
                </a:solidFill>
                <a:latin typeface="Aptos Narrow"/>
                <a:cs typeface="Arial"/>
              </a:rPr>
              <a:t> </a:t>
            </a:r>
            <a:r>
              <a:rPr lang="en-US" sz="800" b="1" err="1">
                <a:solidFill>
                  <a:srgbClr val="1E2B38"/>
                </a:solidFill>
                <a:latin typeface="Aptos Narrow"/>
                <a:cs typeface="Arial"/>
              </a:rPr>
              <a:t>yêu</a:t>
            </a:r>
            <a:r>
              <a:rPr lang="en-US" sz="800" b="1">
                <a:solidFill>
                  <a:srgbClr val="1E2B38"/>
                </a:solidFill>
                <a:latin typeface="Aptos Narrow"/>
                <a:cs typeface="Arial"/>
              </a:rPr>
              <a:t> </a:t>
            </a:r>
            <a:r>
              <a:rPr lang="en-US" sz="800" b="1" err="1">
                <a:solidFill>
                  <a:srgbClr val="1E2B38"/>
                </a:solidFill>
                <a:latin typeface="Aptos Narrow"/>
                <a:cs typeface="Arial"/>
              </a:rPr>
              <a:t>cầu</a:t>
            </a:r>
            <a:r>
              <a:rPr lang="en-US" sz="800" b="1">
                <a:solidFill>
                  <a:srgbClr val="1E2B38"/>
                </a:solidFill>
                <a:latin typeface="Aptos Narrow"/>
                <a:cs typeface="Arial"/>
              </a:rPr>
              <a:t> </a:t>
            </a:r>
            <a:r>
              <a:rPr lang="en-US" sz="800" b="1" err="1">
                <a:solidFill>
                  <a:srgbClr val="1E2B38"/>
                </a:solidFill>
                <a:latin typeface="Aptos Narrow"/>
                <a:cs typeface="Arial"/>
              </a:rPr>
              <a:t>sau</a:t>
            </a:r>
            <a:r>
              <a:rPr lang="en-US" sz="800" b="1">
                <a:solidFill>
                  <a:srgbClr val="1E2B38"/>
                </a:solidFill>
                <a:latin typeface="Aptos Narrow"/>
                <a:cs typeface="Arial"/>
              </a:rPr>
              <a:t>:</a:t>
            </a:r>
          </a:p>
          <a:p>
            <a:pPr>
              <a:lnSpc>
                <a:spcPct val="98000"/>
              </a:lnSpc>
            </a:pPr>
            <a:r>
              <a:rPr lang="en-US" sz="800" b="1">
                <a:solidFill>
                  <a:srgbClr val="1E2B38"/>
                </a:solidFill>
                <a:latin typeface="Aptos Narrow"/>
                <a:cs typeface="Arial"/>
              </a:rPr>
              <a:t>1. </a:t>
            </a:r>
            <a:r>
              <a:rPr lang="en-US" sz="800" b="1" err="1">
                <a:solidFill>
                  <a:srgbClr val="1E2B38"/>
                </a:solidFill>
                <a:latin typeface="Aptos Narrow"/>
                <a:cs typeface="Arial"/>
              </a:rPr>
              <a:t>Khóa</a:t>
            </a:r>
            <a:r>
              <a:rPr lang="en-US" sz="800" b="1">
                <a:solidFill>
                  <a:srgbClr val="1E2B38"/>
                </a:solidFill>
                <a:latin typeface="Aptos Narrow"/>
                <a:cs typeface="Arial"/>
              </a:rPr>
              <a:t> </a:t>
            </a:r>
            <a:r>
              <a:rPr lang="en-US" sz="800" b="1" err="1">
                <a:solidFill>
                  <a:srgbClr val="1E2B38"/>
                </a:solidFill>
                <a:latin typeface="Aptos Narrow"/>
                <a:cs typeface="Arial"/>
              </a:rPr>
              <a:t>bí</a:t>
            </a:r>
            <a:r>
              <a:rPr lang="en-US" sz="800" b="1">
                <a:solidFill>
                  <a:srgbClr val="1E2B38"/>
                </a:solidFill>
                <a:latin typeface="Aptos Narrow"/>
                <a:cs typeface="Arial"/>
              </a:rPr>
              <a:t> </a:t>
            </a:r>
            <a:r>
              <a:rPr lang="en-US" sz="800" b="1" err="1">
                <a:solidFill>
                  <a:srgbClr val="1E2B38"/>
                </a:solidFill>
                <a:latin typeface="Aptos Narrow"/>
                <a:cs typeface="Arial"/>
              </a:rPr>
              <a:t>mật</a:t>
            </a:r>
            <a:r>
              <a:rPr lang="en-US" sz="800" b="1">
                <a:solidFill>
                  <a:srgbClr val="1E2B38"/>
                </a:solidFill>
                <a:latin typeface="Aptos Narrow"/>
                <a:cs typeface="Arial"/>
              </a:rPr>
              <a:t> </a:t>
            </a:r>
            <a:r>
              <a:rPr lang="en-US" sz="800" b="1" err="1">
                <a:solidFill>
                  <a:srgbClr val="1E2B38"/>
                </a:solidFill>
                <a:latin typeface="Aptos Narrow"/>
                <a:cs typeface="Arial"/>
              </a:rPr>
              <a:t>được</a:t>
            </a:r>
            <a:r>
              <a:rPr lang="en-US" sz="800" b="1">
                <a:solidFill>
                  <a:srgbClr val="1E2B38"/>
                </a:solidFill>
                <a:latin typeface="Aptos Narrow"/>
                <a:cs typeface="Arial"/>
              </a:rPr>
              <a:t> </a:t>
            </a:r>
            <a:r>
              <a:rPr lang="en-US" sz="800" b="1" err="1">
                <a:solidFill>
                  <a:srgbClr val="1E2B38"/>
                </a:solidFill>
                <a:latin typeface="Aptos Narrow"/>
                <a:cs typeface="Arial"/>
              </a:rPr>
              <a:t>lưu</a:t>
            </a:r>
            <a:r>
              <a:rPr lang="en-US" sz="800" b="1">
                <a:solidFill>
                  <a:srgbClr val="1E2B38"/>
                </a:solidFill>
                <a:latin typeface="Aptos Narrow"/>
                <a:cs typeface="Arial"/>
              </a:rPr>
              <a:t> </a:t>
            </a:r>
            <a:r>
              <a:rPr lang="en-US" sz="800" b="1" err="1">
                <a:solidFill>
                  <a:srgbClr val="1E2B38"/>
                </a:solidFill>
                <a:latin typeface="Aptos Narrow"/>
                <a:cs typeface="Arial"/>
              </a:rPr>
              <a:t>giữ</a:t>
            </a:r>
            <a:r>
              <a:rPr lang="en-US" sz="800" b="1">
                <a:solidFill>
                  <a:srgbClr val="1E2B38"/>
                </a:solidFill>
                <a:latin typeface="Aptos Narrow"/>
                <a:cs typeface="Arial"/>
              </a:rPr>
              <a:t> an </a:t>
            </a:r>
            <a:r>
              <a:rPr lang="en-US" sz="800" b="1" err="1">
                <a:solidFill>
                  <a:srgbClr val="1E2B38"/>
                </a:solidFill>
                <a:latin typeface="Aptos Narrow"/>
                <a:cs typeface="Arial"/>
              </a:rPr>
              <a:t>toàn</a:t>
            </a:r>
            <a:r>
              <a:rPr lang="en-US" sz="800" b="1">
                <a:solidFill>
                  <a:srgbClr val="1E2B38"/>
                </a:solidFill>
                <a:latin typeface="Aptos Narrow"/>
                <a:cs typeface="Arial"/>
              </a:rPr>
              <a:t> </a:t>
            </a:r>
            <a:r>
              <a:rPr lang="en-US" sz="800" b="1" err="1">
                <a:solidFill>
                  <a:srgbClr val="1E2B38"/>
                </a:solidFill>
                <a:latin typeface="Aptos Narrow"/>
                <a:cs typeface="Arial"/>
              </a:rPr>
              <a:t>trên</a:t>
            </a:r>
            <a:r>
              <a:rPr lang="en-US" sz="800" b="1">
                <a:solidFill>
                  <a:srgbClr val="1E2B38"/>
                </a:solidFill>
                <a:latin typeface="Aptos Narrow"/>
                <a:cs typeface="Arial"/>
              </a:rPr>
              <a:t> </a:t>
            </a:r>
            <a:r>
              <a:rPr lang="en-US" sz="800" b="1" err="1">
                <a:solidFill>
                  <a:srgbClr val="1E2B38"/>
                </a:solidFill>
                <a:latin typeface="Aptos Narrow"/>
                <a:cs typeface="Arial"/>
              </a:rPr>
              <a:t>thiết</a:t>
            </a:r>
            <a:r>
              <a:rPr lang="en-US" sz="800" b="1">
                <a:solidFill>
                  <a:srgbClr val="1E2B38"/>
                </a:solidFill>
                <a:latin typeface="Aptos Narrow"/>
                <a:cs typeface="Arial"/>
              </a:rPr>
              <a:t> </a:t>
            </a:r>
            <a:r>
              <a:rPr lang="en-US" sz="800" b="1" err="1">
                <a:solidFill>
                  <a:srgbClr val="1E2B38"/>
                </a:solidFill>
                <a:latin typeface="Aptos Narrow"/>
                <a:cs typeface="Arial"/>
              </a:rPr>
              <a:t>bị</a:t>
            </a:r>
            <a:r>
              <a:rPr lang="en-US" sz="800" b="1">
                <a:solidFill>
                  <a:srgbClr val="1E2B38"/>
                </a:solidFill>
                <a:latin typeface="Aptos Narrow"/>
                <a:cs typeface="Arial"/>
              </a:rPr>
              <a:t> </a:t>
            </a:r>
            <a:r>
              <a:rPr lang="en-US" sz="800" b="1" err="1">
                <a:solidFill>
                  <a:srgbClr val="1E2B38"/>
                </a:solidFill>
                <a:latin typeface="Aptos Narrow"/>
                <a:cs typeface="Arial"/>
              </a:rPr>
              <a:t>của</a:t>
            </a:r>
            <a:r>
              <a:rPr lang="en-US" sz="800" b="1">
                <a:solidFill>
                  <a:srgbClr val="1E2B38"/>
                </a:solidFill>
                <a:latin typeface="Aptos Narrow"/>
                <a:cs typeface="Arial"/>
              </a:rPr>
              <a:t> </a:t>
            </a:r>
            <a:r>
              <a:rPr lang="en-US" sz="800" b="1" err="1">
                <a:solidFill>
                  <a:srgbClr val="1E2B38"/>
                </a:solidFill>
                <a:latin typeface="Aptos Narrow"/>
                <a:cs typeface="Arial"/>
              </a:rPr>
              <a:t>khách</a:t>
            </a:r>
            <a:r>
              <a:rPr lang="en-US" sz="800" b="1">
                <a:solidFill>
                  <a:srgbClr val="1E2B38"/>
                </a:solidFill>
                <a:latin typeface="Aptos Narrow"/>
                <a:cs typeface="Arial"/>
              </a:rPr>
              <a:t> </a:t>
            </a:r>
            <a:r>
              <a:rPr lang="en-US" sz="800" b="1" err="1">
                <a:solidFill>
                  <a:srgbClr val="1E2B38"/>
                </a:solidFill>
                <a:latin typeface="Aptos Narrow"/>
                <a:cs typeface="Arial"/>
              </a:rPr>
              <a:t>hàng</a:t>
            </a:r>
            <a:r>
              <a:rPr lang="en-US" sz="800" b="1">
                <a:solidFill>
                  <a:srgbClr val="1E2B38"/>
                </a:solidFill>
                <a:latin typeface="Aptos Narrow"/>
                <a:cs typeface="Arial"/>
              </a:rPr>
              <a:t>. </a:t>
            </a:r>
            <a:r>
              <a:rPr lang="en-US" sz="800" b="1" err="1">
                <a:solidFill>
                  <a:srgbClr val="1E2B38"/>
                </a:solidFill>
                <a:latin typeface="Aptos Narrow"/>
                <a:cs typeface="Arial"/>
              </a:rPr>
              <a:t>Khách</a:t>
            </a:r>
            <a:r>
              <a:rPr lang="en-US" sz="800" b="1">
                <a:solidFill>
                  <a:srgbClr val="1E2B38"/>
                </a:solidFill>
                <a:latin typeface="Aptos Narrow"/>
                <a:cs typeface="Arial"/>
              </a:rPr>
              <a:t> </a:t>
            </a:r>
            <a:r>
              <a:rPr lang="en-US" sz="800" b="1" err="1">
                <a:solidFill>
                  <a:srgbClr val="1E2B38"/>
                </a:solidFill>
                <a:latin typeface="Aptos Narrow"/>
                <a:cs typeface="Arial"/>
              </a:rPr>
              <a:t>hàng</a:t>
            </a:r>
            <a:r>
              <a:rPr lang="en-US" sz="800" b="1">
                <a:solidFill>
                  <a:srgbClr val="1E2B38"/>
                </a:solidFill>
                <a:latin typeface="Aptos Narrow"/>
                <a:cs typeface="Arial"/>
              </a:rPr>
              <a:t> </a:t>
            </a:r>
            <a:r>
              <a:rPr lang="en-US" sz="800" b="1" err="1">
                <a:solidFill>
                  <a:srgbClr val="1E2B38"/>
                </a:solidFill>
                <a:latin typeface="Aptos Narrow"/>
                <a:cs typeface="Arial"/>
              </a:rPr>
              <a:t>sử</a:t>
            </a:r>
            <a:r>
              <a:rPr lang="en-US" sz="800" b="1">
                <a:solidFill>
                  <a:srgbClr val="1E2B38"/>
                </a:solidFill>
                <a:latin typeface="Aptos Narrow"/>
                <a:cs typeface="Arial"/>
              </a:rPr>
              <a:t> </a:t>
            </a:r>
            <a:r>
              <a:rPr lang="en-US" sz="800" b="1" err="1">
                <a:solidFill>
                  <a:srgbClr val="1E2B38"/>
                </a:solidFill>
                <a:latin typeface="Aptos Narrow"/>
                <a:cs typeface="Arial"/>
              </a:rPr>
              <a:t>dụng</a:t>
            </a:r>
            <a:r>
              <a:rPr lang="en-US" sz="800" b="1">
                <a:solidFill>
                  <a:srgbClr val="1E2B38"/>
                </a:solidFill>
                <a:latin typeface="Aptos Narrow"/>
                <a:cs typeface="Arial"/>
              </a:rPr>
              <a:t> </a:t>
            </a:r>
            <a:r>
              <a:rPr lang="en-US" sz="800" b="1" err="1">
                <a:solidFill>
                  <a:srgbClr val="1E2B38"/>
                </a:solidFill>
                <a:latin typeface="Aptos Narrow"/>
                <a:cs typeface="Arial"/>
              </a:rPr>
              <a:t>hình</a:t>
            </a:r>
            <a:r>
              <a:rPr lang="en-US" sz="800" b="1">
                <a:solidFill>
                  <a:srgbClr val="1E2B38"/>
                </a:solidFill>
                <a:latin typeface="Aptos Narrow"/>
                <a:cs typeface="Arial"/>
              </a:rPr>
              <a:t> </a:t>
            </a:r>
            <a:r>
              <a:rPr lang="en-US" sz="800" b="1" err="1">
                <a:solidFill>
                  <a:srgbClr val="1E2B38"/>
                </a:solidFill>
                <a:latin typeface="Aptos Narrow"/>
                <a:cs typeface="Arial"/>
              </a:rPr>
              <a:t>thức</a:t>
            </a:r>
            <a:r>
              <a:rPr lang="en-US" sz="800" b="1">
                <a:solidFill>
                  <a:srgbClr val="1E2B38"/>
                </a:solidFill>
                <a:latin typeface="Aptos Narrow"/>
                <a:cs typeface="Arial"/>
              </a:rPr>
              <a:t> </a:t>
            </a:r>
            <a:r>
              <a:rPr lang="en-US" sz="800" b="1" err="1">
                <a:solidFill>
                  <a:srgbClr val="1E2B38"/>
                </a:solidFill>
                <a:latin typeface="Aptos Narrow"/>
                <a:cs typeface="Arial"/>
              </a:rPr>
              <a:t>xác</a:t>
            </a:r>
            <a:r>
              <a:rPr lang="en-US" sz="800" b="1">
                <a:solidFill>
                  <a:srgbClr val="1E2B38"/>
                </a:solidFill>
                <a:latin typeface="Aptos Narrow"/>
                <a:cs typeface="Arial"/>
              </a:rPr>
              <a:t> </a:t>
            </a:r>
            <a:r>
              <a:rPr lang="en-US" sz="800" b="1" err="1">
                <a:solidFill>
                  <a:srgbClr val="1E2B38"/>
                </a:solidFill>
                <a:latin typeface="Aptos Narrow"/>
                <a:cs typeface="Arial"/>
              </a:rPr>
              <a:t>thực</a:t>
            </a:r>
            <a:r>
              <a:rPr lang="en-US" sz="800" b="1">
                <a:solidFill>
                  <a:srgbClr val="1E2B38"/>
                </a:solidFill>
                <a:latin typeface="Aptos Narrow"/>
                <a:cs typeface="Arial"/>
              </a:rPr>
              <a:t> </a:t>
            </a:r>
            <a:r>
              <a:rPr lang="en-US" sz="800" b="1" err="1">
                <a:solidFill>
                  <a:srgbClr val="1E2B38"/>
                </a:solidFill>
                <a:latin typeface="Aptos Narrow"/>
                <a:cs typeface="Arial"/>
              </a:rPr>
              <a:t>bằng</a:t>
            </a:r>
            <a:r>
              <a:rPr lang="en-US" sz="800" b="1">
                <a:solidFill>
                  <a:srgbClr val="1E2B38"/>
                </a:solidFill>
                <a:latin typeface="Aptos Narrow"/>
                <a:cs typeface="Arial"/>
              </a:rPr>
              <a:t> </a:t>
            </a:r>
            <a:r>
              <a:rPr lang="en-US" sz="800" b="1" err="1">
                <a:solidFill>
                  <a:srgbClr val="1E2B38"/>
                </a:solidFill>
                <a:latin typeface="Aptos Narrow"/>
                <a:cs typeface="Arial"/>
              </a:rPr>
              <a:t>mã</a:t>
            </a:r>
            <a:r>
              <a:rPr lang="en-US" sz="800" b="1">
                <a:solidFill>
                  <a:srgbClr val="1E2B38"/>
                </a:solidFill>
                <a:latin typeface="Aptos Narrow"/>
                <a:cs typeface="Arial"/>
              </a:rPr>
              <a:t> PIN </a:t>
            </a:r>
            <a:r>
              <a:rPr lang="en-US" sz="800" b="1" err="1">
                <a:solidFill>
                  <a:srgbClr val="1E2B38"/>
                </a:solidFill>
                <a:latin typeface="Aptos Narrow"/>
                <a:cs typeface="Arial"/>
              </a:rPr>
              <a:t>hoặc</a:t>
            </a:r>
            <a:r>
              <a:rPr lang="en-US" sz="800" b="1">
                <a:solidFill>
                  <a:srgbClr val="1E2B38"/>
                </a:solidFill>
                <a:latin typeface="Aptos Narrow"/>
                <a:cs typeface="Arial"/>
              </a:rPr>
              <a:t> </a:t>
            </a:r>
            <a:r>
              <a:rPr lang="en-US" sz="800" b="1" err="1">
                <a:solidFill>
                  <a:srgbClr val="1E2B38"/>
                </a:solidFill>
                <a:latin typeface="Aptos Narrow"/>
                <a:cs typeface="Arial"/>
              </a:rPr>
              <a:t>khớp</a:t>
            </a:r>
            <a:r>
              <a:rPr lang="en-US" sz="800" b="1">
                <a:solidFill>
                  <a:srgbClr val="1E2B38"/>
                </a:solidFill>
                <a:latin typeface="Aptos Narrow"/>
                <a:cs typeface="Arial"/>
              </a:rPr>
              <a:t> </a:t>
            </a:r>
            <a:r>
              <a:rPr lang="en-US" sz="800" b="1" err="1">
                <a:solidFill>
                  <a:srgbClr val="1E2B38"/>
                </a:solidFill>
                <a:latin typeface="Aptos Narrow"/>
                <a:cs typeface="Arial"/>
              </a:rPr>
              <a:t>đúng</a:t>
            </a:r>
            <a:r>
              <a:rPr lang="en-US" sz="800" b="1">
                <a:solidFill>
                  <a:srgbClr val="1E2B38"/>
                </a:solidFill>
                <a:latin typeface="Aptos Narrow"/>
                <a:cs typeface="Arial"/>
              </a:rPr>
              <a:t> </a:t>
            </a:r>
            <a:r>
              <a:rPr lang="en-US" sz="800" b="1" err="1">
                <a:solidFill>
                  <a:srgbClr val="1E2B38"/>
                </a:solidFill>
                <a:latin typeface="Aptos Narrow"/>
                <a:cs typeface="Arial"/>
              </a:rPr>
              <a:t>thông</a:t>
            </a:r>
            <a:r>
              <a:rPr lang="en-US" sz="800" b="1">
                <a:solidFill>
                  <a:srgbClr val="1E2B38"/>
                </a:solidFill>
                <a:latin typeface="Aptos Narrow"/>
                <a:cs typeface="Arial"/>
              </a:rPr>
              <a:t> tin </a:t>
            </a:r>
            <a:r>
              <a:rPr lang="en-US" sz="800" b="1" err="1">
                <a:solidFill>
                  <a:srgbClr val="1E2B38"/>
                </a:solidFill>
                <a:latin typeface="Aptos Narrow"/>
                <a:cs typeface="Arial"/>
              </a:rPr>
              <a:t>sinh</a:t>
            </a:r>
            <a:r>
              <a:rPr lang="en-US" sz="800" b="1">
                <a:solidFill>
                  <a:srgbClr val="1E2B38"/>
                </a:solidFill>
                <a:latin typeface="Aptos Narrow"/>
                <a:cs typeface="Arial"/>
              </a:rPr>
              <a:t> </a:t>
            </a:r>
            <a:r>
              <a:rPr lang="en-US" sz="800" b="1" err="1">
                <a:solidFill>
                  <a:srgbClr val="1E2B38"/>
                </a:solidFill>
                <a:latin typeface="Aptos Narrow"/>
                <a:cs typeface="Arial"/>
              </a:rPr>
              <a:t>trắc</a:t>
            </a:r>
            <a:r>
              <a:rPr lang="en-US" sz="800" b="1">
                <a:solidFill>
                  <a:srgbClr val="1E2B38"/>
                </a:solidFill>
                <a:latin typeface="Aptos Narrow"/>
                <a:cs typeface="Arial"/>
              </a:rPr>
              <a:t> </a:t>
            </a:r>
            <a:r>
              <a:rPr lang="en-US" sz="800" b="1" err="1">
                <a:solidFill>
                  <a:srgbClr val="1E2B38"/>
                </a:solidFill>
                <a:latin typeface="Aptos Narrow"/>
                <a:cs typeface="Arial"/>
              </a:rPr>
              <a:t>học</a:t>
            </a:r>
            <a:r>
              <a:rPr lang="en-US" sz="800" b="1">
                <a:solidFill>
                  <a:srgbClr val="1E2B38"/>
                </a:solidFill>
                <a:latin typeface="Aptos Narrow"/>
                <a:cs typeface="Arial"/>
              </a:rPr>
              <a:t> </a:t>
            </a:r>
            <a:r>
              <a:rPr lang="en-US" sz="800" b="1" err="1">
                <a:solidFill>
                  <a:srgbClr val="1E2B38"/>
                </a:solidFill>
                <a:latin typeface="Aptos Narrow"/>
                <a:cs typeface="Arial"/>
              </a:rPr>
              <a:t>thiết</a:t>
            </a:r>
            <a:r>
              <a:rPr lang="en-US" sz="800" b="1">
                <a:solidFill>
                  <a:srgbClr val="1E2B38"/>
                </a:solidFill>
                <a:latin typeface="Aptos Narrow"/>
                <a:cs typeface="Arial"/>
              </a:rPr>
              <a:t> </a:t>
            </a:r>
            <a:r>
              <a:rPr lang="en-US" sz="800" b="1" err="1">
                <a:solidFill>
                  <a:srgbClr val="1E2B38"/>
                </a:solidFill>
                <a:latin typeface="Aptos Narrow"/>
                <a:cs typeface="Arial"/>
              </a:rPr>
              <a:t>bị</a:t>
            </a:r>
            <a:r>
              <a:rPr lang="en-US" sz="800" b="1">
                <a:solidFill>
                  <a:srgbClr val="1E2B38"/>
                </a:solidFill>
                <a:latin typeface="Aptos Narrow"/>
                <a:cs typeface="Arial"/>
              </a:rPr>
              <a:t> </a:t>
            </a:r>
            <a:r>
              <a:rPr lang="en-US" sz="800" b="1" err="1">
                <a:solidFill>
                  <a:srgbClr val="1E2B38"/>
                </a:solidFill>
                <a:latin typeface="Aptos Narrow"/>
                <a:cs typeface="Arial"/>
              </a:rPr>
              <a:t>để</a:t>
            </a:r>
            <a:r>
              <a:rPr lang="en-US" sz="800" b="1">
                <a:solidFill>
                  <a:srgbClr val="1E2B38"/>
                </a:solidFill>
                <a:latin typeface="Aptos Narrow"/>
                <a:cs typeface="Arial"/>
              </a:rPr>
              <a:t> </a:t>
            </a:r>
            <a:r>
              <a:rPr lang="en-US" sz="800" b="1" err="1">
                <a:solidFill>
                  <a:srgbClr val="1E2B38"/>
                </a:solidFill>
                <a:latin typeface="Aptos Narrow"/>
                <a:cs typeface="Arial"/>
              </a:rPr>
              <a:t>truy</a:t>
            </a:r>
            <a:r>
              <a:rPr lang="en-US" sz="800" b="1">
                <a:solidFill>
                  <a:srgbClr val="1E2B38"/>
                </a:solidFill>
                <a:latin typeface="Aptos Narrow"/>
                <a:cs typeface="Arial"/>
              </a:rPr>
              <a:t> </a:t>
            </a:r>
            <a:r>
              <a:rPr lang="en-US" sz="800" b="1" err="1">
                <a:solidFill>
                  <a:srgbClr val="1E2B38"/>
                </a:solidFill>
                <a:latin typeface="Aptos Narrow"/>
                <a:cs typeface="Arial"/>
              </a:rPr>
              <a:t>cập</a:t>
            </a:r>
            <a:r>
              <a:rPr lang="en-US" sz="800" b="1">
                <a:solidFill>
                  <a:srgbClr val="1E2B38"/>
                </a:solidFill>
                <a:latin typeface="Aptos Narrow"/>
                <a:cs typeface="Arial"/>
              </a:rPr>
              <a:t>, </a:t>
            </a:r>
            <a:r>
              <a:rPr lang="en-US" sz="800" b="1" err="1">
                <a:solidFill>
                  <a:srgbClr val="1E2B38"/>
                </a:solidFill>
                <a:latin typeface="Aptos Narrow"/>
                <a:cs typeface="Arial"/>
              </a:rPr>
              <a:t>sử</a:t>
            </a:r>
            <a:r>
              <a:rPr lang="en-US" sz="800" b="1">
                <a:solidFill>
                  <a:srgbClr val="1E2B38"/>
                </a:solidFill>
                <a:latin typeface="Aptos Narrow"/>
                <a:cs typeface="Arial"/>
              </a:rPr>
              <a:t> </a:t>
            </a:r>
            <a:r>
              <a:rPr lang="en-US" sz="800" b="1" err="1">
                <a:solidFill>
                  <a:srgbClr val="1E2B38"/>
                </a:solidFill>
                <a:latin typeface="Aptos Narrow"/>
                <a:cs typeface="Arial"/>
              </a:rPr>
              <a:t>dụng</a:t>
            </a:r>
            <a:r>
              <a:rPr lang="en-US" sz="800" b="1">
                <a:solidFill>
                  <a:srgbClr val="1E2B38"/>
                </a:solidFill>
                <a:latin typeface="Aptos Narrow"/>
                <a:cs typeface="Arial"/>
              </a:rPr>
              <a:t> </a:t>
            </a:r>
            <a:r>
              <a:rPr lang="en-US" sz="800" b="1" err="1">
                <a:solidFill>
                  <a:srgbClr val="1E2B38"/>
                </a:solidFill>
                <a:latin typeface="Aptos Narrow"/>
                <a:cs typeface="Arial"/>
              </a:rPr>
              <a:t>khóa</a:t>
            </a:r>
            <a:r>
              <a:rPr lang="en-US" sz="800" b="1">
                <a:solidFill>
                  <a:srgbClr val="1E2B38"/>
                </a:solidFill>
                <a:latin typeface="Aptos Narrow"/>
                <a:cs typeface="Arial"/>
              </a:rPr>
              <a:t> </a:t>
            </a:r>
            <a:r>
              <a:rPr lang="en-US" sz="800" b="1" err="1">
                <a:solidFill>
                  <a:srgbClr val="1E2B38"/>
                </a:solidFill>
                <a:latin typeface="Aptos Narrow"/>
                <a:cs typeface="Arial"/>
              </a:rPr>
              <a:t>bí</a:t>
            </a:r>
            <a:r>
              <a:rPr lang="en-US" sz="800" b="1">
                <a:solidFill>
                  <a:srgbClr val="1E2B38"/>
                </a:solidFill>
                <a:latin typeface="Aptos Narrow"/>
                <a:cs typeface="Arial"/>
              </a:rPr>
              <a:t> </a:t>
            </a:r>
            <a:r>
              <a:rPr lang="en-US" sz="800" b="1" err="1">
                <a:solidFill>
                  <a:srgbClr val="1E2B38"/>
                </a:solidFill>
                <a:latin typeface="Aptos Narrow"/>
                <a:cs typeface="Arial"/>
              </a:rPr>
              <a:t>mật</a:t>
            </a:r>
            <a:r>
              <a:rPr lang="en-US" sz="800" b="1">
                <a:solidFill>
                  <a:srgbClr val="1E2B38"/>
                </a:solidFill>
                <a:latin typeface="Aptos Narrow"/>
                <a:cs typeface="Arial"/>
              </a:rPr>
              <a:t> </a:t>
            </a:r>
            <a:r>
              <a:rPr lang="en-US" sz="800" b="1" err="1">
                <a:solidFill>
                  <a:srgbClr val="1E2B38"/>
                </a:solidFill>
                <a:latin typeface="Aptos Narrow"/>
                <a:cs typeface="Arial"/>
              </a:rPr>
              <a:t>khi</a:t>
            </a:r>
            <a:r>
              <a:rPr lang="en-US" sz="800" b="1">
                <a:solidFill>
                  <a:srgbClr val="1E2B38"/>
                </a:solidFill>
                <a:latin typeface="Aptos Narrow"/>
                <a:cs typeface="Arial"/>
              </a:rPr>
              <a:t> </a:t>
            </a:r>
            <a:r>
              <a:rPr lang="en-US" sz="800" b="1" err="1">
                <a:solidFill>
                  <a:srgbClr val="1E2B38"/>
                </a:solidFill>
                <a:latin typeface="Aptos Narrow"/>
                <a:cs typeface="Arial"/>
              </a:rPr>
              <a:t>thực</a:t>
            </a:r>
            <a:r>
              <a:rPr lang="en-US" sz="800" b="1">
                <a:solidFill>
                  <a:srgbClr val="1E2B38"/>
                </a:solidFill>
                <a:latin typeface="Aptos Narrow"/>
                <a:cs typeface="Arial"/>
              </a:rPr>
              <a:t> </a:t>
            </a:r>
            <a:r>
              <a:rPr lang="en-US" sz="800" b="1" err="1">
                <a:solidFill>
                  <a:srgbClr val="1E2B38"/>
                </a:solidFill>
                <a:latin typeface="Aptos Narrow"/>
                <a:cs typeface="Arial"/>
              </a:rPr>
              <a:t>hiện</a:t>
            </a:r>
            <a:r>
              <a:rPr lang="en-US" sz="800" b="1">
                <a:solidFill>
                  <a:srgbClr val="1E2B38"/>
                </a:solidFill>
                <a:latin typeface="Aptos Narrow"/>
                <a:cs typeface="Arial"/>
              </a:rPr>
              <a:t> </a:t>
            </a:r>
            <a:r>
              <a:rPr lang="en-US" sz="800" b="1" err="1">
                <a:solidFill>
                  <a:srgbClr val="1E2B38"/>
                </a:solidFill>
                <a:latin typeface="Aptos Narrow"/>
                <a:cs typeface="Arial"/>
              </a:rPr>
              <a:t>giao</a:t>
            </a:r>
            <a:r>
              <a:rPr lang="en-US" sz="800" b="1">
                <a:solidFill>
                  <a:srgbClr val="1E2B38"/>
                </a:solidFill>
                <a:latin typeface="Aptos Narrow"/>
                <a:cs typeface="Arial"/>
              </a:rPr>
              <a:t> </a:t>
            </a:r>
            <a:r>
              <a:rPr lang="en-US" sz="800" b="1" err="1">
                <a:solidFill>
                  <a:srgbClr val="1E2B38"/>
                </a:solidFill>
                <a:latin typeface="Aptos Narrow"/>
                <a:cs typeface="Arial"/>
              </a:rPr>
              <a:t>dịch</a:t>
            </a:r>
            <a:r>
              <a:rPr lang="en-US" sz="800" b="1">
                <a:solidFill>
                  <a:srgbClr val="1E2B38"/>
                </a:solidFill>
                <a:latin typeface="Aptos Narrow"/>
                <a:cs typeface="Arial"/>
              </a:rPr>
              <a:t>.</a:t>
            </a:r>
          </a:p>
          <a:p>
            <a:pPr>
              <a:lnSpc>
                <a:spcPct val="98000"/>
              </a:lnSpc>
            </a:pPr>
            <a:r>
              <a:rPr lang="en-US" sz="800" b="1">
                <a:solidFill>
                  <a:srgbClr val="1E2B38"/>
                </a:solidFill>
                <a:latin typeface="Aptos Narrow"/>
                <a:cs typeface="Arial"/>
              </a:rPr>
              <a:t>2. </a:t>
            </a:r>
            <a:r>
              <a:rPr lang="en-US" sz="800" b="1" err="1">
                <a:solidFill>
                  <a:srgbClr val="1E2B38"/>
                </a:solidFill>
                <a:latin typeface="Aptos Narrow"/>
                <a:cs typeface="Arial"/>
              </a:rPr>
              <a:t>Khóa</a:t>
            </a:r>
            <a:r>
              <a:rPr lang="en-US" sz="800" b="1">
                <a:solidFill>
                  <a:srgbClr val="1E2B38"/>
                </a:solidFill>
                <a:latin typeface="Aptos Narrow"/>
                <a:cs typeface="Arial"/>
              </a:rPr>
              <a:t> </a:t>
            </a:r>
            <a:r>
              <a:rPr lang="en-US" sz="800" b="1" err="1">
                <a:solidFill>
                  <a:srgbClr val="1E2B38"/>
                </a:solidFill>
                <a:latin typeface="Aptos Narrow"/>
                <a:cs typeface="Arial"/>
              </a:rPr>
              <a:t>công</a:t>
            </a:r>
            <a:r>
              <a:rPr lang="en-US" sz="800" b="1">
                <a:solidFill>
                  <a:srgbClr val="1E2B38"/>
                </a:solidFill>
                <a:latin typeface="Aptos Narrow"/>
                <a:cs typeface="Arial"/>
              </a:rPr>
              <a:t> </a:t>
            </a:r>
            <a:r>
              <a:rPr lang="en-US" sz="800" b="1" err="1">
                <a:solidFill>
                  <a:srgbClr val="1E2B38"/>
                </a:solidFill>
                <a:latin typeface="Aptos Narrow"/>
                <a:cs typeface="Arial"/>
              </a:rPr>
              <a:t>khai</a:t>
            </a:r>
            <a:r>
              <a:rPr lang="en-US" sz="800" b="1">
                <a:solidFill>
                  <a:srgbClr val="1E2B38"/>
                </a:solidFill>
                <a:latin typeface="Aptos Narrow"/>
                <a:cs typeface="Arial"/>
              </a:rPr>
              <a:t> </a:t>
            </a:r>
            <a:r>
              <a:rPr lang="en-US" sz="800" b="1" err="1">
                <a:solidFill>
                  <a:srgbClr val="1E2B38"/>
                </a:solidFill>
                <a:latin typeface="Aptos Narrow"/>
                <a:cs typeface="Arial"/>
              </a:rPr>
              <a:t>được</a:t>
            </a:r>
            <a:r>
              <a:rPr lang="en-US" sz="800" b="1">
                <a:solidFill>
                  <a:srgbClr val="1E2B38"/>
                </a:solidFill>
                <a:latin typeface="Aptos Narrow"/>
                <a:cs typeface="Arial"/>
              </a:rPr>
              <a:t> </a:t>
            </a:r>
            <a:r>
              <a:rPr lang="en-US" sz="800" b="1" err="1">
                <a:solidFill>
                  <a:srgbClr val="1E2B38"/>
                </a:solidFill>
                <a:latin typeface="Aptos Narrow"/>
                <a:cs typeface="Arial"/>
              </a:rPr>
              <a:t>lưu</a:t>
            </a:r>
            <a:r>
              <a:rPr lang="en-US" sz="800" b="1">
                <a:solidFill>
                  <a:srgbClr val="1E2B38"/>
                </a:solidFill>
                <a:latin typeface="Aptos Narrow"/>
                <a:cs typeface="Arial"/>
              </a:rPr>
              <a:t> </a:t>
            </a:r>
            <a:r>
              <a:rPr lang="en-US" sz="800" b="1" err="1">
                <a:solidFill>
                  <a:srgbClr val="1E2B38"/>
                </a:solidFill>
                <a:latin typeface="Aptos Narrow"/>
                <a:cs typeface="Arial"/>
              </a:rPr>
              <a:t>trữ</a:t>
            </a:r>
            <a:r>
              <a:rPr lang="en-US" sz="800" b="1">
                <a:solidFill>
                  <a:srgbClr val="1E2B38"/>
                </a:solidFill>
                <a:latin typeface="Aptos Narrow"/>
                <a:cs typeface="Arial"/>
              </a:rPr>
              <a:t> an </a:t>
            </a:r>
            <a:r>
              <a:rPr lang="en-US" sz="800" b="1" err="1">
                <a:solidFill>
                  <a:srgbClr val="1E2B38"/>
                </a:solidFill>
                <a:latin typeface="Aptos Narrow"/>
                <a:cs typeface="Arial"/>
              </a:rPr>
              <a:t>toàn</a:t>
            </a:r>
            <a:r>
              <a:rPr lang="en-US" sz="800" b="1">
                <a:solidFill>
                  <a:srgbClr val="1E2B38"/>
                </a:solidFill>
                <a:latin typeface="Aptos Narrow"/>
                <a:cs typeface="Arial"/>
              </a:rPr>
              <a:t> </a:t>
            </a:r>
            <a:r>
              <a:rPr lang="en-US" sz="800" b="1" err="1">
                <a:solidFill>
                  <a:srgbClr val="1E2B38"/>
                </a:solidFill>
                <a:latin typeface="Aptos Narrow"/>
                <a:cs typeface="Arial"/>
              </a:rPr>
              <a:t>tại</a:t>
            </a:r>
            <a:r>
              <a:rPr lang="en-US" sz="800" b="1">
                <a:solidFill>
                  <a:srgbClr val="1E2B38"/>
                </a:solidFill>
                <a:latin typeface="Aptos Narrow"/>
                <a:cs typeface="Arial"/>
              </a:rPr>
              <a:t> </a:t>
            </a:r>
            <a:r>
              <a:rPr lang="en-US" sz="800" b="1" err="1">
                <a:solidFill>
                  <a:srgbClr val="1E2B38"/>
                </a:solidFill>
                <a:latin typeface="Aptos Narrow"/>
                <a:cs typeface="Arial"/>
              </a:rPr>
              <a:t>tổ</a:t>
            </a:r>
            <a:r>
              <a:rPr lang="en-US" sz="800" b="1">
                <a:solidFill>
                  <a:srgbClr val="1E2B38"/>
                </a:solidFill>
                <a:latin typeface="Aptos Narrow"/>
                <a:cs typeface="Arial"/>
              </a:rPr>
              <a:t> </a:t>
            </a:r>
            <a:r>
              <a:rPr lang="en-US" sz="800" b="1" err="1">
                <a:solidFill>
                  <a:srgbClr val="1E2B38"/>
                </a:solidFill>
                <a:latin typeface="Aptos Narrow"/>
                <a:cs typeface="Arial"/>
              </a:rPr>
              <a:t>chức</a:t>
            </a:r>
            <a:r>
              <a:rPr lang="en-US" sz="800" b="1">
                <a:solidFill>
                  <a:srgbClr val="1E2B38"/>
                </a:solidFill>
                <a:latin typeface="Aptos Narrow"/>
                <a:cs typeface="Arial"/>
              </a:rPr>
              <a:t> </a:t>
            </a:r>
            <a:r>
              <a:rPr lang="en-US" sz="800" b="1" err="1">
                <a:solidFill>
                  <a:srgbClr val="1E2B38"/>
                </a:solidFill>
                <a:latin typeface="Aptos Narrow"/>
                <a:cs typeface="Arial"/>
              </a:rPr>
              <a:t>cung</a:t>
            </a:r>
            <a:r>
              <a:rPr lang="en-US" sz="800" b="1">
                <a:solidFill>
                  <a:srgbClr val="1E2B38"/>
                </a:solidFill>
                <a:latin typeface="Aptos Narrow"/>
                <a:cs typeface="Arial"/>
              </a:rPr>
              <a:t> </a:t>
            </a:r>
            <a:r>
              <a:rPr lang="en-US" sz="800" b="1" err="1">
                <a:solidFill>
                  <a:srgbClr val="1E2B38"/>
                </a:solidFill>
                <a:latin typeface="Aptos Narrow"/>
                <a:cs typeface="Arial"/>
              </a:rPr>
              <a:t>cấp</a:t>
            </a:r>
            <a:r>
              <a:rPr lang="en-US" sz="800" b="1">
                <a:solidFill>
                  <a:srgbClr val="1E2B38"/>
                </a:solidFill>
                <a:latin typeface="Aptos Narrow"/>
                <a:cs typeface="Arial"/>
              </a:rPr>
              <a:t> </a:t>
            </a:r>
            <a:r>
              <a:rPr lang="en-US" sz="800" b="1" err="1">
                <a:solidFill>
                  <a:srgbClr val="1E2B38"/>
                </a:solidFill>
                <a:latin typeface="Aptos Narrow"/>
                <a:cs typeface="Arial"/>
              </a:rPr>
              <a:t>dịch</a:t>
            </a:r>
            <a:r>
              <a:rPr lang="en-US" sz="800" b="1">
                <a:solidFill>
                  <a:srgbClr val="1E2B38"/>
                </a:solidFill>
                <a:latin typeface="Aptos Narrow"/>
                <a:cs typeface="Arial"/>
              </a:rPr>
              <a:t> </a:t>
            </a:r>
            <a:r>
              <a:rPr lang="en-US" sz="800" b="1" err="1">
                <a:solidFill>
                  <a:srgbClr val="1E2B38"/>
                </a:solidFill>
                <a:latin typeface="Aptos Narrow"/>
                <a:cs typeface="Arial"/>
              </a:rPr>
              <a:t>vụ</a:t>
            </a:r>
            <a:r>
              <a:rPr lang="en-US" sz="800" b="1">
                <a:solidFill>
                  <a:srgbClr val="1E2B38"/>
                </a:solidFill>
                <a:latin typeface="Aptos Narrow"/>
                <a:cs typeface="Arial"/>
              </a:rPr>
              <a:t> </a:t>
            </a:r>
            <a:r>
              <a:rPr lang="en-US" sz="800" b="1" err="1">
                <a:solidFill>
                  <a:srgbClr val="1E2B38"/>
                </a:solidFill>
                <a:latin typeface="Aptos Narrow"/>
                <a:cs typeface="Arial"/>
              </a:rPr>
              <a:t>và</a:t>
            </a:r>
            <a:r>
              <a:rPr lang="en-US" sz="800" b="1">
                <a:solidFill>
                  <a:srgbClr val="1E2B38"/>
                </a:solidFill>
                <a:latin typeface="Aptos Narrow"/>
                <a:cs typeface="Arial"/>
              </a:rPr>
              <a:t> </a:t>
            </a:r>
            <a:r>
              <a:rPr lang="en-US" sz="800" b="1" err="1">
                <a:solidFill>
                  <a:srgbClr val="1E2B38"/>
                </a:solidFill>
                <a:latin typeface="Aptos Narrow"/>
                <a:cs typeface="Arial"/>
              </a:rPr>
              <a:t>được</a:t>
            </a:r>
            <a:r>
              <a:rPr lang="en-US" sz="800" b="1">
                <a:solidFill>
                  <a:srgbClr val="1E2B38"/>
                </a:solidFill>
                <a:latin typeface="Aptos Narrow"/>
                <a:cs typeface="Arial"/>
              </a:rPr>
              <a:t> </a:t>
            </a:r>
            <a:r>
              <a:rPr lang="en-US" sz="800" b="1" err="1">
                <a:solidFill>
                  <a:srgbClr val="1E2B38"/>
                </a:solidFill>
                <a:latin typeface="Aptos Narrow"/>
                <a:cs typeface="Arial"/>
              </a:rPr>
              <a:t>liên</a:t>
            </a:r>
            <a:r>
              <a:rPr lang="en-US" sz="800" b="1">
                <a:solidFill>
                  <a:srgbClr val="1E2B38"/>
                </a:solidFill>
                <a:latin typeface="Aptos Narrow"/>
                <a:cs typeface="Arial"/>
              </a:rPr>
              <a:t> </a:t>
            </a:r>
            <a:r>
              <a:rPr lang="en-US" sz="800" b="1" err="1">
                <a:solidFill>
                  <a:srgbClr val="1E2B38"/>
                </a:solidFill>
                <a:latin typeface="Aptos Narrow"/>
                <a:cs typeface="Arial"/>
              </a:rPr>
              <a:t>kết</a:t>
            </a:r>
            <a:r>
              <a:rPr lang="en-US" sz="800" b="1">
                <a:solidFill>
                  <a:srgbClr val="1E2B38"/>
                </a:solidFill>
                <a:latin typeface="Aptos Narrow"/>
                <a:cs typeface="Arial"/>
              </a:rPr>
              <a:t> </a:t>
            </a:r>
            <a:r>
              <a:rPr lang="en-US" sz="800" b="1" err="1">
                <a:solidFill>
                  <a:srgbClr val="1E2B38"/>
                </a:solidFill>
                <a:latin typeface="Aptos Narrow"/>
                <a:cs typeface="Arial"/>
              </a:rPr>
              <a:t>với</a:t>
            </a:r>
            <a:r>
              <a:rPr lang="en-US" sz="800" b="1">
                <a:solidFill>
                  <a:srgbClr val="1E2B38"/>
                </a:solidFill>
                <a:latin typeface="Aptos Narrow"/>
                <a:cs typeface="Arial"/>
              </a:rPr>
              <a:t> </a:t>
            </a:r>
            <a:r>
              <a:rPr lang="en-US" sz="800" b="1" err="1">
                <a:solidFill>
                  <a:srgbClr val="1E2B38"/>
                </a:solidFill>
                <a:latin typeface="Aptos Narrow"/>
                <a:cs typeface="Arial"/>
              </a:rPr>
              <a:t>tài</a:t>
            </a:r>
            <a:r>
              <a:rPr lang="en-US" sz="800" b="1">
                <a:solidFill>
                  <a:srgbClr val="1E2B38"/>
                </a:solidFill>
                <a:latin typeface="Aptos Narrow"/>
                <a:cs typeface="Arial"/>
              </a:rPr>
              <a:t> </a:t>
            </a:r>
            <a:r>
              <a:rPr lang="en-US" sz="800" b="1" err="1">
                <a:solidFill>
                  <a:srgbClr val="1E2B38"/>
                </a:solidFill>
                <a:latin typeface="Aptos Narrow"/>
                <a:cs typeface="Arial"/>
              </a:rPr>
              <a:t>khoản</a:t>
            </a:r>
            <a:r>
              <a:rPr lang="en-US" sz="800" b="1">
                <a:solidFill>
                  <a:srgbClr val="1E2B38"/>
                </a:solidFill>
                <a:latin typeface="Aptos Narrow"/>
                <a:cs typeface="Arial"/>
              </a:rPr>
              <a:t> </a:t>
            </a:r>
            <a:r>
              <a:rPr lang="en-US" sz="800" b="1" err="1">
                <a:solidFill>
                  <a:srgbClr val="1E2B38"/>
                </a:solidFill>
                <a:latin typeface="Aptos Narrow"/>
                <a:cs typeface="Arial"/>
              </a:rPr>
              <a:t>giao</a:t>
            </a:r>
            <a:r>
              <a:rPr lang="en-US" sz="800" b="1">
                <a:solidFill>
                  <a:srgbClr val="1E2B38"/>
                </a:solidFill>
                <a:latin typeface="Aptos Narrow"/>
                <a:cs typeface="Arial"/>
              </a:rPr>
              <a:t> </a:t>
            </a:r>
            <a:r>
              <a:rPr lang="en-US" sz="800" b="1" err="1">
                <a:solidFill>
                  <a:srgbClr val="1E2B38"/>
                </a:solidFill>
                <a:latin typeface="Aptos Narrow"/>
                <a:cs typeface="Arial"/>
              </a:rPr>
              <a:t>dịch</a:t>
            </a:r>
            <a:r>
              <a:rPr lang="en-US" sz="800" b="1">
                <a:solidFill>
                  <a:srgbClr val="1E2B38"/>
                </a:solidFill>
                <a:latin typeface="Aptos Narrow"/>
                <a:cs typeface="Arial"/>
              </a:rPr>
              <a:t> </a:t>
            </a:r>
            <a:r>
              <a:rPr lang="en-US" sz="800" b="1" err="1">
                <a:solidFill>
                  <a:srgbClr val="1E2B38"/>
                </a:solidFill>
                <a:latin typeface="Aptos Narrow"/>
                <a:cs typeface="Arial"/>
              </a:rPr>
              <a:t>trực</a:t>
            </a:r>
            <a:r>
              <a:rPr lang="en-US" sz="800" b="1">
                <a:solidFill>
                  <a:srgbClr val="1E2B38"/>
                </a:solidFill>
                <a:latin typeface="Aptos Narrow"/>
                <a:cs typeface="Arial"/>
              </a:rPr>
              <a:t> </a:t>
            </a:r>
            <a:r>
              <a:rPr lang="en-US" sz="800" b="1" err="1">
                <a:solidFill>
                  <a:srgbClr val="1E2B38"/>
                </a:solidFill>
                <a:latin typeface="Aptos Narrow"/>
                <a:cs typeface="Arial"/>
              </a:rPr>
              <a:t>tuyến</a:t>
            </a:r>
            <a:r>
              <a:rPr lang="en-US" sz="800" b="1">
                <a:solidFill>
                  <a:srgbClr val="1E2B38"/>
                </a:solidFill>
                <a:latin typeface="Aptos Narrow"/>
                <a:cs typeface="Arial"/>
              </a:rPr>
              <a:t> </a:t>
            </a:r>
            <a:r>
              <a:rPr lang="en-US" sz="800" b="1" err="1">
                <a:solidFill>
                  <a:srgbClr val="1E2B38"/>
                </a:solidFill>
                <a:latin typeface="Aptos Narrow"/>
                <a:cs typeface="Arial"/>
              </a:rPr>
              <a:t>của</a:t>
            </a:r>
            <a:r>
              <a:rPr lang="en-US" sz="800" b="1">
                <a:solidFill>
                  <a:srgbClr val="1E2B38"/>
                </a:solidFill>
                <a:latin typeface="Aptos Narrow"/>
                <a:cs typeface="Arial"/>
              </a:rPr>
              <a:t> </a:t>
            </a:r>
            <a:r>
              <a:rPr lang="en-US" sz="800" b="1" err="1">
                <a:solidFill>
                  <a:srgbClr val="1E2B38"/>
                </a:solidFill>
                <a:latin typeface="Aptos Narrow"/>
                <a:cs typeface="Arial"/>
              </a:rPr>
              <a:t>khách</a:t>
            </a:r>
            <a:r>
              <a:rPr lang="en-US" sz="800" b="1">
                <a:solidFill>
                  <a:srgbClr val="1E2B38"/>
                </a:solidFill>
                <a:latin typeface="Aptos Narrow"/>
                <a:cs typeface="Arial"/>
              </a:rPr>
              <a:t> </a:t>
            </a:r>
            <a:r>
              <a:rPr lang="en-US" sz="800" b="1" err="1">
                <a:solidFill>
                  <a:srgbClr val="1E2B38"/>
                </a:solidFill>
                <a:latin typeface="Aptos Narrow"/>
                <a:cs typeface="Arial"/>
              </a:rPr>
              <a:t>hàng</a:t>
            </a:r>
            <a:r>
              <a:rPr lang="en-US" sz="800" b="1">
                <a:solidFill>
                  <a:srgbClr val="1E2B38"/>
                </a:solidFill>
                <a:latin typeface="Aptos Narrow"/>
                <a:cs typeface="Arial"/>
              </a:rPr>
              <a:t>.</a:t>
            </a:r>
          </a:p>
          <a:p>
            <a:pPr>
              <a:lnSpc>
                <a:spcPct val="98000"/>
              </a:lnSpc>
            </a:pPr>
            <a:r>
              <a:rPr lang="en-US" sz="800" b="1">
                <a:solidFill>
                  <a:srgbClr val="1E2B38"/>
                </a:solidFill>
                <a:latin typeface="Aptos Narrow"/>
                <a:cs typeface="Arial"/>
              </a:rPr>
              <a:t>3. </a:t>
            </a:r>
            <a:r>
              <a:rPr lang="en-US" sz="800" b="1" err="1">
                <a:solidFill>
                  <a:srgbClr val="1E2B38"/>
                </a:solidFill>
                <a:latin typeface="Aptos Narrow"/>
                <a:cs typeface="Arial"/>
              </a:rPr>
              <a:t>Giải</a:t>
            </a:r>
            <a:r>
              <a:rPr lang="en-US" sz="800" b="1">
                <a:solidFill>
                  <a:srgbClr val="1E2B38"/>
                </a:solidFill>
                <a:latin typeface="Aptos Narrow"/>
                <a:cs typeface="Arial"/>
              </a:rPr>
              <a:t> </a:t>
            </a:r>
            <a:r>
              <a:rPr lang="en-US" sz="800" b="1" err="1">
                <a:solidFill>
                  <a:srgbClr val="1E2B38"/>
                </a:solidFill>
                <a:latin typeface="Aptos Narrow"/>
                <a:cs typeface="Arial"/>
              </a:rPr>
              <a:t>pháp</a:t>
            </a:r>
            <a:r>
              <a:rPr lang="en-US" sz="800" b="1">
                <a:solidFill>
                  <a:srgbClr val="1E2B38"/>
                </a:solidFill>
                <a:latin typeface="Aptos Narrow"/>
                <a:cs typeface="Arial"/>
              </a:rPr>
              <a:t> do </a:t>
            </a:r>
            <a:r>
              <a:rPr lang="en-US" sz="800" b="1" err="1">
                <a:solidFill>
                  <a:srgbClr val="1E2B38"/>
                </a:solidFill>
                <a:latin typeface="Aptos Narrow"/>
                <a:cs typeface="Arial"/>
              </a:rPr>
              <a:t>tổ</a:t>
            </a:r>
            <a:r>
              <a:rPr lang="en-US" sz="800" b="1">
                <a:solidFill>
                  <a:srgbClr val="1E2B38"/>
                </a:solidFill>
                <a:latin typeface="Aptos Narrow"/>
                <a:cs typeface="Arial"/>
              </a:rPr>
              <a:t> </a:t>
            </a:r>
            <a:r>
              <a:rPr lang="en-US" sz="800" b="1" err="1">
                <a:solidFill>
                  <a:srgbClr val="1E2B38"/>
                </a:solidFill>
                <a:latin typeface="Aptos Narrow"/>
                <a:cs typeface="Arial"/>
              </a:rPr>
              <a:t>chức</a:t>
            </a:r>
            <a:r>
              <a:rPr lang="en-US" sz="800" b="1">
                <a:solidFill>
                  <a:srgbClr val="1E2B38"/>
                </a:solidFill>
                <a:latin typeface="Aptos Narrow"/>
                <a:cs typeface="Arial"/>
              </a:rPr>
              <a:t> </a:t>
            </a:r>
            <a:r>
              <a:rPr lang="en-US" sz="800" b="1" err="1">
                <a:solidFill>
                  <a:srgbClr val="1E2B38"/>
                </a:solidFill>
                <a:latin typeface="Aptos Narrow"/>
                <a:cs typeface="Arial"/>
              </a:rPr>
              <a:t>cung</a:t>
            </a:r>
            <a:r>
              <a:rPr lang="en-US" sz="800" b="1">
                <a:solidFill>
                  <a:srgbClr val="1E2B38"/>
                </a:solidFill>
                <a:latin typeface="Aptos Narrow"/>
                <a:cs typeface="Arial"/>
              </a:rPr>
              <a:t> </a:t>
            </a:r>
            <a:r>
              <a:rPr lang="en-US" sz="800" b="1" err="1">
                <a:solidFill>
                  <a:srgbClr val="1E2B38"/>
                </a:solidFill>
                <a:latin typeface="Aptos Narrow"/>
                <a:cs typeface="Arial"/>
              </a:rPr>
              <a:t>cấp</a:t>
            </a:r>
            <a:r>
              <a:rPr lang="en-US" sz="800" b="1">
                <a:solidFill>
                  <a:srgbClr val="1E2B38"/>
                </a:solidFill>
                <a:latin typeface="Aptos Narrow"/>
                <a:cs typeface="Arial"/>
              </a:rPr>
              <a:t> </a:t>
            </a:r>
            <a:r>
              <a:rPr lang="en-US" sz="800" b="1" err="1">
                <a:solidFill>
                  <a:srgbClr val="1E2B38"/>
                </a:solidFill>
                <a:latin typeface="Aptos Narrow"/>
                <a:cs typeface="Arial"/>
              </a:rPr>
              <a:t>dịch</a:t>
            </a:r>
            <a:r>
              <a:rPr lang="en-US" sz="800" b="1">
                <a:solidFill>
                  <a:srgbClr val="1E2B38"/>
                </a:solidFill>
                <a:latin typeface="Aptos Narrow"/>
                <a:cs typeface="Arial"/>
              </a:rPr>
              <a:t> </a:t>
            </a:r>
            <a:r>
              <a:rPr lang="en-US" sz="800" b="1" err="1">
                <a:solidFill>
                  <a:srgbClr val="1E2B38"/>
                </a:solidFill>
                <a:latin typeface="Aptos Narrow"/>
                <a:cs typeface="Arial"/>
              </a:rPr>
              <a:t>vụ</a:t>
            </a:r>
            <a:r>
              <a:rPr lang="en-US" sz="800" b="1">
                <a:solidFill>
                  <a:srgbClr val="1E2B38"/>
                </a:solidFill>
                <a:latin typeface="Aptos Narrow"/>
                <a:cs typeface="Arial"/>
              </a:rPr>
              <a:t> </a:t>
            </a:r>
            <a:r>
              <a:rPr lang="en-US" sz="800" b="1" err="1">
                <a:solidFill>
                  <a:srgbClr val="1E2B38"/>
                </a:solidFill>
                <a:latin typeface="Aptos Narrow"/>
                <a:cs typeface="Arial"/>
              </a:rPr>
              <a:t>tự</a:t>
            </a:r>
            <a:r>
              <a:rPr lang="en-US" sz="800" b="1">
                <a:solidFill>
                  <a:srgbClr val="1E2B38"/>
                </a:solidFill>
                <a:latin typeface="Aptos Narrow"/>
                <a:cs typeface="Arial"/>
              </a:rPr>
              <a:t> </a:t>
            </a:r>
            <a:r>
              <a:rPr lang="en-US" sz="800" b="1" err="1">
                <a:solidFill>
                  <a:srgbClr val="1E2B38"/>
                </a:solidFill>
                <a:latin typeface="Aptos Narrow"/>
                <a:cs typeface="Arial"/>
              </a:rPr>
              <a:t>triển</a:t>
            </a:r>
            <a:r>
              <a:rPr lang="en-US" sz="800" b="1">
                <a:solidFill>
                  <a:srgbClr val="1E2B38"/>
                </a:solidFill>
                <a:latin typeface="Aptos Narrow"/>
                <a:cs typeface="Arial"/>
              </a:rPr>
              <a:t> </a:t>
            </a:r>
            <a:r>
              <a:rPr lang="en-US" sz="800" b="1" err="1">
                <a:solidFill>
                  <a:srgbClr val="1E2B38"/>
                </a:solidFill>
                <a:latin typeface="Aptos Narrow"/>
                <a:cs typeface="Arial"/>
              </a:rPr>
              <a:t>khai</a:t>
            </a:r>
            <a:r>
              <a:rPr lang="en-US" sz="800" b="1">
                <a:solidFill>
                  <a:srgbClr val="1E2B38"/>
                </a:solidFill>
                <a:latin typeface="Aptos Narrow"/>
                <a:cs typeface="Arial"/>
              </a:rPr>
              <a:t> </a:t>
            </a:r>
            <a:r>
              <a:rPr lang="en-US" sz="800" b="1" err="1">
                <a:solidFill>
                  <a:srgbClr val="1E2B38"/>
                </a:solidFill>
                <a:latin typeface="Aptos Narrow"/>
                <a:cs typeface="Arial"/>
              </a:rPr>
              <a:t>hoặc</a:t>
            </a:r>
            <a:r>
              <a:rPr lang="en-US" sz="800" b="1">
                <a:solidFill>
                  <a:srgbClr val="1E2B38"/>
                </a:solidFill>
                <a:latin typeface="Aptos Narrow"/>
                <a:cs typeface="Arial"/>
              </a:rPr>
              <a:t> </a:t>
            </a:r>
            <a:r>
              <a:rPr lang="en-US" sz="800" b="1" err="1">
                <a:solidFill>
                  <a:srgbClr val="1E2B38"/>
                </a:solidFill>
                <a:latin typeface="Aptos Narrow"/>
                <a:cs typeface="Arial"/>
              </a:rPr>
              <a:t>sử</a:t>
            </a:r>
            <a:r>
              <a:rPr lang="en-US" sz="800" b="1">
                <a:solidFill>
                  <a:srgbClr val="1E2B38"/>
                </a:solidFill>
                <a:latin typeface="Aptos Narrow"/>
                <a:cs typeface="Arial"/>
              </a:rPr>
              <a:t> </a:t>
            </a:r>
            <a:r>
              <a:rPr lang="en-US" sz="800" b="1" err="1">
                <a:solidFill>
                  <a:srgbClr val="1E2B38"/>
                </a:solidFill>
                <a:latin typeface="Aptos Narrow"/>
                <a:cs typeface="Arial"/>
              </a:rPr>
              <a:t>dụng</a:t>
            </a:r>
            <a:r>
              <a:rPr lang="en-US" sz="800" b="1">
                <a:solidFill>
                  <a:srgbClr val="1E2B38"/>
                </a:solidFill>
                <a:latin typeface="Aptos Narrow"/>
                <a:cs typeface="Arial"/>
              </a:rPr>
              <a:t> </a:t>
            </a:r>
            <a:r>
              <a:rPr lang="en-US" sz="800" b="1" err="1">
                <a:solidFill>
                  <a:srgbClr val="1E2B38"/>
                </a:solidFill>
                <a:latin typeface="Aptos Narrow"/>
                <a:cs typeface="Arial"/>
              </a:rPr>
              <a:t>của</a:t>
            </a:r>
            <a:r>
              <a:rPr lang="en-US" sz="800" b="1">
                <a:solidFill>
                  <a:srgbClr val="1E2B38"/>
                </a:solidFill>
                <a:latin typeface="Aptos Narrow"/>
                <a:cs typeface="Arial"/>
              </a:rPr>
              <a:t> </a:t>
            </a:r>
            <a:r>
              <a:rPr lang="en-US" sz="800" b="1" err="1">
                <a:solidFill>
                  <a:srgbClr val="1E2B38"/>
                </a:solidFill>
                <a:latin typeface="Aptos Narrow"/>
                <a:cs typeface="Arial"/>
              </a:rPr>
              <a:t>bên</a:t>
            </a:r>
            <a:r>
              <a:rPr lang="en-US" sz="800" b="1">
                <a:solidFill>
                  <a:srgbClr val="1E2B38"/>
                </a:solidFill>
                <a:latin typeface="Aptos Narrow"/>
                <a:cs typeface="Arial"/>
              </a:rPr>
              <a:t> </a:t>
            </a:r>
            <a:r>
              <a:rPr lang="en-US" sz="800" b="1" err="1">
                <a:solidFill>
                  <a:srgbClr val="1E2B38"/>
                </a:solidFill>
                <a:latin typeface="Aptos Narrow"/>
                <a:cs typeface="Arial"/>
              </a:rPr>
              <a:t>thứ</a:t>
            </a:r>
            <a:r>
              <a:rPr lang="en-US" sz="800" b="1">
                <a:solidFill>
                  <a:srgbClr val="1E2B38"/>
                </a:solidFill>
                <a:latin typeface="Aptos Narrow"/>
                <a:cs typeface="Arial"/>
              </a:rPr>
              <a:t> </a:t>
            </a:r>
            <a:r>
              <a:rPr lang="en-US" sz="800" b="1" err="1">
                <a:solidFill>
                  <a:srgbClr val="1E2B38"/>
                </a:solidFill>
                <a:latin typeface="Aptos Narrow"/>
                <a:cs typeface="Arial"/>
              </a:rPr>
              <a:t>ba</a:t>
            </a:r>
            <a:r>
              <a:rPr lang="en-US" sz="800" b="1">
                <a:solidFill>
                  <a:srgbClr val="1E2B38"/>
                </a:solidFill>
                <a:latin typeface="Aptos Narrow"/>
                <a:cs typeface="Arial"/>
              </a:rPr>
              <a:t> </a:t>
            </a:r>
            <a:r>
              <a:rPr lang="en-US" sz="800" b="1" err="1">
                <a:solidFill>
                  <a:srgbClr val="1E2B38"/>
                </a:solidFill>
                <a:latin typeface="Aptos Narrow"/>
                <a:cs typeface="Arial"/>
              </a:rPr>
              <a:t>cung</a:t>
            </a:r>
            <a:r>
              <a:rPr lang="en-US" sz="800" b="1">
                <a:solidFill>
                  <a:srgbClr val="1E2B38"/>
                </a:solidFill>
                <a:latin typeface="Aptos Narrow"/>
                <a:cs typeface="Arial"/>
              </a:rPr>
              <a:t> </a:t>
            </a:r>
            <a:r>
              <a:rPr lang="en-US" sz="800" b="1" err="1">
                <a:solidFill>
                  <a:srgbClr val="1E2B38"/>
                </a:solidFill>
                <a:latin typeface="Aptos Narrow"/>
                <a:cs typeface="Arial"/>
              </a:rPr>
              <a:t>cấp</a:t>
            </a:r>
            <a:r>
              <a:rPr lang="en-US" sz="800" b="1">
                <a:solidFill>
                  <a:srgbClr val="1E2B38"/>
                </a:solidFill>
                <a:latin typeface="Aptos Narrow"/>
                <a:cs typeface="Arial"/>
              </a:rPr>
              <a:t> </a:t>
            </a:r>
            <a:r>
              <a:rPr lang="en-US" sz="800" b="1" err="1">
                <a:solidFill>
                  <a:srgbClr val="1E2B38"/>
                </a:solidFill>
                <a:latin typeface="Aptos Narrow"/>
                <a:cs typeface="Arial"/>
              </a:rPr>
              <a:t>phải</a:t>
            </a:r>
            <a:r>
              <a:rPr lang="en-US" sz="800" b="1">
                <a:solidFill>
                  <a:srgbClr val="1E2B38"/>
                </a:solidFill>
                <a:latin typeface="Aptos Narrow"/>
                <a:cs typeface="Arial"/>
              </a:rPr>
              <a:t> </a:t>
            </a:r>
            <a:r>
              <a:rPr lang="en-US" sz="800" b="1" err="1">
                <a:solidFill>
                  <a:srgbClr val="1E2B38"/>
                </a:solidFill>
                <a:latin typeface="Aptos Narrow"/>
                <a:cs typeface="Arial"/>
              </a:rPr>
              <a:t>được</a:t>
            </a:r>
            <a:r>
              <a:rPr lang="en-US" sz="800" b="1">
                <a:solidFill>
                  <a:srgbClr val="1E2B38"/>
                </a:solidFill>
                <a:latin typeface="Aptos Narrow"/>
                <a:cs typeface="Arial"/>
              </a:rPr>
              <a:t> </a:t>
            </a:r>
            <a:r>
              <a:rPr lang="en-US" sz="800" b="1" err="1">
                <a:solidFill>
                  <a:srgbClr val="1E2B38"/>
                </a:solidFill>
                <a:latin typeface="Aptos Narrow"/>
                <a:cs typeface="Arial"/>
              </a:rPr>
              <a:t>cấp</a:t>
            </a:r>
            <a:r>
              <a:rPr lang="en-US" sz="800" b="1">
                <a:solidFill>
                  <a:srgbClr val="1E2B38"/>
                </a:solidFill>
                <a:latin typeface="Aptos Narrow"/>
                <a:cs typeface="Arial"/>
              </a:rPr>
              <a:t> </a:t>
            </a:r>
            <a:r>
              <a:rPr lang="en-US" sz="800" b="1" err="1">
                <a:solidFill>
                  <a:srgbClr val="1E2B38"/>
                </a:solidFill>
                <a:latin typeface="Aptos Narrow"/>
                <a:cs typeface="Arial"/>
              </a:rPr>
              <a:t>chứng</a:t>
            </a:r>
            <a:r>
              <a:rPr lang="en-US" sz="800" b="1">
                <a:solidFill>
                  <a:srgbClr val="1E2B38"/>
                </a:solidFill>
                <a:latin typeface="Aptos Narrow"/>
                <a:cs typeface="Arial"/>
              </a:rPr>
              <a:t> </a:t>
            </a:r>
            <a:r>
              <a:rPr lang="en-US" sz="800" b="1" err="1">
                <a:solidFill>
                  <a:srgbClr val="1E2B38"/>
                </a:solidFill>
                <a:latin typeface="Aptos Narrow"/>
                <a:cs typeface="Arial"/>
              </a:rPr>
              <a:t>nhận</a:t>
            </a:r>
            <a:r>
              <a:rPr lang="en-US" sz="800" b="1">
                <a:solidFill>
                  <a:srgbClr val="1E2B38"/>
                </a:solidFill>
                <a:latin typeface="Aptos Narrow"/>
                <a:cs typeface="Arial"/>
              </a:rPr>
              <a:t> </a:t>
            </a:r>
            <a:r>
              <a:rPr lang="en-US" sz="800" b="1" err="1">
                <a:solidFill>
                  <a:srgbClr val="1E2B38"/>
                </a:solidFill>
                <a:latin typeface="Aptos Narrow"/>
                <a:cs typeface="Arial"/>
              </a:rPr>
              <a:t>của</a:t>
            </a:r>
            <a:r>
              <a:rPr lang="en-US" sz="800" b="1">
                <a:solidFill>
                  <a:srgbClr val="1E2B38"/>
                </a:solidFill>
                <a:latin typeface="Aptos Narrow"/>
                <a:cs typeface="Arial"/>
              </a:rPr>
              <a:t> </a:t>
            </a:r>
            <a:r>
              <a:rPr lang="en-US" sz="800" b="1" err="1">
                <a:solidFill>
                  <a:srgbClr val="1E2B38"/>
                </a:solidFill>
                <a:latin typeface="Aptos Narrow"/>
                <a:cs typeface="Arial"/>
              </a:rPr>
              <a:t>tổ</a:t>
            </a:r>
            <a:r>
              <a:rPr lang="en-US" sz="800" b="1">
                <a:solidFill>
                  <a:srgbClr val="1E2B38"/>
                </a:solidFill>
                <a:latin typeface="Aptos Narrow"/>
                <a:cs typeface="Arial"/>
              </a:rPr>
              <a:t> </a:t>
            </a:r>
            <a:r>
              <a:rPr lang="en-US" sz="800" b="1" err="1">
                <a:solidFill>
                  <a:srgbClr val="1E2B38"/>
                </a:solidFill>
                <a:latin typeface="Aptos Narrow"/>
                <a:cs typeface="Arial"/>
              </a:rPr>
              <a:t>chức</a:t>
            </a:r>
            <a:r>
              <a:rPr lang="en-US" sz="800" b="1">
                <a:solidFill>
                  <a:srgbClr val="1E2B38"/>
                </a:solidFill>
                <a:latin typeface="Aptos Narrow"/>
                <a:cs typeface="Arial"/>
              </a:rPr>
              <a:t> </a:t>
            </a:r>
            <a:r>
              <a:rPr lang="en-US" sz="800" b="1" err="1">
                <a:solidFill>
                  <a:srgbClr val="1E2B38"/>
                </a:solidFill>
                <a:latin typeface="Aptos Narrow"/>
                <a:cs typeface="Arial"/>
              </a:rPr>
              <a:t>được</a:t>
            </a:r>
            <a:r>
              <a:rPr lang="en-US" sz="800" b="1">
                <a:solidFill>
                  <a:srgbClr val="1E2B38"/>
                </a:solidFill>
                <a:latin typeface="Aptos Narrow"/>
                <a:cs typeface="Arial"/>
              </a:rPr>
              <a:t> Liên </a:t>
            </a:r>
            <a:r>
              <a:rPr lang="en-US" sz="800" b="1" err="1">
                <a:solidFill>
                  <a:srgbClr val="1E2B38"/>
                </a:solidFill>
                <a:latin typeface="Aptos Narrow"/>
                <a:cs typeface="Arial"/>
              </a:rPr>
              <a:t>minh</a:t>
            </a:r>
            <a:r>
              <a:rPr lang="en-US" sz="800" b="1">
                <a:solidFill>
                  <a:srgbClr val="1E2B38"/>
                </a:solidFill>
                <a:latin typeface="Aptos Narrow"/>
                <a:cs typeface="Arial"/>
              </a:rPr>
              <a:t> FIDO (FIDO Alliance) </a:t>
            </a:r>
            <a:r>
              <a:rPr lang="en-US" sz="800" b="1" err="1">
                <a:solidFill>
                  <a:srgbClr val="1E2B38"/>
                </a:solidFill>
                <a:latin typeface="Aptos Narrow"/>
                <a:cs typeface="Arial"/>
              </a:rPr>
              <a:t>công</a:t>
            </a:r>
            <a:r>
              <a:rPr lang="en-US" sz="800" b="1">
                <a:solidFill>
                  <a:srgbClr val="1E2B38"/>
                </a:solidFill>
                <a:latin typeface="Aptos Narrow"/>
                <a:cs typeface="Arial"/>
              </a:rPr>
              <a:t> </a:t>
            </a:r>
            <a:r>
              <a:rPr lang="en-US" sz="800" b="1" err="1">
                <a:solidFill>
                  <a:srgbClr val="1E2B38"/>
                </a:solidFill>
                <a:latin typeface="Aptos Narrow"/>
                <a:cs typeface="Arial"/>
              </a:rPr>
              <a:t>nhận</a:t>
            </a:r>
            <a:r>
              <a:rPr lang="en-US" sz="800" b="1">
                <a:solidFill>
                  <a:srgbClr val="1E2B38"/>
                </a:solidFill>
                <a:latin typeface="Aptos Narrow"/>
                <a:cs typeface="Arial"/>
              </a:rPr>
              <a:t>.</a:t>
            </a:r>
          </a:p>
          <a:p>
            <a:r>
              <a:rPr lang="en-US" sz="850">
                <a:solidFill>
                  <a:srgbClr val="5B6B79"/>
                </a:solidFill>
                <a:latin typeface="Aptos Narrow"/>
                <a:ea typeface="NanumGothic"/>
              </a:rPr>
              <a:t>FIDO </a:t>
            </a:r>
            <a:r>
              <a:rPr lang="en-US" sz="850" err="1">
                <a:solidFill>
                  <a:srgbClr val="5B6B79"/>
                </a:solidFill>
                <a:latin typeface="Aptos Narrow"/>
                <a:ea typeface="NanumGothic"/>
              </a:rPr>
              <a:t>인증</a:t>
            </a:r>
            <a:r>
              <a:rPr lang="en-US" sz="850">
                <a:solidFill>
                  <a:srgbClr val="5B6B79"/>
                </a:solidFill>
                <a:latin typeface="Aptos Narrow"/>
                <a:ea typeface="NanumGothic"/>
              </a:rPr>
              <a:t> 시 </a:t>
            </a:r>
            <a:r>
              <a:rPr lang="en-US" sz="850" err="1">
                <a:solidFill>
                  <a:srgbClr val="5B6B79"/>
                </a:solidFill>
                <a:latin typeface="Aptos Narrow"/>
                <a:ea typeface="NanumGothic"/>
              </a:rPr>
              <a:t>다음</a:t>
            </a:r>
            <a:r>
              <a:rPr lang="en-US" sz="850">
                <a:solidFill>
                  <a:srgbClr val="5B6B79"/>
                </a:solidFill>
                <a:latin typeface="Aptos Narrow"/>
                <a:ea typeface="NanumGothic"/>
              </a:rPr>
              <a:t> </a:t>
            </a:r>
            <a:r>
              <a:rPr lang="en-US" sz="850" err="1">
                <a:solidFill>
                  <a:srgbClr val="5B6B79"/>
                </a:solidFill>
                <a:latin typeface="Aptos Narrow"/>
                <a:ea typeface="NanumGothic"/>
              </a:rPr>
              <a:t>요구</a:t>
            </a:r>
            <a:r>
              <a:rPr lang="en-US" sz="850">
                <a:solidFill>
                  <a:srgbClr val="5B6B79"/>
                </a:solidFill>
                <a:latin typeface="Aptos Narrow"/>
                <a:ea typeface="NanumGothic"/>
              </a:rPr>
              <a:t> </a:t>
            </a:r>
            <a:r>
              <a:rPr lang="en-US" sz="850" err="1">
                <a:solidFill>
                  <a:srgbClr val="5B6B79"/>
                </a:solidFill>
                <a:latin typeface="Aptos Narrow"/>
                <a:ea typeface="NanumGothic"/>
              </a:rPr>
              <a:t>사항을</a:t>
            </a:r>
            <a:r>
              <a:rPr lang="en-US" sz="850">
                <a:solidFill>
                  <a:srgbClr val="5B6B79"/>
                </a:solidFill>
                <a:latin typeface="Aptos Narrow"/>
                <a:ea typeface="NanumGothic"/>
              </a:rPr>
              <a:t> </a:t>
            </a:r>
            <a:r>
              <a:rPr lang="en-US" sz="850" err="1">
                <a:solidFill>
                  <a:srgbClr val="5B6B79"/>
                </a:solidFill>
                <a:latin typeface="Aptos Narrow"/>
                <a:ea typeface="NanumGothic"/>
              </a:rPr>
              <a:t>충족할</a:t>
            </a:r>
            <a:r>
              <a:rPr lang="en-US" sz="850">
                <a:solidFill>
                  <a:srgbClr val="5B6B79"/>
                </a:solidFill>
                <a:latin typeface="Aptos Narrow"/>
                <a:ea typeface="NanumGothic"/>
              </a:rPr>
              <a:t> 것:</a:t>
            </a:r>
          </a:p>
          <a:p>
            <a:r>
              <a:rPr lang="en-US" sz="850" err="1">
                <a:solidFill>
                  <a:srgbClr val="5B6B79"/>
                </a:solidFill>
                <a:latin typeface="Aptos Narrow"/>
                <a:ea typeface="NanumGothic"/>
              </a:rPr>
              <a:t>개인키</a:t>
            </a:r>
            <a:r>
              <a:rPr lang="en-US" sz="850">
                <a:solidFill>
                  <a:srgbClr val="5B6B79"/>
                </a:solidFill>
                <a:latin typeface="Aptos Narrow"/>
                <a:ea typeface="NanumGothic"/>
              </a:rPr>
              <a:t>(Private Key)는 </a:t>
            </a:r>
            <a:r>
              <a:rPr lang="en-US" sz="850" err="1">
                <a:solidFill>
                  <a:srgbClr val="5B6B79"/>
                </a:solidFill>
                <a:latin typeface="Aptos Narrow"/>
                <a:ea typeface="NanumGothic"/>
              </a:rPr>
              <a:t>고객</a:t>
            </a:r>
            <a:r>
              <a:rPr lang="en-US" sz="850">
                <a:solidFill>
                  <a:srgbClr val="5B6B79"/>
                </a:solidFill>
                <a:latin typeface="Aptos Narrow"/>
                <a:ea typeface="NanumGothic"/>
              </a:rPr>
              <a:t> </a:t>
            </a:r>
            <a:r>
              <a:rPr lang="en-US" sz="850" err="1">
                <a:solidFill>
                  <a:srgbClr val="5B6B79"/>
                </a:solidFill>
                <a:latin typeface="Aptos Narrow"/>
                <a:ea typeface="NanumGothic"/>
              </a:rPr>
              <a:t>기기에</a:t>
            </a:r>
            <a:r>
              <a:rPr lang="en-US" sz="850">
                <a:solidFill>
                  <a:srgbClr val="5B6B79"/>
                </a:solidFill>
                <a:latin typeface="Aptos Narrow"/>
                <a:ea typeface="NanumGothic"/>
              </a:rPr>
              <a:t> </a:t>
            </a:r>
            <a:r>
              <a:rPr lang="en-US" sz="850" err="1">
                <a:solidFill>
                  <a:srgbClr val="5B6B79"/>
                </a:solidFill>
                <a:latin typeface="Aptos Narrow"/>
                <a:ea typeface="NanumGothic"/>
              </a:rPr>
              <a:t>안전하게</a:t>
            </a:r>
            <a:r>
              <a:rPr lang="en-US" sz="850">
                <a:solidFill>
                  <a:srgbClr val="5B6B79"/>
                </a:solidFill>
                <a:latin typeface="Aptos Narrow"/>
                <a:ea typeface="NanumGothic"/>
              </a:rPr>
              <a:t> </a:t>
            </a:r>
            <a:r>
              <a:rPr lang="en-US" sz="850" err="1">
                <a:solidFill>
                  <a:srgbClr val="5B6B79"/>
                </a:solidFill>
                <a:latin typeface="Aptos Narrow"/>
                <a:ea typeface="NanumGothic"/>
              </a:rPr>
              <a:t>보관되어야</a:t>
            </a:r>
            <a:r>
              <a:rPr lang="en-US" sz="850">
                <a:solidFill>
                  <a:srgbClr val="5B6B79"/>
                </a:solidFill>
                <a:latin typeface="Aptos Narrow"/>
                <a:ea typeface="NanumGothic"/>
              </a:rPr>
              <a:t> 함. </a:t>
            </a:r>
            <a:r>
              <a:rPr lang="en-US" sz="850" err="1">
                <a:solidFill>
                  <a:srgbClr val="5B6B79"/>
                </a:solidFill>
                <a:latin typeface="Aptos Narrow"/>
                <a:ea typeface="NanumGothic"/>
              </a:rPr>
              <a:t>고객은</a:t>
            </a:r>
            <a:r>
              <a:rPr lang="en-US" sz="850">
                <a:solidFill>
                  <a:srgbClr val="5B6B79"/>
                </a:solidFill>
                <a:latin typeface="Aptos Narrow"/>
                <a:ea typeface="NanumGothic"/>
              </a:rPr>
              <a:t> </a:t>
            </a:r>
            <a:r>
              <a:rPr lang="en-US" sz="850" err="1">
                <a:solidFill>
                  <a:srgbClr val="5B6B79"/>
                </a:solidFill>
                <a:latin typeface="Aptos Narrow"/>
                <a:ea typeface="NanumGothic"/>
              </a:rPr>
              <a:t>거래</a:t>
            </a:r>
            <a:r>
              <a:rPr lang="en-US" sz="850">
                <a:solidFill>
                  <a:srgbClr val="5B6B79"/>
                </a:solidFill>
                <a:latin typeface="Aptos Narrow"/>
                <a:ea typeface="NanumGothic"/>
              </a:rPr>
              <a:t> </a:t>
            </a:r>
            <a:r>
              <a:rPr lang="en-US" sz="850" err="1">
                <a:solidFill>
                  <a:srgbClr val="5B6B79"/>
                </a:solidFill>
                <a:latin typeface="Aptos Narrow"/>
                <a:ea typeface="NanumGothic"/>
              </a:rPr>
              <a:t>수행</a:t>
            </a:r>
            <a:r>
              <a:rPr lang="en-US" sz="850">
                <a:solidFill>
                  <a:srgbClr val="5B6B79"/>
                </a:solidFill>
                <a:latin typeface="Aptos Narrow"/>
                <a:ea typeface="NanumGothic"/>
              </a:rPr>
              <a:t> 시 </a:t>
            </a:r>
            <a:r>
              <a:rPr lang="en-US" sz="850" err="1">
                <a:solidFill>
                  <a:srgbClr val="5B6B79"/>
                </a:solidFill>
                <a:latin typeface="Aptos Narrow"/>
                <a:ea typeface="NanumGothic"/>
              </a:rPr>
              <a:t>개인키에</a:t>
            </a:r>
            <a:r>
              <a:rPr lang="en-US" sz="850">
                <a:solidFill>
                  <a:srgbClr val="5B6B79"/>
                </a:solidFill>
                <a:latin typeface="Aptos Narrow"/>
                <a:ea typeface="NanumGothic"/>
              </a:rPr>
              <a:t> </a:t>
            </a:r>
            <a:r>
              <a:rPr lang="en-US" sz="850" err="1">
                <a:solidFill>
                  <a:srgbClr val="5B6B79"/>
                </a:solidFill>
                <a:latin typeface="Aptos Narrow"/>
                <a:ea typeface="NanumGothic"/>
              </a:rPr>
              <a:t>접근</a:t>
            </a:r>
            <a:r>
              <a:rPr lang="en-US" sz="850">
                <a:solidFill>
                  <a:srgbClr val="5B6B79"/>
                </a:solidFill>
                <a:latin typeface="Aptos Narrow"/>
                <a:ea typeface="NanumGothic"/>
              </a:rPr>
              <a:t> 및 </a:t>
            </a:r>
            <a:r>
              <a:rPr lang="en-US" sz="850" err="1">
                <a:solidFill>
                  <a:srgbClr val="5B6B79"/>
                </a:solidFill>
                <a:latin typeface="Aptos Narrow"/>
                <a:ea typeface="NanumGothic"/>
              </a:rPr>
              <a:t>이를</a:t>
            </a:r>
            <a:r>
              <a:rPr lang="en-US" sz="850">
                <a:solidFill>
                  <a:srgbClr val="5B6B79"/>
                </a:solidFill>
                <a:latin typeface="Aptos Narrow"/>
                <a:ea typeface="NanumGothic"/>
              </a:rPr>
              <a:t> </a:t>
            </a:r>
            <a:r>
              <a:rPr lang="en-US" sz="850" err="1">
                <a:solidFill>
                  <a:srgbClr val="5B6B79"/>
                </a:solidFill>
                <a:latin typeface="Aptos Narrow"/>
                <a:ea typeface="NanumGothic"/>
              </a:rPr>
              <a:t>사용하기</a:t>
            </a:r>
            <a:r>
              <a:rPr lang="en-US" sz="850">
                <a:solidFill>
                  <a:srgbClr val="5B6B79"/>
                </a:solidFill>
                <a:latin typeface="Aptos Narrow"/>
                <a:ea typeface="NanumGothic"/>
              </a:rPr>
              <a:t> </a:t>
            </a:r>
            <a:r>
              <a:rPr lang="en-US" sz="850" err="1">
                <a:solidFill>
                  <a:srgbClr val="5B6B79"/>
                </a:solidFill>
                <a:latin typeface="Aptos Narrow"/>
                <a:ea typeface="NanumGothic"/>
              </a:rPr>
              <a:t>위해</a:t>
            </a:r>
            <a:r>
              <a:rPr lang="en-US" sz="850">
                <a:solidFill>
                  <a:srgbClr val="5B6B79"/>
                </a:solidFill>
                <a:latin typeface="Aptos Narrow"/>
                <a:ea typeface="NanumGothic"/>
              </a:rPr>
              <a:t> PIN </a:t>
            </a:r>
            <a:r>
              <a:rPr lang="en-US" sz="850" err="1">
                <a:solidFill>
                  <a:srgbClr val="5B6B79"/>
                </a:solidFill>
                <a:latin typeface="Aptos Narrow"/>
                <a:ea typeface="NanumGothic"/>
              </a:rPr>
              <a:t>번호</a:t>
            </a:r>
            <a:r>
              <a:rPr lang="en-US" sz="850">
                <a:solidFill>
                  <a:srgbClr val="5B6B79"/>
                </a:solidFill>
                <a:latin typeface="Aptos Narrow"/>
                <a:ea typeface="NanumGothic"/>
              </a:rPr>
              <a:t> </a:t>
            </a:r>
            <a:r>
              <a:rPr lang="en-US" sz="850" err="1">
                <a:solidFill>
                  <a:srgbClr val="5B6B79"/>
                </a:solidFill>
                <a:latin typeface="Aptos Narrow"/>
                <a:ea typeface="NanumGothic"/>
              </a:rPr>
              <a:t>인증</a:t>
            </a:r>
            <a:r>
              <a:rPr lang="en-US" sz="850">
                <a:solidFill>
                  <a:srgbClr val="5B6B79"/>
                </a:solidFill>
                <a:latin typeface="Aptos Narrow"/>
                <a:ea typeface="NanumGothic"/>
              </a:rPr>
              <a:t> </a:t>
            </a:r>
            <a:r>
              <a:rPr lang="en-US" sz="850" err="1">
                <a:solidFill>
                  <a:srgbClr val="5B6B79"/>
                </a:solidFill>
                <a:latin typeface="Aptos Narrow"/>
                <a:ea typeface="NanumGothic"/>
              </a:rPr>
              <a:t>또는</a:t>
            </a:r>
            <a:r>
              <a:rPr lang="en-US" sz="850">
                <a:solidFill>
                  <a:srgbClr val="5B6B79"/>
                </a:solidFill>
                <a:latin typeface="Aptos Narrow"/>
                <a:ea typeface="NanumGothic"/>
              </a:rPr>
              <a:t> </a:t>
            </a:r>
            <a:r>
              <a:rPr lang="en-US" sz="850" err="1">
                <a:solidFill>
                  <a:srgbClr val="5B6B79"/>
                </a:solidFill>
                <a:latin typeface="Aptos Narrow"/>
                <a:ea typeface="NanumGothic"/>
              </a:rPr>
              <a:t>기기</a:t>
            </a:r>
            <a:r>
              <a:rPr lang="en-US" sz="850">
                <a:solidFill>
                  <a:srgbClr val="5B6B79"/>
                </a:solidFill>
                <a:latin typeface="Aptos Narrow"/>
                <a:ea typeface="NanumGothic"/>
              </a:rPr>
              <a:t> </a:t>
            </a:r>
            <a:r>
              <a:rPr lang="en-US" sz="850" err="1">
                <a:solidFill>
                  <a:srgbClr val="5B6B79"/>
                </a:solidFill>
                <a:latin typeface="Aptos Narrow"/>
                <a:ea typeface="NanumGothic"/>
              </a:rPr>
              <a:t>생체</a:t>
            </a:r>
            <a:r>
              <a:rPr lang="en-US" sz="850">
                <a:solidFill>
                  <a:srgbClr val="5B6B79"/>
                </a:solidFill>
                <a:latin typeface="Aptos Narrow"/>
                <a:ea typeface="NanumGothic"/>
              </a:rPr>
              <a:t> </a:t>
            </a:r>
            <a:r>
              <a:rPr lang="en-US" sz="850" err="1">
                <a:solidFill>
                  <a:srgbClr val="5B6B79"/>
                </a:solidFill>
                <a:latin typeface="Aptos Narrow"/>
                <a:ea typeface="NanumGothic"/>
              </a:rPr>
              <a:t>정보</a:t>
            </a:r>
            <a:r>
              <a:rPr lang="en-US" sz="850">
                <a:solidFill>
                  <a:srgbClr val="5B6B79"/>
                </a:solidFill>
                <a:latin typeface="Aptos Narrow"/>
                <a:ea typeface="NanumGothic"/>
              </a:rPr>
              <a:t> </a:t>
            </a:r>
            <a:r>
              <a:rPr lang="en-US" sz="850" err="1">
                <a:solidFill>
                  <a:srgbClr val="5B6B79"/>
                </a:solidFill>
                <a:latin typeface="Aptos Narrow"/>
                <a:ea typeface="NanumGothic"/>
              </a:rPr>
              <a:t>일치</a:t>
            </a:r>
            <a:r>
              <a:rPr lang="en-US" sz="850">
                <a:solidFill>
                  <a:srgbClr val="5B6B79"/>
                </a:solidFill>
                <a:latin typeface="Aptos Narrow"/>
                <a:ea typeface="NanumGothic"/>
              </a:rPr>
              <a:t> </a:t>
            </a:r>
            <a:r>
              <a:rPr lang="en-US" sz="850" err="1">
                <a:solidFill>
                  <a:srgbClr val="5B6B79"/>
                </a:solidFill>
                <a:latin typeface="Aptos Narrow"/>
                <a:ea typeface="NanumGothic"/>
              </a:rPr>
              <a:t>인증</a:t>
            </a:r>
            <a:r>
              <a:rPr lang="en-US" sz="850">
                <a:solidFill>
                  <a:srgbClr val="5B6B79"/>
                </a:solidFill>
                <a:latin typeface="Aptos Narrow"/>
                <a:ea typeface="NanumGothic"/>
              </a:rPr>
              <a:t> </a:t>
            </a:r>
            <a:r>
              <a:rPr lang="en-US" sz="850" err="1">
                <a:solidFill>
                  <a:srgbClr val="5B6B79"/>
                </a:solidFill>
                <a:latin typeface="Aptos Narrow"/>
                <a:ea typeface="NanumGothic"/>
              </a:rPr>
              <a:t>수단을</a:t>
            </a:r>
            <a:r>
              <a:rPr lang="en-US" sz="850">
                <a:solidFill>
                  <a:srgbClr val="5B6B79"/>
                </a:solidFill>
                <a:latin typeface="Aptos Narrow"/>
                <a:ea typeface="NanumGothic"/>
              </a:rPr>
              <a:t> </a:t>
            </a:r>
            <a:r>
              <a:rPr lang="en-US" sz="850" err="1">
                <a:solidFill>
                  <a:srgbClr val="5B6B79"/>
                </a:solidFill>
                <a:latin typeface="Aptos Narrow"/>
                <a:ea typeface="NanumGothic"/>
              </a:rPr>
              <a:t>사용함</a:t>
            </a:r>
            <a:r>
              <a:rPr lang="en-US" sz="850">
                <a:solidFill>
                  <a:srgbClr val="5B6B79"/>
                </a:solidFill>
                <a:latin typeface="Aptos Narrow"/>
                <a:ea typeface="NanumGothic"/>
              </a:rPr>
              <a:t>.</a:t>
            </a:r>
          </a:p>
          <a:p>
            <a:r>
              <a:rPr lang="en-US" sz="850" err="1">
                <a:solidFill>
                  <a:srgbClr val="5B6B79"/>
                </a:solidFill>
                <a:latin typeface="Aptos Narrow"/>
                <a:ea typeface="NanumGothic"/>
              </a:rPr>
              <a:t>공개키</a:t>
            </a:r>
            <a:r>
              <a:rPr lang="en-US" sz="850">
                <a:solidFill>
                  <a:srgbClr val="5B6B79"/>
                </a:solidFill>
                <a:latin typeface="Aptos Narrow"/>
                <a:ea typeface="NanumGothic"/>
              </a:rPr>
              <a:t>(Public Key)는 </a:t>
            </a:r>
            <a:r>
              <a:rPr lang="en-US" sz="850" err="1">
                <a:solidFill>
                  <a:srgbClr val="5B6B79"/>
                </a:solidFill>
                <a:latin typeface="Aptos Narrow"/>
                <a:ea typeface="NanumGothic"/>
              </a:rPr>
              <a:t>서비스</a:t>
            </a:r>
            <a:r>
              <a:rPr lang="en-US" sz="850">
                <a:solidFill>
                  <a:srgbClr val="5B6B79"/>
                </a:solidFill>
                <a:latin typeface="Aptos Narrow"/>
                <a:ea typeface="NanumGothic"/>
              </a:rPr>
              <a:t> </a:t>
            </a:r>
            <a:r>
              <a:rPr lang="en-US" sz="850" err="1">
                <a:solidFill>
                  <a:srgbClr val="5B6B79"/>
                </a:solidFill>
                <a:latin typeface="Aptos Narrow"/>
                <a:ea typeface="NanumGothic"/>
              </a:rPr>
              <a:t>제공기관에</a:t>
            </a:r>
            <a:r>
              <a:rPr lang="en-US" sz="850">
                <a:solidFill>
                  <a:srgbClr val="5B6B79"/>
                </a:solidFill>
                <a:latin typeface="Aptos Narrow"/>
                <a:ea typeface="NanumGothic"/>
              </a:rPr>
              <a:t> </a:t>
            </a:r>
            <a:r>
              <a:rPr lang="en-US" sz="850" err="1">
                <a:solidFill>
                  <a:srgbClr val="5B6B79"/>
                </a:solidFill>
                <a:latin typeface="Aptos Narrow"/>
                <a:ea typeface="NanumGothic"/>
              </a:rPr>
              <a:t>안전하게</a:t>
            </a:r>
            <a:r>
              <a:rPr lang="en-US" sz="850">
                <a:solidFill>
                  <a:srgbClr val="5B6B79"/>
                </a:solidFill>
                <a:latin typeface="Aptos Narrow"/>
                <a:ea typeface="NanumGothic"/>
              </a:rPr>
              <a:t> </a:t>
            </a:r>
            <a:r>
              <a:rPr lang="en-US" sz="850" err="1">
                <a:solidFill>
                  <a:srgbClr val="5B6B79"/>
                </a:solidFill>
                <a:latin typeface="Aptos Narrow"/>
                <a:ea typeface="NanumGothic"/>
              </a:rPr>
              <a:t>저장되고</a:t>
            </a:r>
            <a:r>
              <a:rPr lang="en-US" sz="850">
                <a:solidFill>
                  <a:srgbClr val="5B6B79"/>
                </a:solidFill>
                <a:latin typeface="Aptos Narrow"/>
                <a:ea typeface="NanumGothic"/>
              </a:rPr>
              <a:t>, </a:t>
            </a:r>
            <a:r>
              <a:rPr lang="en-US" sz="850" err="1">
                <a:solidFill>
                  <a:srgbClr val="5B6B79"/>
                </a:solidFill>
                <a:latin typeface="Aptos Narrow"/>
                <a:ea typeface="NanumGothic"/>
              </a:rPr>
              <a:t>고객의</a:t>
            </a:r>
            <a:r>
              <a:rPr lang="en-US" sz="850">
                <a:solidFill>
                  <a:srgbClr val="5B6B79"/>
                </a:solidFill>
                <a:latin typeface="Aptos Narrow"/>
                <a:ea typeface="NanumGothic"/>
              </a:rPr>
              <a:t> </a:t>
            </a:r>
            <a:r>
              <a:rPr lang="en-US" sz="850" err="1">
                <a:solidFill>
                  <a:srgbClr val="5B6B79"/>
                </a:solidFill>
                <a:latin typeface="Aptos Narrow"/>
                <a:ea typeface="NanumGothic"/>
              </a:rPr>
              <a:t>전자금융거래</a:t>
            </a:r>
            <a:r>
              <a:rPr lang="en-US" sz="850">
                <a:solidFill>
                  <a:srgbClr val="5B6B79"/>
                </a:solidFill>
                <a:latin typeface="Aptos Narrow"/>
                <a:ea typeface="NanumGothic"/>
              </a:rPr>
              <a:t> </a:t>
            </a:r>
            <a:r>
              <a:rPr lang="en-US" sz="850" err="1">
                <a:solidFill>
                  <a:srgbClr val="5B6B79"/>
                </a:solidFill>
                <a:latin typeface="Aptos Narrow"/>
                <a:ea typeface="NanumGothic"/>
              </a:rPr>
              <a:t>계좌와</a:t>
            </a:r>
            <a:r>
              <a:rPr lang="en-US" sz="850">
                <a:solidFill>
                  <a:srgbClr val="5B6B79"/>
                </a:solidFill>
                <a:latin typeface="Aptos Narrow"/>
                <a:ea typeface="NanumGothic"/>
              </a:rPr>
              <a:t> </a:t>
            </a:r>
            <a:r>
              <a:rPr lang="en-US" sz="850" err="1">
                <a:solidFill>
                  <a:srgbClr val="5B6B79"/>
                </a:solidFill>
                <a:latin typeface="Aptos Narrow"/>
                <a:ea typeface="NanumGothic"/>
              </a:rPr>
              <a:t>연계되어야</a:t>
            </a:r>
            <a:r>
              <a:rPr lang="en-US" sz="850">
                <a:solidFill>
                  <a:srgbClr val="5B6B79"/>
                </a:solidFill>
                <a:latin typeface="Aptos Narrow"/>
                <a:ea typeface="NanumGothic"/>
              </a:rPr>
              <a:t> 함.</a:t>
            </a:r>
          </a:p>
          <a:p>
            <a:r>
              <a:rPr lang="en-US" sz="850" err="1">
                <a:solidFill>
                  <a:srgbClr val="5B6B79"/>
                </a:solidFill>
                <a:latin typeface="Aptos Narrow"/>
                <a:ea typeface="NanumGothic"/>
              </a:rPr>
              <a:t>서비스</a:t>
            </a:r>
            <a:r>
              <a:rPr lang="en-US" sz="850">
                <a:solidFill>
                  <a:srgbClr val="5B6B79"/>
                </a:solidFill>
                <a:latin typeface="Aptos Narrow"/>
                <a:ea typeface="NanumGothic"/>
              </a:rPr>
              <a:t> </a:t>
            </a:r>
            <a:r>
              <a:rPr lang="en-US" sz="850" err="1">
                <a:solidFill>
                  <a:srgbClr val="5B6B79"/>
                </a:solidFill>
                <a:latin typeface="Aptos Narrow"/>
                <a:ea typeface="NanumGothic"/>
              </a:rPr>
              <a:t>제공기관이</a:t>
            </a:r>
            <a:r>
              <a:rPr lang="en-US" sz="850">
                <a:solidFill>
                  <a:srgbClr val="5B6B79"/>
                </a:solidFill>
                <a:latin typeface="Aptos Narrow"/>
                <a:ea typeface="NanumGothic"/>
              </a:rPr>
              <a:t> </a:t>
            </a:r>
            <a:r>
              <a:rPr lang="en-US" sz="850" err="1">
                <a:solidFill>
                  <a:srgbClr val="5B6B79"/>
                </a:solidFill>
                <a:latin typeface="Aptos Narrow"/>
                <a:ea typeface="NanumGothic"/>
              </a:rPr>
              <a:t>자체</a:t>
            </a:r>
            <a:r>
              <a:rPr lang="en-US" sz="850">
                <a:solidFill>
                  <a:srgbClr val="5B6B79"/>
                </a:solidFill>
                <a:latin typeface="Aptos Narrow"/>
                <a:ea typeface="NanumGothic"/>
              </a:rPr>
              <a:t> </a:t>
            </a:r>
            <a:r>
              <a:rPr lang="en-US" sz="850" err="1">
                <a:solidFill>
                  <a:srgbClr val="5B6B79"/>
                </a:solidFill>
                <a:latin typeface="Aptos Narrow"/>
                <a:ea typeface="NanumGothic"/>
              </a:rPr>
              <a:t>구축하거나</a:t>
            </a:r>
            <a:r>
              <a:rPr lang="en-US" sz="850">
                <a:solidFill>
                  <a:srgbClr val="5B6B79"/>
                </a:solidFill>
                <a:latin typeface="Aptos Narrow"/>
                <a:ea typeface="NanumGothic"/>
              </a:rPr>
              <a:t> 제3자가 </a:t>
            </a:r>
            <a:r>
              <a:rPr lang="en-US" sz="850" err="1">
                <a:solidFill>
                  <a:srgbClr val="5B6B79"/>
                </a:solidFill>
                <a:latin typeface="Aptos Narrow"/>
                <a:ea typeface="NanumGothic"/>
              </a:rPr>
              <a:t>제공하는</a:t>
            </a:r>
            <a:r>
              <a:rPr lang="en-US" sz="850">
                <a:solidFill>
                  <a:srgbClr val="5B6B79"/>
                </a:solidFill>
                <a:latin typeface="Aptos Narrow"/>
                <a:ea typeface="NanumGothic"/>
              </a:rPr>
              <a:t> </a:t>
            </a:r>
            <a:r>
              <a:rPr lang="en-US" sz="850" err="1">
                <a:solidFill>
                  <a:srgbClr val="5B6B79"/>
                </a:solidFill>
                <a:latin typeface="Aptos Narrow"/>
                <a:ea typeface="NanumGothic"/>
              </a:rPr>
              <a:t>솔루션은</a:t>
            </a:r>
            <a:r>
              <a:rPr lang="en-US" sz="850">
                <a:solidFill>
                  <a:srgbClr val="5B6B79"/>
                </a:solidFill>
                <a:latin typeface="Aptos Narrow"/>
                <a:ea typeface="NanumGothic"/>
              </a:rPr>
              <a:t> FIDO </a:t>
            </a:r>
            <a:r>
              <a:rPr lang="en-US" sz="850" err="1">
                <a:solidFill>
                  <a:srgbClr val="5B6B79"/>
                </a:solidFill>
                <a:latin typeface="Aptos Narrow"/>
                <a:ea typeface="NanumGothic"/>
              </a:rPr>
              <a:t>얼라이언스</a:t>
            </a:r>
            <a:r>
              <a:rPr lang="en-US" sz="850">
                <a:solidFill>
                  <a:srgbClr val="5B6B79"/>
                </a:solidFill>
                <a:latin typeface="Aptos Narrow"/>
                <a:ea typeface="NanumGothic"/>
              </a:rPr>
              <a:t>(FIDO Alliance)가 </a:t>
            </a:r>
            <a:r>
              <a:rPr lang="en-US" sz="850" err="1">
                <a:solidFill>
                  <a:srgbClr val="5B6B79"/>
                </a:solidFill>
                <a:latin typeface="Aptos Narrow"/>
                <a:ea typeface="NanumGothic"/>
              </a:rPr>
              <a:t>공인한</a:t>
            </a:r>
            <a:r>
              <a:rPr lang="en-US" sz="850">
                <a:solidFill>
                  <a:srgbClr val="5B6B79"/>
                </a:solidFill>
                <a:latin typeface="Aptos Narrow"/>
                <a:ea typeface="NanumGothic"/>
              </a:rPr>
              <a:t> </a:t>
            </a:r>
            <a:r>
              <a:rPr lang="en-US" sz="850" err="1">
                <a:solidFill>
                  <a:srgbClr val="5B6B79"/>
                </a:solidFill>
                <a:latin typeface="Aptos Narrow"/>
                <a:ea typeface="NanumGothic"/>
              </a:rPr>
              <a:t>기관으로부터</a:t>
            </a:r>
            <a:r>
              <a:rPr lang="en-US" sz="850">
                <a:solidFill>
                  <a:srgbClr val="5B6B79"/>
                </a:solidFill>
                <a:latin typeface="Aptos Narrow"/>
                <a:ea typeface="NanumGothic"/>
              </a:rPr>
              <a:t> </a:t>
            </a:r>
            <a:r>
              <a:rPr lang="en-US" sz="850" err="1">
                <a:solidFill>
                  <a:srgbClr val="5B6B79"/>
                </a:solidFill>
                <a:latin typeface="Aptos Narrow"/>
                <a:ea typeface="NanumGothic"/>
              </a:rPr>
              <a:t>인증을</a:t>
            </a:r>
            <a:r>
              <a:rPr lang="en-US" sz="850">
                <a:solidFill>
                  <a:srgbClr val="5B6B79"/>
                </a:solidFill>
                <a:latin typeface="Aptos Narrow"/>
                <a:ea typeface="NanumGothic"/>
              </a:rPr>
              <a:t> </a:t>
            </a:r>
            <a:r>
              <a:rPr lang="en-US" sz="850" err="1">
                <a:solidFill>
                  <a:srgbClr val="5B6B79"/>
                </a:solidFill>
                <a:latin typeface="Aptos Narrow"/>
                <a:ea typeface="NanumGothic"/>
              </a:rPr>
              <a:t>획득한</a:t>
            </a:r>
            <a:r>
              <a:rPr lang="en-US" sz="850">
                <a:solidFill>
                  <a:srgbClr val="5B6B79"/>
                </a:solidFill>
                <a:latin typeface="Aptos Narrow"/>
                <a:ea typeface="NanumGothic"/>
              </a:rPr>
              <a:t> </a:t>
            </a:r>
            <a:r>
              <a:rPr lang="en-US" sz="850" err="1">
                <a:solidFill>
                  <a:srgbClr val="5B6B79"/>
                </a:solidFill>
                <a:latin typeface="Aptos Narrow"/>
                <a:ea typeface="NanumGothic"/>
              </a:rPr>
              <a:t>것일</a:t>
            </a:r>
            <a:r>
              <a:rPr lang="en-US" sz="850">
                <a:solidFill>
                  <a:srgbClr val="5B6B79"/>
                </a:solidFill>
                <a:latin typeface="Aptos Narrow"/>
                <a:ea typeface="NanumGothic"/>
              </a:rPr>
              <a:t> 것.</a:t>
            </a:r>
          </a:p>
          <a:p>
            <a:pPr>
              <a:lnSpc>
                <a:spcPct val="98000"/>
              </a:lnSpc>
            </a:pPr>
            <a:endParaRPr lang="en-US" sz="800" b="1">
              <a:solidFill>
                <a:srgbClr val="1E2B38"/>
              </a:solidFill>
              <a:latin typeface="Aptos Narrow"/>
              <a:cs typeface="Arial"/>
            </a:endParaRPr>
          </a:p>
          <a:p>
            <a:pPr>
              <a:lnSpc>
                <a:spcPct val="98000"/>
              </a:lnSpc>
            </a:pPr>
            <a:endParaRPr lang="en-US" sz="800" b="1">
              <a:solidFill>
                <a:srgbClr val="1E2B38"/>
              </a:solidFill>
              <a:latin typeface="Aptos Narrow"/>
              <a:cs typeface="Arial"/>
            </a:endParaRPr>
          </a:p>
        </p:txBody>
      </p:sp>
      <p:sp>
        <p:nvSpPr>
          <p:cNvPr id="36" name="Shape 34">
            <a:extLst>
              <a:ext uri="{FF2B5EF4-FFF2-40B4-BE49-F238E27FC236}">
                <a16:creationId xmlns:a16="http://schemas.microsoft.com/office/drawing/2014/main" id="{06924278-3D9E-7DB4-E955-D3BC227AEB9A}"/>
              </a:ext>
            </a:extLst>
          </p:cNvPr>
          <p:cNvSpPr/>
          <p:nvPr/>
        </p:nvSpPr>
        <p:spPr>
          <a:xfrm>
            <a:off x="6446520" y="3117282"/>
            <a:ext cx="731520" cy="16475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7" name="Shape 35">
            <a:extLst>
              <a:ext uri="{FF2B5EF4-FFF2-40B4-BE49-F238E27FC236}">
                <a16:creationId xmlns:a16="http://schemas.microsoft.com/office/drawing/2014/main" id="{44906454-95F8-C9D0-652C-F6EFAC49CDF1}"/>
              </a:ext>
            </a:extLst>
          </p:cNvPr>
          <p:cNvSpPr/>
          <p:nvPr/>
        </p:nvSpPr>
        <p:spPr>
          <a:xfrm>
            <a:off x="6711696" y="379393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8" name="Shape 36">
            <a:extLst>
              <a:ext uri="{FF2B5EF4-FFF2-40B4-BE49-F238E27FC236}">
                <a16:creationId xmlns:a16="http://schemas.microsoft.com/office/drawing/2014/main" id="{31CBBF44-C361-1829-A1E9-A5E9F556237A}"/>
              </a:ext>
            </a:extLst>
          </p:cNvPr>
          <p:cNvSpPr/>
          <p:nvPr/>
        </p:nvSpPr>
        <p:spPr>
          <a:xfrm>
            <a:off x="7178040" y="3117283"/>
            <a:ext cx="731520" cy="164756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9" name="Shape 37">
            <a:extLst>
              <a:ext uri="{FF2B5EF4-FFF2-40B4-BE49-F238E27FC236}">
                <a16:creationId xmlns:a16="http://schemas.microsoft.com/office/drawing/2014/main" id="{7449530A-29F1-5754-85CF-B0770419DE66}"/>
              </a:ext>
            </a:extLst>
          </p:cNvPr>
          <p:cNvSpPr/>
          <p:nvPr/>
        </p:nvSpPr>
        <p:spPr>
          <a:xfrm>
            <a:off x="7443216" y="3788957"/>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0" name="Shape 38">
            <a:extLst>
              <a:ext uri="{FF2B5EF4-FFF2-40B4-BE49-F238E27FC236}">
                <a16:creationId xmlns:a16="http://schemas.microsoft.com/office/drawing/2014/main" id="{801D6B8A-0D7A-58AE-6BDA-C9EB52CE1822}"/>
              </a:ext>
            </a:extLst>
          </p:cNvPr>
          <p:cNvSpPr/>
          <p:nvPr/>
        </p:nvSpPr>
        <p:spPr>
          <a:xfrm>
            <a:off x="7909560" y="3117283"/>
            <a:ext cx="731520" cy="164756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1" name="Shape 39">
            <a:extLst>
              <a:ext uri="{FF2B5EF4-FFF2-40B4-BE49-F238E27FC236}">
                <a16:creationId xmlns:a16="http://schemas.microsoft.com/office/drawing/2014/main" id="{8B78195A-663E-1614-19E5-73E5F20F4D15}"/>
              </a:ext>
            </a:extLst>
          </p:cNvPr>
          <p:cNvSpPr/>
          <p:nvPr/>
        </p:nvSpPr>
        <p:spPr>
          <a:xfrm>
            <a:off x="8174736" y="3788957"/>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42" name="Shape 40">
            <a:extLst>
              <a:ext uri="{FF2B5EF4-FFF2-40B4-BE49-F238E27FC236}">
                <a16:creationId xmlns:a16="http://schemas.microsoft.com/office/drawing/2014/main" id="{162EABFD-7B3F-68B0-1326-E9804827E219}"/>
              </a:ext>
            </a:extLst>
          </p:cNvPr>
          <p:cNvSpPr/>
          <p:nvPr/>
        </p:nvSpPr>
        <p:spPr>
          <a:xfrm>
            <a:off x="8641080" y="3117282"/>
            <a:ext cx="3090672" cy="1647559"/>
          </a:xfrm>
          <a:prstGeom prst="rect">
            <a:avLst/>
          </a:prstGeom>
          <a:solidFill>
            <a:srgbClr val="FFFFFF"/>
          </a:solidFill>
          <a:ln w="6350">
            <a:solidFill>
              <a:srgbClr val="E2E8ED"/>
            </a:solidFill>
            <a:prstDash val="solid"/>
          </a:ln>
        </p:spPr>
        <p:txBody>
          <a:bodyPr lIns="91440" tIns="45720" rIns="91440" bIns="45720" anchor="t"/>
          <a:lstStyle/>
          <a:p>
            <a:endParaRPr lang="en-US" sz="740" i="1">
              <a:solidFill>
                <a:srgbClr val="12436E"/>
              </a:solidFill>
              <a:latin typeface="Aptos Narrow" panose="020B0004020202020204" pitchFamily="34" charset="0"/>
              <a:cs typeface="Arial" pitchFamily="34" charset="-120"/>
            </a:endParaRPr>
          </a:p>
        </p:txBody>
      </p:sp>
      <p:sp>
        <p:nvSpPr>
          <p:cNvPr id="53" name="Text 51">
            <a:extLst>
              <a:ext uri="{FF2B5EF4-FFF2-40B4-BE49-F238E27FC236}">
                <a16:creationId xmlns:a16="http://schemas.microsoft.com/office/drawing/2014/main" id="{1580D208-976C-FAC4-E17E-75B76137669A}"/>
              </a:ext>
            </a:extLst>
          </p:cNvPr>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54" name="Text 52">
            <a:extLst>
              <a:ext uri="{FF2B5EF4-FFF2-40B4-BE49-F238E27FC236}">
                <a16:creationId xmlns:a16="http://schemas.microsoft.com/office/drawing/2014/main" id="{5B212FD8-AA98-8D63-45CF-B0F483A4AF6F}"/>
              </a:ext>
            </a:extLst>
          </p:cNvPr>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4</a:t>
            </a:r>
            <a:endParaRPr lang="en-US" sz="900">
              <a:latin typeface="Aptos Narrow" panose="020B0004020202020204" pitchFamily="34" charset="0"/>
            </a:endParaRPr>
          </a:p>
        </p:txBody>
      </p:sp>
    </p:spTree>
    <p:extLst>
      <p:ext uri="{BB962C8B-B14F-4D97-AF65-F5344CB8AC3E}">
        <p14:creationId xmlns:p14="http://schemas.microsoft.com/office/powerpoint/2010/main" val="3502350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1 · 제1절 — ĐIỀU 12–13 — </a:t>
            </a:r>
            <a:r>
              <a:rPr lang="en-US" sz="1150" b="1" kern="0" spc="100">
                <a:solidFill>
                  <a:srgbClr val="0E8C8B"/>
                </a:solidFill>
                <a:latin typeface="Aptos Narrow" panose="020B0004020202020204" pitchFamily="34" charset="0"/>
                <a:ea typeface="NanumGothic" pitchFamily="34" charset="-122"/>
                <a:cs typeface="NanumGothic" pitchFamily="34" charset="-120"/>
              </a:rPr>
              <a:t>제12~13조</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Áp dụng </a:t>
            </a:r>
            <a:r>
              <a:rPr lang="en-US" sz="2100" b="1" err="1">
                <a:solidFill>
                  <a:srgbClr val="0B2C4D"/>
                </a:solidFill>
                <a:latin typeface="Aptos Narrow" panose="020B0004020202020204" pitchFamily="34" charset="0"/>
                <a:ea typeface="Arial" pitchFamily="34" charset="-122"/>
                <a:cs typeface="Arial" pitchFamily="34" charset="-120"/>
              </a:rPr>
              <a:t>xác</a:t>
            </a:r>
            <a:r>
              <a:rPr lang="en-US" sz="2100" b="1">
                <a:solidFill>
                  <a:srgbClr val="0B2C4D"/>
                </a:solidFill>
                <a:latin typeface="Aptos Narrow" panose="020B0004020202020204" pitchFamily="34" charset="0"/>
                <a:ea typeface="Arial" pitchFamily="34" charset="-122"/>
                <a:cs typeface="Arial" pitchFamily="34" charset="-120"/>
              </a:rPr>
              <a:t> </a:t>
            </a:r>
            <a:r>
              <a:rPr lang="en-US" sz="2100" b="1" err="1">
                <a:solidFill>
                  <a:srgbClr val="0B2C4D"/>
                </a:solidFill>
                <a:latin typeface="Aptos Narrow" panose="020B0004020202020204" pitchFamily="34" charset="0"/>
                <a:ea typeface="Arial" pitchFamily="34" charset="-122"/>
                <a:cs typeface="Arial" pitchFamily="34" charset="-120"/>
              </a:rPr>
              <a:t>thực</a:t>
            </a:r>
            <a:r>
              <a:rPr lang="en-US" sz="2100" b="1">
                <a:solidFill>
                  <a:srgbClr val="0B2C4D"/>
                </a:solidFill>
                <a:latin typeface="Aptos Narrow" panose="020B0004020202020204" pitchFamily="34" charset="0"/>
                <a:ea typeface="Arial" pitchFamily="34" charset="-122"/>
                <a:cs typeface="Arial" pitchFamily="34" charset="-120"/>
              </a:rPr>
              <a:t> </a:t>
            </a:r>
            <a:r>
              <a:rPr lang="en-US" sz="2100" b="1" err="1">
                <a:solidFill>
                  <a:srgbClr val="0B2C4D"/>
                </a:solidFill>
                <a:latin typeface="Aptos Narrow" panose="020B0004020202020204" pitchFamily="34" charset="0"/>
                <a:ea typeface="Arial" pitchFamily="34" charset="-122"/>
                <a:cs typeface="Arial" pitchFamily="34" charset="-120"/>
              </a:rPr>
              <a:t>giao</a:t>
            </a:r>
            <a:r>
              <a:rPr lang="en-US" sz="2100" b="1">
                <a:solidFill>
                  <a:srgbClr val="0B2C4D"/>
                </a:solidFill>
                <a:latin typeface="Aptos Narrow" panose="020B0004020202020204" pitchFamily="34" charset="0"/>
                <a:ea typeface="Arial" pitchFamily="34" charset="-122"/>
                <a:cs typeface="Arial" pitchFamily="34" charset="-120"/>
              </a:rPr>
              <a:t> </a:t>
            </a:r>
            <a:r>
              <a:rPr lang="en-US" sz="2100" b="1" err="1">
                <a:solidFill>
                  <a:srgbClr val="0B2C4D"/>
                </a:solidFill>
                <a:latin typeface="Aptos Narrow" panose="020B0004020202020204" pitchFamily="34" charset="0"/>
                <a:ea typeface="Arial" pitchFamily="34" charset="-122"/>
                <a:cs typeface="Arial" pitchFamily="34" charset="-120"/>
              </a:rPr>
              <a:t>dịch</a:t>
            </a:r>
            <a:r>
              <a:rPr lang="en-US" sz="2100" b="1">
                <a:solidFill>
                  <a:srgbClr val="0B2C4D"/>
                </a:solidFill>
                <a:latin typeface="Aptos Narrow" panose="020B0004020202020204" pitchFamily="34" charset="0"/>
                <a:ea typeface="Arial" pitchFamily="34" charset="-122"/>
                <a:cs typeface="Arial" pitchFamily="34" charset="-120"/>
              </a:rPr>
              <a:t> </a:t>
            </a:r>
            <a:r>
              <a:rPr lang="en-US" sz="2100" b="1" err="1">
                <a:solidFill>
                  <a:srgbClr val="0B2C4D"/>
                </a:solidFill>
                <a:latin typeface="Aptos Narrow" panose="020B0004020202020204" pitchFamily="34" charset="0"/>
                <a:ea typeface="Arial" pitchFamily="34" charset="-122"/>
                <a:cs typeface="Arial" pitchFamily="34" charset="-120"/>
              </a:rPr>
              <a:t>điện</a:t>
            </a:r>
            <a:r>
              <a:rPr lang="en-US" sz="2100" b="1">
                <a:solidFill>
                  <a:srgbClr val="0B2C4D"/>
                </a:solidFill>
                <a:latin typeface="Aptos Narrow" panose="020B0004020202020204" pitchFamily="34" charset="0"/>
                <a:ea typeface="Arial" pitchFamily="34" charset="-122"/>
                <a:cs typeface="Arial" pitchFamily="34" charset="-120"/>
              </a:rPr>
              <a:t> </a:t>
            </a:r>
            <a:r>
              <a:rPr lang="en-US" sz="2100" b="1" err="1">
                <a:solidFill>
                  <a:srgbClr val="0B2C4D"/>
                </a:solidFill>
                <a:latin typeface="Aptos Narrow" panose="020B0004020202020204" pitchFamily="34" charset="0"/>
                <a:ea typeface="Arial" pitchFamily="34" charset="-122"/>
                <a:cs typeface="Arial" pitchFamily="34" charset="-120"/>
              </a:rPr>
              <a:t>tử</a:t>
            </a:r>
            <a:r>
              <a:rPr lang="en-US" sz="2100" b="1">
                <a:solidFill>
                  <a:srgbClr val="0B2C4D"/>
                </a:solidFill>
                <a:latin typeface="Aptos Narrow" panose="020B0004020202020204" pitchFamily="34" charset="0"/>
                <a:ea typeface="Arial" pitchFamily="34" charset="-122"/>
                <a:cs typeface="Arial" pitchFamily="34" charset="-120"/>
              </a:rPr>
              <a:t> &amp; nhà đầu tư nước ngoài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ko-KR" altLang="en-US" sz="1300" b="1">
                <a:solidFill>
                  <a:srgbClr val="5B6B79"/>
                </a:solidFill>
                <a:latin typeface="Aptos Narrow" panose="020B0004020202020204" pitchFamily="34" charset="0"/>
                <a:ea typeface="NanumGothic" pitchFamily="34" charset="-122"/>
                <a:cs typeface="NanumGothic" pitchFamily="34" charset="-120"/>
              </a:rPr>
              <a:t>온라인 </a:t>
            </a:r>
            <a:r>
              <a:rPr lang="en-US" sz="1300" b="1" err="1">
                <a:solidFill>
                  <a:srgbClr val="5B6B79"/>
                </a:solidFill>
                <a:latin typeface="Aptos Narrow" panose="020B0004020202020204" pitchFamily="34" charset="0"/>
                <a:ea typeface="NanumGothic" pitchFamily="34" charset="-122"/>
                <a:cs typeface="NanumGothic" pitchFamily="34" charset="-120"/>
              </a:rPr>
              <a:t>인증</a:t>
            </a:r>
            <a:r>
              <a:rPr lang="en-US" sz="1300" b="1">
                <a:solidFill>
                  <a:srgbClr val="5B6B79"/>
                </a:solidFill>
                <a:latin typeface="Aptos Narrow" panose="020B0004020202020204" pitchFamily="34" charset="0"/>
                <a:ea typeface="NanumGothic" pitchFamily="34" charset="-122"/>
                <a:cs typeface="NanumGothic" pitchFamily="34" charset="-120"/>
              </a:rPr>
              <a:t> 및 외국인 투자자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Mở/đóng tài khoản GDCK &amp; tài khoản lưu ký chứng khoán: xác thực khớp đúng sinh trắc học (Điều 9) với cá nhân &amp; người đại diện hợp pháp của tổ chức; hợp đồng xác nhận bằng chữ ký số (khoản 1 Điều 12).</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증권계좌·예탁계좌 개설/해지: 개인 및 법인 대표자에 대해 생체정보 일치 인증(제9조); 계약은 전자서명으로 확인(제12조 제1항).</a:t>
            </a:r>
            <a:endParaRPr lang="en-US" sz="850">
              <a:latin typeface="Aptos Narrow" panose="020B0004020202020204" pitchFamily="34" charset="0"/>
            </a:endParaRPr>
          </a:p>
        </p:txBody>
      </p:sp>
      <p:sp>
        <p:nvSpPr>
          <p:cNvPr id="17" name="Shape 15"/>
          <p:cNvSpPr/>
          <p:nvPr/>
        </p:nvSpPr>
        <p:spPr>
          <a:xfrm>
            <a:off x="6446520" y="2048256"/>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8" name="Shape 16"/>
          <p:cNvSpPr/>
          <p:nvPr/>
        </p:nvSpPr>
        <p:spPr>
          <a:xfrm>
            <a:off x="6711696" y="2306574"/>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19" name="Shape 17"/>
          <p:cNvSpPr/>
          <p:nvPr/>
        </p:nvSpPr>
        <p:spPr>
          <a:xfrm>
            <a:off x="7178040" y="2048256"/>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30657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30657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717804"/>
          </a:xfrm>
          <a:prstGeom prst="rect">
            <a:avLst/>
          </a:prstGeom>
          <a:solidFill>
            <a:srgbClr val="FFFFFF"/>
          </a:solidFill>
          <a:ln w="6350">
            <a:solidFill>
              <a:srgbClr val="E2E8ED"/>
            </a:solidFill>
            <a:prstDash val="solid"/>
          </a:ln>
        </p:spPr>
        <p:txBody>
          <a:bodyPr lIns="91440" tIns="45720" rIns="91440" bIns="45720" anchor="t"/>
          <a:lstStyle/>
          <a:p>
            <a:pPr marL="285750" indent="-285750">
              <a:buFont typeface="Calibri"/>
              <a:buChar char="-"/>
            </a:pPr>
            <a:r>
              <a:rPr lang="en-US" sz="900">
                <a:latin typeface="Aptos Narrow"/>
              </a:rPr>
              <a:t>Quy trình mở TKCK có yêu cầu xác thực sinh trắc học (Liveness detect &amp; xác thực chân dung chủ giấy tờ)</a:t>
            </a:r>
            <a:endParaRPr lang="en-US"/>
          </a:p>
        </p:txBody>
      </p:sp>
      <p:sp>
        <p:nvSpPr>
          <p:cNvPr id="24" name="Shape 22"/>
          <p:cNvSpPr/>
          <p:nvPr/>
        </p:nvSpPr>
        <p:spPr>
          <a:xfrm>
            <a:off x="457200" y="2766060"/>
            <a:ext cx="59893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766060"/>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Giao dịch chứng khoán trực tuyến: áp dụng xác thực khớp đúng sinh trắc học (Điều 9); xác thực ít nhất với giao dịch đầu tiên mỗi phiên đăng nhập; xác thực &amp; giao dịch trên cùng một thiết bị (khoản 2 Điều 12).</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온라인 증권거래: 생체정보 일치 인증(제9조) 적용; 로그인 세션별 최초 거래 인증; 인증과 거래는 동일 기기에서 수행(제12조 제2항).</a:t>
            </a:r>
            <a:endParaRPr lang="en-US" sz="850">
              <a:latin typeface="Aptos Narrow" panose="020B0004020202020204" pitchFamily="34" charset="0"/>
            </a:endParaRPr>
          </a:p>
        </p:txBody>
      </p:sp>
      <p:sp>
        <p:nvSpPr>
          <p:cNvPr id="26" name="Shape 24"/>
          <p:cNvSpPr/>
          <p:nvPr/>
        </p:nvSpPr>
        <p:spPr>
          <a:xfrm>
            <a:off x="6446520" y="2766060"/>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7" name="Shape 25"/>
          <p:cNvSpPr/>
          <p:nvPr/>
        </p:nvSpPr>
        <p:spPr>
          <a:xfrm>
            <a:off x="6711696" y="3024378"/>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8" name="Shape 26"/>
          <p:cNvSpPr/>
          <p:nvPr/>
        </p:nvSpPr>
        <p:spPr>
          <a:xfrm>
            <a:off x="7178040" y="2766060"/>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024378"/>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30" name="Shape 28"/>
          <p:cNvSpPr/>
          <p:nvPr/>
        </p:nvSpPr>
        <p:spPr>
          <a:xfrm>
            <a:off x="7909560" y="2766060"/>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024378"/>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766060"/>
            <a:ext cx="3090672" cy="717804"/>
          </a:xfrm>
          <a:prstGeom prst="rect">
            <a:avLst/>
          </a:prstGeom>
          <a:solidFill>
            <a:srgbClr val="F4F7F9"/>
          </a:solidFill>
          <a:ln w="6350">
            <a:solidFill>
              <a:srgbClr val="E2E8ED"/>
            </a:solidFill>
            <a:prstDash val="solid"/>
          </a:ln>
        </p:spPr>
        <p:txBody>
          <a:bodyPr lIns="91440" tIns="45720" rIns="91440" bIns="45720" anchor="t"/>
          <a:lstStyle/>
          <a:p>
            <a:endParaRPr lang="en-US">
              <a:latin typeface="Aptos Narrow" panose="020B0004020202020204" pitchFamily="34" charset="0"/>
            </a:endParaRPr>
          </a:p>
        </p:txBody>
      </p:sp>
      <p:sp>
        <p:nvSpPr>
          <p:cNvPr id="33" name="Shape 31"/>
          <p:cNvSpPr/>
          <p:nvPr/>
        </p:nvSpPr>
        <p:spPr>
          <a:xfrm>
            <a:off x="457200" y="3483864"/>
            <a:ext cx="59893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603504" y="3483864"/>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Đặt lệnh qua điện thoại: KH dùng số điện thoại đã đăng ký + tối thiểu số định danh cá nhân &amp; thông tin xác thực yếu tố bí mật; chỉ thực hiện khi thông tin trùng khớp dữ liệu đã lưu (khoản 3 Điều 12).</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전화 주문: 등록된 전화번호 + 최소 개인식별번호 및 비밀요소 인증정보 사용; 등록·보관된 정보와 일치할 때만 거래 수행(제12조 제3항).</a:t>
            </a:r>
            <a:endParaRPr lang="en-US" sz="850">
              <a:latin typeface="Aptos Narrow" panose="020B0004020202020204" pitchFamily="34" charset="0"/>
            </a:endParaRPr>
          </a:p>
        </p:txBody>
      </p:sp>
      <p:sp>
        <p:nvSpPr>
          <p:cNvPr id="35" name="Shape 33"/>
          <p:cNvSpPr/>
          <p:nvPr/>
        </p:nvSpPr>
        <p:spPr>
          <a:xfrm>
            <a:off x="6446520" y="3483864"/>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6" name="Shape 34"/>
          <p:cNvSpPr/>
          <p:nvPr/>
        </p:nvSpPr>
        <p:spPr>
          <a:xfrm>
            <a:off x="6711696" y="374218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7" name="Shape 35"/>
          <p:cNvSpPr/>
          <p:nvPr/>
        </p:nvSpPr>
        <p:spPr>
          <a:xfrm>
            <a:off x="7178040" y="3483864"/>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8" name="Shape 36"/>
          <p:cNvSpPr/>
          <p:nvPr/>
        </p:nvSpPr>
        <p:spPr>
          <a:xfrm>
            <a:off x="7443216" y="374218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9" name="Shape 37"/>
          <p:cNvSpPr/>
          <p:nvPr/>
        </p:nvSpPr>
        <p:spPr>
          <a:xfrm>
            <a:off x="7909560" y="3483864"/>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8174736" y="374218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Shape 39"/>
          <p:cNvSpPr/>
          <p:nvPr/>
        </p:nvSpPr>
        <p:spPr>
          <a:xfrm>
            <a:off x="8641080" y="3483864"/>
            <a:ext cx="3090672"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2" name="Text 40"/>
          <p:cNvSpPr/>
          <p:nvPr/>
        </p:nvSpPr>
        <p:spPr>
          <a:xfrm>
            <a:off x="8714232" y="3483864"/>
            <a:ext cx="2944368" cy="717804"/>
          </a:xfrm>
          <a:prstGeom prst="rect">
            <a:avLst/>
          </a:prstGeom>
          <a:noFill/>
          <a:ln/>
        </p:spPr>
        <p:txBody>
          <a:bodyPr wrap="square" lIns="0" tIns="0" rIns="0" bIns="0" rtlCol="0" anchor="ctr"/>
          <a:lstStyle/>
          <a:p>
            <a:pPr marL="0" indent="0">
              <a:lnSpc>
                <a:spcPct val="95000"/>
              </a:lnSpc>
              <a:buNone/>
            </a:pPr>
            <a:r>
              <a:rPr lang="en-US" sz="700" i="1" err="1">
                <a:solidFill>
                  <a:srgbClr val="12436E"/>
                </a:solidFill>
                <a:latin typeface="Aptos Narrow"/>
                <a:ea typeface="Arial" pitchFamily="34" charset="-122"/>
                <a:cs typeface="Arial"/>
              </a:rPr>
              <a:t>Khoản</a:t>
            </a:r>
            <a:r>
              <a:rPr lang="en-US" sz="700" i="1">
                <a:solidFill>
                  <a:srgbClr val="12436E"/>
                </a:solidFill>
                <a:latin typeface="Aptos Narrow"/>
                <a:ea typeface="Arial" pitchFamily="34" charset="-122"/>
                <a:cs typeface="Arial"/>
              </a:rPr>
              <a:t> 3 </a:t>
            </a:r>
            <a:r>
              <a:rPr lang="en-US" sz="700" i="1" err="1">
                <a:solidFill>
                  <a:srgbClr val="12436E"/>
                </a:solidFill>
                <a:latin typeface="Aptos Narrow"/>
                <a:ea typeface="Arial" pitchFamily="34" charset="-122"/>
                <a:cs typeface="Arial"/>
              </a:rPr>
              <a:t>Điều</a:t>
            </a:r>
            <a:r>
              <a:rPr lang="en-US" sz="700" i="1">
                <a:solidFill>
                  <a:srgbClr val="12436E"/>
                </a:solidFill>
                <a:latin typeface="Aptos Narrow"/>
                <a:ea typeface="Arial" pitchFamily="34" charset="-122"/>
                <a:cs typeface="Arial"/>
              </a:rPr>
              <a:t> 12: </a:t>
            </a:r>
            <a:r>
              <a:rPr lang="en-US" sz="700" i="1" err="1">
                <a:solidFill>
                  <a:srgbClr val="12436E"/>
                </a:solidFill>
                <a:latin typeface="Aptos Narrow"/>
                <a:ea typeface="Arial" pitchFamily="34" charset="-122"/>
                <a:cs typeface="Arial"/>
              </a:rPr>
              <a:t>đặt</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lệnh</a:t>
            </a:r>
            <a:r>
              <a:rPr lang="en-US" sz="700" i="1">
                <a:solidFill>
                  <a:srgbClr val="12436E"/>
                </a:solidFill>
                <a:latin typeface="Aptos Narrow"/>
                <a:ea typeface="Arial" pitchFamily="34" charset="-122"/>
                <a:cs typeface="Arial"/>
              </a:rPr>
              <a:t> qua </a:t>
            </a:r>
            <a:r>
              <a:rPr lang="en-US" sz="700" i="1" err="1">
                <a:solidFill>
                  <a:srgbClr val="12436E"/>
                </a:solidFill>
                <a:latin typeface="Aptos Narrow"/>
                <a:ea typeface="Arial" pitchFamily="34" charset="-122"/>
                <a:cs typeface="Arial"/>
              </a:rPr>
              <a:t>điện</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thoại</a:t>
            </a:r>
            <a:r>
              <a:rPr lang="en-US" sz="700" i="1">
                <a:solidFill>
                  <a:srgbClr val="12436E"/>
                </a:solidFill>
                <a:latin typeface="Aptos Narrow"/>
                <a:ea typeface="Arial" pitchFamily="34" charset="-122"/>
                <a:cs typeface="Arial"/>
              </a:rPr>
              <a:t> — </a:t>
            </a:r>
            <a:r>
              <a:rPr lang="en-US" sz="700" i="1" err="1">
                <a:solidFill>
                  <a:srgbClr val="12436E"/>
                </a:solidFill>
                <a:latin typeface="Aptos Narrow"/>
                <a:ea typeface="Arial" pitchFamily="34" charset="-122"/>
                <a:cs typeface="Arial"/>
              </a:rPr>
              <a:t>giao</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dịch</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chỉ</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được</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thực</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hiện</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khi</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thông</a:t>
            </a:r>
            <a:r>
              <a:rPr lang="en-US" sz="700" i="1">
                <a:solidFill>
                  <a:srgbClr val="12436E"/>
                </a:solidFill>
                <a:latin typeface="Aptos Narrow"/>
                <a:ea typeface="Arial" pitchFamily="34" charset="-122"/>
                <a:cs typeface="Arial"/>
              </a:rPr>
              <a:t> tin KH </a:t>
            </a:r>
            <a:r>
              <a:rPr lang="en-US" sz="700" i="1" err="1">
                <a:solidFill>
                  <a:srgbClr val="12436E"/>
                </a:solidFill>
                <a:latin typeface="Aptos Narrow"/>
                <a:ea typeface="Arial" pitchFamily="34" charset="-122"/>
                <a:cs typeface="Arial"/>
              </a:rPr>
              <a:t>cung</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cấp</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trùng</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khớp</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với</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thông</a:t>
            </a:r>
            <a:r>
              <a:rPr lang="en-US" sz="700" i="1">
                <a:solidFill>
                  <a:srgbClr val="12436E"/>
                </a:solidFill>
                <a:latin typeface="Aptos Narrow"/>
                <a:ea typeface="Arial" pitchFamily="34" charset="-122"/>
                <a:cs typeface="Arial"/>
              </a:rPr>
              <a:t> tin </a:t>
            </a:r>
            <a:r>
              <a:rPr lang="en-US" sz="700" i="1" err="1">
                <a:solidFill>
                  <a:srgbClr val="12436E"/>
                </a:solidFill>
                <a:latin typeface="Aptos Narrow"/>
                <a:ea typeface="Arial" pitchFamily="34" charset="-122"/>
                <a:cs typeface="Arial"/>
              </a:rPr>
              <a:t>đã</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đăng</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ký</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và</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lưu</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trong</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hệ</a:t>
            </a:r>
            <a:r>
              <a:rPr lang="en-US" sz="700" i="1">
                <a:solidFill>
                  <a:srgbClr val="12436E"/>
                </a:solidFill>
                <a:latin typeface="Aptos Narrow"/>
                <a:ea typeface="Arial" pitchFamily="34" charset="-122"/>
                <a:cs typeface="Arial"/>
              </a:rPr>
              <a:t> </a:t>
            </a:r>
            <a:r>
              <a:rPr lang="en-US" sz="700" i="1" err="1">
                <a:solidFill>
                  <a:srgbClr val="12436E"/>
                </a:solidFill>
                <a:latin typeface="Aptos Narrow"/>
                <a:ea typeface="Arial" pitchFamily="34" charset="-122"/>
                <a:cs typeface="Arial"/>
              </a:rPr>
              <a:t>thống</a:t>
            </a:r>
            <a:r>
              <a:rPr lang="en-US" sz="700" i="1">
                <a:solidFill>
                  <a:srgbClr val="12436E"/>
                </a:solidFill>
                <a:latin typeface="Aptos Narrow"/>
                <a:ea typeface="Arial" pitchFamily="34" charset="-122"/>
                <a:cs typeface="Arial"/>
              </a:rPr>
              <a:t> GDTT.</a:t>
            </a:r>
            <a:endParaRPr lang="en-US" sz="700">
              <a:latin typeface="Aptos Narrow"/>
              <a:cs typeface="Arial"/>
            </a:endParaRPr>
          </a:p>
        </p:txBody>
      </p:sp>
      <p:sp>
        <p:nvSpPr>
          <p:cNvPr id="43" name="Shape 41"/>
          <p:cNvSpPr/>
          <p:nvPr/>
        </p:nvSpPr>
        <p:spPr>
          <a:xfrm>
            <a:off x="457200" y="4227795"/>
            <a:ext cx="59893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4" name="Text 42"/>
          <p:cNvSpPr/>
          <p:nvPr/>
        </p:nvSpPr>
        <p:spPr>
          <a:xfrm>
            <a:off x="603504" y="4201668"/>
            <a:ext cx="5733288" cy="717804"/>
          </a:xfrm>
          <a:prstGeom prst="rect">
            <a:avLst/>
          </a:prstGeom>
          <a:noFill/>
          <a:ln/>
        </p:spPr>
        <p:txBody>
          <a:bodyPr wrap="square" lIns="0" tIns="0" rIns="0" bIns="0" rtlCol="0" anchor="ctr"/>
          <a:lstStyle/>
          <a:p>
            <a:pPr>
              <a:lnSpc>
                <a:spcPct val="98000"/>
              </a:lnSpc>
            </a:pPr>
            <a:r>
              <a:rPr lang="en-US" sz="850" b="1">
                <a:solidFill>
                  <a:srgbClr val="1E2B38"/>
                </a:solidFill>
                <a:latin typeface="Aptos Narrow"/>
                <a:ea typeface="Arial" pitchFamily="34" charset="-122"/>
                <a:cs typeface="Arial"/>
              </a:rPr>
              <a:t>Rút/</a:t>
            </a:r>
            <a:r>
              <a:rPr lang="en-US" sz="850" b="1" err="1">
                <a:solidFill>
                  <a:srgbClr val="1E2B38"/>
                </a:solidFill>
                <a:latin typeface="Aptos Narrow"/>
                <a:ea typeface="Arial" pitchFamily="34" charset="-122"/>
                <a:cs typeface="Arial"/>
              </a:rPr>
              <a:t>chuyển</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tiền</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khỏi</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tài</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khoản</a:t>
            </a:r>
            <a:r>
              <a:rPr lang="en-US" sz="850" b="1">
                <a:solidFill>
                  <a:srgbClr val="1E2B38"/>
                </a:solidFill>
                <a:latin typeface="Aptos Narrow"/>
                <a:ea typeface="Arial" pitchFamily="34" charset="-122"/>
                <a:cs typeface="Arial"/>
              </a:rPr>
              <a:t> GDCK: &lt; 10 </a:t>
            </a:r>
            <a:r>
              <a:rPr lang="en-US" sz="850" b="1" err="1">
                <a:solidFill>
                  <a:srgbClr val="1E2B38"/>
                </a:solidFill>
                <a:latin typeface="Aptos Narrow"/>
                <a:ea typeface="Arial" pitchFamily="34" charset="-122"/>
                <a:cs typeface="Arial"/>
              </a:rPr>
              <a:t>triệu</a:t>
            </a:r>
            <a:r>
              <a:rPr lang="en-US" sz="850" b="1">
                <a:solidFill>
                  <a:srgbClr val="1E2B38"/>
                </a:solidFill>
                <a:latin typeface="Aptos Narrow"/>
                <a:ea typeface="Arial" pitchFamily="34" charset="-122"/>
                <a:cs typeface="Arial"/>
              </a:rPr>
              <a:t> VND </a:t>
            </a:r>
            <a:r>
              <a:rPr lang="en-US" sz="850" b="1" err="1">
                <a:solidFill>
                  <a:srgbClr val="1E2B38"/>
                </a:solidFill>
                <a:latin typeface="Aptos Narrow"/>
                <a:ea typeface="Arial" pitchFamily="34" charset="-122"/>
                <a:cs typeface="Arial"/>
              </a:rPr>
              <a:t>áp</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dụng</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tối</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thiểu</a:t>
            </a:r>
            <a:r>
              <a:rPr lang="en-US" sz="850" b="1">
                <a:solidFill>
                  <a:srgbClr val="1E2B38"/>
                </a:solidFill>
                <a:latin typeface="Aptos Narrow"/>
                <a:ea typeface="Arial" pitchFamily="34" charset="-122"/>
                <a:cs typeface="Arial"/>
              </a:rPr>
              <a:t> 1 </a:t>
            </a:r>
            <a:r>
              <a:rPr lang="en-US" sz="850" b="1" err="1">
                <a:solidFill>
                  <a:srgbClr val="1E2B38"/>
                </a:solidFill>
                <a:latin typeface="Aptos Narrow"/>
                <a:ea typeface="Arial" pitchFamily="34" charset="-122"/>
                <a:cs typeface="Arial"/>
              </a:rPr>
              <a:t>hình</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thức</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tại</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Điều</a:t>
            </a:r>
            <a:r>
              <a:rPr lang="en-US" sz="850" b="1">
                <a:solidFill>
                  <a:srgbClr val="1E2B38"/>
                </a:solidFill>
                <a:latin typeface="Aptos Narrow"/>
                <a:ea typeface="Arial" pitchFamily="34" charset="-122"/>
                <a:cs typeface="Arial"/>
              </a:rPr>
              <a:t> 7; ≥ 10 </a:t>
            </a:r>
            <a:r>
              <a:rPr lang="en-US" sz="850" b="1" err="1">
                <a:solidFill>
                  <a:srgbClr val="1E2B38"/>
                </a:solidFill>
                <a:latin typeface="Aptos Narrow"/>
                <a:ea typeface="Arial" pitchFamily="34" charset="-122"/>
                <a:cs typeface="Arial"/>
              </a:rPr>
              <a:t>triệu</a:t>
            </a:r>
            <a:r>
              <a:rPr lang="en-US" sz="850" b="1">
                <a:solidFill>
                  <a:srgbClr val="1E2B38"/>
                </a:solidFill>
                <a:latin typeface="Aptos Narrow"/>
                <a:ea typeface="Arial" pitchFamily="34" charset="-122"/>
                <a:cs typeface="Arial"/>
              </a:rPr>
              <a:t> VND </a:t>
            </a:r>
            <a:r>
              <a:rPr lang="en-US" sz="850" b="1" err="1">
                <a:solidFill>
                  <a:srgbClr val="1E2B38"/>
                </a:solidFill>
                <a:latin typeface="Aptos Narrow"/>
                <a:ea typeface="Arial" pitchFamily="34" charset="-122"/>
                <a:cs typeface="Arial"/>
              </a:rPr>
              <a:t>áp</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dụng</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tối</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thiểu</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hình</a:t>
            </a:r>
            <a:r>
              <a:rPr lang="en-US" sz="850" b="1">
                <a:solidFill>
                  <a:srgbClr val="1E2B38"/>
                </a:solidFill>
                <a:latin typeface="Aptos Narrow"/>
                <a:ea typeface="Arial" pitchFamily="34" charset="-122"/>
                <a:cs typeface="Arial"/>
              </a:rPr>
              <a:t> </a:t>
            </a:r>
            <a:r>
              <a:rPr lang="en-US" sz="850" b="1" err="1">
                <a:latin typeface="Aptos Narrow"/>
                <a:ea typeface="Arial" pitchFamily="34" charset="-122"/>
                <a:cs typeface="Arial"/>
              </a:rPr>
              <a:t>thức</a:t>
            </a:r>
            <a:r>
              <a:rPr lang="en-US" sz="850" b="1">
                <a:latin typeface="Aptos Narrow"/>
                <a:ea typeface="Arial" pitchFamily="34" charset="-122"/>
                <a:cs typeface="Arial"/>
              </a:rPr>
              <a:t> </a:t>
            </a:r>
            <a:r>
              <a:rPr lang="en-US" sz="850" b="1" err="1">
                <a:latin typeface="Aptos Narrow"/>
                <a:ea typeface="Arial" pitchFamily="34" charset="-122"/>
                <a:cs typeface="Arial"/>
              </a:rPr>
              <a:t>Xác</a:t>
            </a:r>
            <a:r>
              <a:rPr lang="en-US" sz="850" b="1">
                <a:latin typeface="Aptos Narrow"/>
                <a:ea typeface="Arial" pitchFamily="34" charset="-122"/>
                <a:cs typeface="Arial"/>
              </a:rPr>
              <a:t> </a:t>
            </a:r>
            <a:r>
              <a:rPr lang="en-US" sz="850" b="1" err="1">
                <a:latin typeface="Aptos Narrow"/>
                <a:ea typeface="Arial" pitchFamily="34" charset="-122"/>
                <a:cs typeface="Arial"/>
              </a:rPr>
              <a:t>thực</a:t>
            </a:r>
            <a:r>
              <a:rPr lang="en-US" sz="850" b="1">
                <a:latin typeface="Aptos Narrow"/>
                <a:ea typeface="Arial" pitchFamily="34" charset="-122"/>
                <a:cs typeface="Arial"/>
              </a:rPr>
              <a:t> </a:t>
            </a:r>
            <a:r>
              <a:rPr lang="en-US" sz="850" b="1" err="1">
                <a:latin typeface="Aptos Narrow"/>
                <a:ea typeface="Arial" pitchFamily="34" charset="-122"/>
                <a:cs typeface="Arial"/>
              </a:rPr>
              <a:t>khớp</a:t>
            </a:r>
            <a:r>
              <a:rPr lang="en-US" sz="850" b="1">
                <a:latin typeface="Aptos Narrow"/>
                <a:ea typeface="Arial" pitchFamily="34" charset="-122"/>
                <a:cs typeface="Arial"/>
              </a:rPr>
              <a:t> </a:t>
            </a:r>
            <a:r>
              <a:rPr lang="en-US" sz="850" b="1" err="1">
                <a:latin typeface="Aptos Narrow"/>
                <a:ea typeface="Arial" pitchFamily="34" charset="-122"/>
                <a:cs typeface="Arial"/>
              </a:rPr>
              <a:t>đúng</a:t>
            </a:r>
            <a:r>
              <a:rPr lang="en-US" sz="850" b="1">
                <a:latin typeface="Aptos Narrow"/>
                <a:ea typeface="Arial" pitchFamily="34" charset="-122"/>
                <a:cs typeface="Arial"/>
              </a:rPr>
              <a:t> </a:t>
            </a:r>
            <a:r>
              <a:rPr lang="en-US" sz="850" b="1" err="1">
                <a:latin typeface="Aptos Narrow"/>
                <a:ea typeface="Arial" pitchFamily="34" charset="-122"/>
                <a:cs typeface="Arial"/>
              </a:rPr>
              <a:t>thông</a:t>
            </a:r>
            <a:r>
              <a:rPr lang="en-US" sz="850" b="1">
                <a:latin typeface="Aptos Narrow"/>
                <a:ea typeface="Arial" pitchFamily="34" charset="-122"/>
                <a:cs typeface="Arial"/>
              </a:rPr>
              <a:t> tin </a:t>
            </a:r>
            <a:r>
              <a:rPr lang="en-US" sz="850" b="1" err="1">
                <a:latin typeface="Aptos Narrow"/>
                <a:ea typeface="Arial" pitchFamily="34" charset="-122"/>
                <a:cs typeface="Arial"/>
              </a:rPr>
              <a:t>sinh</a:t>
            </a:r>
            <a:r>
              <a:rPr lang="en-US" sz="850" b="1">
                <a:latin typeface="Aptos Narrow"/>
                <a:ea typeface="Arial" pitchFamily="34" charset="-122"/>
                <a:cs typeface="Arial"/>
              </a:rPr>
              <a:t> </a:t>
            </a:r>
            <a:r>
              <a:rPr lang="en-US" sz="850" b="1" err="1">
                <a:latin typeface="Aptos Narrow"/>
                <a:ea typeface="Arial" pitchFamily="34" charset="-122"/>
                <a:cs typeface="Arial"/>
              </a:rPr>
              <a:t>trắc</a:t>
            </a:r>
            <a:r>
              <a:rPr lang="en-US" sz="850" b="1">
                <a:latin typeface="Aptos Narrow"/>
                <a:ea typeface="Arial" pitchFamily="34" charset="-122"/>
                <a:cs typeface="Arial"/>
              </a:rPr>
              <a:t> </a:t>
            </a:r>
            <a:r>
              <a:rPr lang="en-US" sz="850" b="1" err="1">
                <a:latin typeface="Aptos Narrow"/>
                <a:ea typeface="Arial" pitchFamily="34" charset="-122"/>
                <a:cs typeface="Arial"/>
              </a:rPr>
              <a:t>học</a:t>
            </a:r>
            <a:r>
              <a:rPr lang="en-US" sz="850" b="1">
                <a:latin typeface="Aptos Narrow"/>
                <a:ea typeface="Arial" pitchFamily="34" charset="-122"/>
                <a:cs typeface="Arial"/>
              </a:rPr>
              <a:t>.</a:t>
            </a:r>
            <a:endParaRPr lang="en-US" sz="850">
              <a:latin typeface="Aptos Narrow" panose="020B0004020202020204" pitchFamily="34" charset="0"/>
            </a:endParaRPr>
          </a:p>
          <a:p>
            <a:pPr marL="0" indent="0">
              <a:lnSpc>
                <a:spcPct val="98000"/>
              </a:lnSpc>
              <a:buNone/>
            </a:pPr>
            <a:r>
              <a:rPr lang="en-US" sz="750" err="1">
                <a:solidFill>
                  <a:srgbClr val="5B6B79"/>
                </a:solidFill>
                <a:latin typeface="Aptos Narrow"/>
                <a:ea typeface="NanumGothic"/>
                <a:cs typeface="NanumGothic" pitchFamily="34" charset="-120"/>
              </a:rPr>
              <a:t>증권계좌</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출금·이체</a:t>
            </a:r>
            <a:r>
              <a:rPr lang="en-US" sz="750">
                <a:solidFill>
                  <a:srgbClr val="5B6B79"/>
                </a:solidFill>
                <a:latin typeface="Aptos Narrow"/>
                <a:ea typeface="NanumGothic"/>
                <a:cs typeface="NanumGothic" pitchFamily="34" charset="-120"/>
              </a:rPr>
              <a:t>: 1천만 VND </a:t>
            </a:r>
            <a:r>
              <a:rPr lang="en-US" sz="750" err="1">
                <a:solidFill>
                  <a:srgbClr val="5B6B79"/>
                </a:solidFill>
                <a:latin typeface="Aptos Narrow"/>
                <a:ea typeface="NanumGothic"/>
                <a:cs typeface="NanumGothic" pitchFamily="34" charset="-120"/>
              </a:rPr>
              <a:t>미만</a:t>
            </a:r>
            <a:r>
              <a:rPr lang="en-US" sz="750">
                <a:solidFill>
                  <a:srgbClr val="5B6B79"/>
                </a:solidFill>
                <a:latin typeface="Aptos Narrow"/>
                <a:ea typeface="NanumGothic"/>
                <a:cs typeface="NanumGothic" pitchFamily="34" charset="-120"/>
              </a:rPr>
              <a:t> 제7조 1가지 </a:t>
            </a:r>
            <a:r>
              <a:rPr lang="en-US" sz="750" err="1">
                <a:solidFill>
                  <a:srgbClr val="5B6B79"/>
                </a:solidFill>
                <a:latin typeface="Aptos Narrow"/>
                <a:ea typeface="NanumGothic"/>
                <a:cs typeface="NanumGothic" pitchFamily="34" charset="-120"/>
              </a:rPr>
              <a:t>이상</a:t>
            </a:r>
            <a:r>
              <a:rPr lang="en-US" sz="750">
                <a:solidFill>
                  <a:srgbClr val="5B6B79"/>
                </a:solidFill>
                <a:latin typeface="Aptos Narrow"/>
                <a:ea typeface="NanumGothic"/>
                <a:cs typeface="NanumGothic" pitchFamily="34" charset="-120"/>
              </a:rPr>
              <a:t>; 1천만 VND </a:t>
            </a:r>
            <a:r>
              <a:rPr lang="en-US" sz="750" err="1">
                <a:solidFill>
                  <a:srgbClr val="5B6B79"/>
                </a:solidFill>
                <a:latin typeface="Aptos Narrow"/>
                <a:ea typeface="NanumGothic"/>
                <a:cs typeface="NanumGothic" pitchFamily="34" charset="-120"/>
              </a:rPr>
              <a:t>이상</a:t>
            </a:r>
            <a:r>
              <a:rPr lang="en-US" sz="750">
                <a:solidFill>
                  <a:srgbClr val="5B6B79"/>
                </a:solidFill>
                <a:latin typeface="Aptos Narrow"/>
                <a:ea typeface="NanumGothic"/>
                <a:cs typeface="NanumGothic" pitchFamily="34" charset="-120"/>
              </a:rPr>
              <a:t> 제9조 (</a:t>
            </a:r>
            <a:r>
              <a:rPr lang="ko-KR" altLang="en-US" sz="750">
                <a:solidFill>
                  <a:srgbClr val="5B6B79"/>
                </a:solidFill>
                <a:latin typeface="Aptos Narrow"/>
                <a:ea typeface="NanumGothic"/>
                <a:cs typeface="NanumGothic" pitchFamily="34" charset="-120"/>
              </a:rPr>
              <a:t>생체인식</a:t>
            </a:r>
            <a:r>
              <a:rPr lang="en-US" altLang="ko-KR" sz="750">
                <a:solidFill>
                  <a:srgbClr val="5B6B79"/>
                </a:solidFill>
                <a:latin typeface="Aptos Narrow"/>
                <a:ea typeface="NanumGothic"/>
                <a:cs typeface="NanumGothic" pitchFamily="34" charset="-120"/>
              </a:rPr>
              <a:t>)</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인증</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적용</a:t>
            </a:r>
            <a:r>
              <a:rPr lang="en-US" sz="750">
                <a:solidFill>
                  <a:srgbClr val="5B6B79"/>
                </a:solidFill>
                <a:latin typeface="Aptos Narrow"/>
                <a:ea typeface="NanumGothic"/>
                <a:cs typeface="NanumGothic" pitchFamily="34" charset="-120"/>
              </a:rPr>
              <a:t>(제12조 제4항).</a:t>
            </a:r>
            <a:endParaRPr lang="en-US" sz="750">
              <a:latin typeface="Aptos Narrow"/>
              <a:ea typeface="NanumGothic"/>
            </a:endParaRPr>
          </a:p>
        </p:txBody>
      </p:sp>
      <p:sp>
        <p:nvSpPr>
          <p:cNvPr id="45" name="Shape 43"/>
          <p:cNvSpPr/>
          <p:nvPr/>
        </p:nvSpPr>
        <p:spPr>
          <a:xfrm>
            <a:off x="6446520" y="4201668"/>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6" name="Shape 44"/>
          <p:cNvSpPr/>
          <p:nvPr/>
        </p:nvSpPr>
        <p:spPr>
          <a:xfrm>
            <a:off x="6711696" y="445998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7" name="Shape 45"/>
          <p:cNvSpPr/>
          <p:nvPr/>
        </p:nvSpPr>
        <p:spPr>
          <a:xfrm>
            <a:off x="7178040" y="4201668"/>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8" name="Shape 46"/>
          <p:cNvSpPr/>
          <p:nvPr/>
        </p:nvSpPr>
        <p:spPr>
          <a:xfrm>
            <a:off x="7443216" y="445998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9" name="Shape 47"/>
          <p:cNvSpPr/>
          <p:nvPr/>
        </p:nvSpPr>
        <p:spPr>
          <a:xfrm>
            <a:off x="7909560" y="4201668"/>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0" name="Shape 48"/>
          <p:cNvSpPr/>
          <p:nvPr/>
        </p:nvSpPr>
        <p:spPr>
          <a:xfrm>
            <a:off x="8174736" y="4459986"/>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51" name="Shape 49"/>
          <p:cNvSpPr/>
          <p:nvPr/>
        </p:nvSpPr>
        <p:spPr>
          <a:xfrm>
            <a:off x="8641080" y="4201668"/>
            <a:ext cx="3090672"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2" name="Text 50"/>
          <p:cNvSpPr/>
          <p:nvPr/>
        </p:nvSpPr>
        <p:spPr>
          <a:xfrm>
            <a:off x="8714232" y="4201668"/>
            <a:ext cx="2944368" cy="717804"/>
          </a:xfrm>
          <a:prstGeom prst="rect">
            <a:avLst/>
          </a:prstGeom>
          <a:noFill/>
          <a:ln/>
        </p:spPr>
        <p:txBody>
          <a:bodyPr wrap="square" lIns="0" tIns="0" rIns="0" bIns="0" rtlCol="0" anchor="ctr"/>
          <a:lstStyle/>
          <a:p>
            <a:pPr marL="0" indent="0">
              <a:lnSpc>
                <a:spcPct val="95000"/>
              </a:lnSpc>
              <a:buNone/>
            </a:pPr>
            <a:r>
              <a:rPr lang="en-US" sz="700" i="1">
                <a:solidFill>
                  <a:srgbClr val="12436E"/>
                </a:solidFill>
                <a:latin typeface="Aptos Narrow"/>
                <a:ea typeface="Arial" pitchFamily="34" charset="-122"/>
                <a:cs typeface="Arial"/>
              </a:rPr>
              <a:t>Khoản 5 Điều 12: với giao dịch không thuộc các khoản trên (1-4) điều 12, tổ chức phân loại &amp; đánh giá mức độ rủi ro để thỏa thuận với KH hình thức xác thực phù hợp, áp dụng theo một trong các hình thức tại Điều 7.</a:t>
            </a:r>
            <a:endParaRPr lang="en-US" sz="700">
              <a:latin typeface="Aptos Narrow"/>
              <a:cs typeface="Arial"/>
            </a:endParaRPr>
          </a:p>
        </p:txBody>
      </p:sp>
      <p:sp>
        <p:nvSpPr>
          <p:cNvPr id="53" name="Shape 51"/>
          <p:cNvSpPr/>
          <p:nvPr/>
        </p:nvSpPr>
        <p:spPr>
          <a:xfrm>
            <a:off x="457200" y="4919472"/>
            <a:ext cx="59893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4" name="Text 52"/>
          <p:cNvSpPr/>
          <p:nvPr/>
        </p:nvSpPr>
        <p:spPr>
          <a:xfrm>
            <a:off x="603504" y="4919472"/>
            <a:ext cx="5733288" cy="717804"/>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Nhà đầu tư nước ngoài cư trú tại Việt Nam: mở, sử dụng, đóng tài khoản GDCK &amp; lưu ký theo Điều 12 (khoản 1 Điều 13).</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베트남 거주 외국인 투자자: 제12조에 따라 증권·예탁계좌 개설·이용·해지(제13조 제1항).</a:t>
            </a:r>
            <a:endParaRPr lang="en-US" sz="850">
              <a:latin typeface="Aptos Narrow" panose="020B0004020202020204" pitchFamily="34" charset="0"/>
            </a:endParaRPr>
          </a:p>
        </p:txBody>
      </p:sp>
      <p:sp>
        <p:nvSpPr>
          <p:cNvPr id="55" name="Shape 53"/>
          <p:cNvSpPr/>
          <p:nvPr/>
        </p:nvSpPr>
        <p:spPr>
          <a:xfrm>
            <a:off x="6446520" y="4919472"/>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6" name="Shape 54"/>
          <p:cNvSpPr/>
          <p:nvPr/>
        </p:nvSpPr>
        <p:spPr>
          <a:xfrm>
            <a:off x="6711696" y="5177790"/>
            <a:ext cx="201168" cy="201168"/>
          </a:xfrm>
          <a:prstGeom prst="rect">
            <a:avLst/>
          </a:prstGeom>
          <a:solidFill>
            <a:srgbClr val="FFFFFF"/>
          </a:solidFill>
          <a:ln w="15240">
            <a:solidFill>
              <a:srgbClr val="0E8C8B"/>
            </a:solidFill>
            <a:prstDash val="solid"/>
          </a:ln>
        </p:spPr>
        <p:txBody>
          <a:bodyPr lIns="91440" tIns="45720" rIns="91440" bIns="45720" anchor="t"/>
          <a:lstStyle/>
          <a:p>
            <a:r>
              <a:rPr lang="en-US" sz="900">
                <a:latin typeface="Aptos Narrow"/>
              </a:rPr>
              <a:t>x</a:t>
            </a:r>
          </a:p>
        </p:txBody>
      </p:sp>
      <p:sp>
        <p:nvSpPr>
          <p:cNvPr id="57" name="Shape 55"/>
          <p:cNvSpPr/>
          <p:nvPr/>
        </p:nvSpPr>
        <p:spPr>
          <a:xfrm>
            <a:off x="7178040" y="4919472"/>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8" name="Shape 56"/>
          <p:cNvSpPr/>
          <p:nvPr/>
        </p:nvSpPr>
        <p:spPr>
          <a:xfrm>
            <a:off x="7443216" y="5177790"/>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9" name="Shape 57"/>
          <p:cNvSpPr/>
          <p:nvPr/>
        </p:nvSpPr>
        <p:spPr>
          <a:xfrm>
            <a:off x="7909560" y="4919472"/>
            <a:ext cx="731520" cy="717804"/>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0" name="Shape 58"/>
          <p:cNvSpPr/>
          <p:nvPr/>
        </p:nvSpPr>
        <p:spPr>
          <a:xfrm>
            <a:off x="8174736" y="5177790"/>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1" name="Shape 59"/>
          <p:cNvSpPr/>
          <p:nvPr/>
        </p:nvSpPr>
        <p:spPr>
          <a:xfrm>
            <a:off x="8641080" y="4919472"/>
            <a:ext cx="3090672" cy="717804"/>
          </a:xfrm>
          <a:prstGeom prst="rect">
            <a:avLst/>
          </a:prstGeom>
          <a:solidFill>
            <a:srgbClr val="FFFFFF"/>
          </a:solidFill>
          <a:ln w="6350">
            <a:solidFill>
              <a:srgbClr val="E2E8ED"/>
            </a:solidFill>
            <a:prstDash val="solid"/>
          </a:ln>
        </p:spPr>
        <p:txBody>
          <a:bodyPr/>
          <a:lstStyle/>
          <a:p>
            <a:r>
              <a:rPr lang="en-US" sz="740" i="1" err="1">
                <a:solidFill>
                  <a:srgbClr val="12436E"/>
                </a:solidFill>
                <a:latin typeface="Aptos Narrow" panose="020B0004020202020204" pitchFamily="34" charset="0"/>
                <a:cs typeface="Arial" pitchFamily="34" charset="-120"/>
              </a:rPr>
              <a:t>Tương</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tự</a:t>
            </a:r>
            <a:r>
              <a:rPr lang="en-US" sz="740" i="1">
                <a:solidFill>
                  <a:srgbClr val="12436E"/>
                </a:solidFill>
                <a:latin typeface="Aptos Narrow" panose="020B0004020202020204" pitchFamily="34" charset="0"/>
                <a:cs typeface="Arial" pitchFamily="34" charset="-120"/>
              </a:rPr>
              <a:t> NĐT </a:t>
            </a:r>
            <a:r>
              <a:rPr lang="en-US" sz="740" i="1" err="1">
                <a:solidFill>
                  <a:srgbClr val="12436E"/>
                </a:solidFill>
                <a:latin typeface="Aptos Narrow" panose="020B0004020202020204" pitchFamily="34" charset="0"/>
                <a:cs typeface="Arial" pitchFamily="34" charset="-120"/>
              </a:rPr>
              <a:t>trong</a:t>
            </a:r>
            <a:r>
              <a:rPr lang="en-US" sz="740" i="1">
                <a:solidFill>
                  <a:srgbClr val="12436E"/>
                </a:solidFill>
                <a:latin typeface="Aptos Narrow" panose="020B0004020202020204" pitchFamily="34" charset="0"/>
                <a:cs typeface="Arial" pitchFamily="34" charset="-120"/>
              </a:rPr>
              <a:t> </a:t>
            </a:r>
            <a:r>
              <a:rPr lang="en-US" sz="740" i="1" err="1">
                <a:solidFill>
                  <a:srgbClr val="12436E"/>
                </a:solidFill>
                <a:latin typeface="Aptos Narrow" panose="020B0004020202020204" pitchFamily="34" charset="0"/>
                <a:cs typeface="Arial" pitchFamily="34" charset="-120"/>
              </a:rPr>
              <a:t>nước</a:t>
            </a:r>
            <a:endParaRPr lang="en-US" sz="740" i="1">
              <a:solidFill>
                <a:srgbClr val="12436E"/>
              </a:solidFill>
              <a:latin typeface="Aptos Narrow" panose="020B0004020202020204" pitchFamily="34" charset="0"/>
              <a:cs typeface="Arial" pitchFamily="34" charset="-120"/>
            </a:endParaRPr>
          </a:p>
        </p:txBody>
      </p:sp>
      <p:sp>
        <p:nvSpPr>
          <p:cNvPr id="62" name="Shape 60"/>
          <p:cNvSpPr/>
          <p:nvPr/>
        </p:nvSpPr>
        <p:spPr>
          <a:xfrm>
            <a:off x="457200" y="5637276"/>
            <a:ext cx="59893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3" name="Text 61"/>
          <p:cNvSpPr/>
          <p:nvPr/>
        </p:nvSpPr>
        <p:spPr>
          <a:xfrm>
            <a:off x="603504" y="5637276"/>
            <a:ext cx="5733288" cy="717804"/>
          </a:xfrm>
          <a:prstGeom prst="rect">
            <a:avLst/>
          </a:prstGeom>
          <a:noFill/>
          <a:ln/>
        </p:spPr>
        <p:txBody>
          <a:bodyPr wrap="square" lIns="0" tIns="0" rIns="0" bIns="0" rtlCol="0" anchor="ctr"/>
          <a:lstStyle/>
          <a:p>
            <a:pPr>
              <a:lnSpc>
                <a:spcPct val="98000"/>
              </a:lnSpc>
            </a:pPr>
            <a:r>
              <a:rPr lang="en-US" sz="850" b="1">
                <a:solidFill>
                  <a:srgbClr val="1E2B38"/>
                </a:solidFill>
                <a:latin typeface="Aptos Narrow"/>
                <a:ea typeface="Arial" pitchFamily="34" charset="-122"/>
                <a:cs typeface="Arial"/>
              </a:rPr>
              <a:t>Nhà </a:t>
            </a:r>
            <a:r>
              <a:rPr lang="en-US" sz="850" b="1" err="1">
                <a:solidFill>
                  <a:srgbClr val="1E2B38"/>
                </a:solidFill>
                <a:latin typeface="Aptos Narrow"/>
                <a:ea typeface="Arial" pitchFamily="34" charset="-122"/>
                <a:cs typeface="Arial"/>
              </a:rPr>
              <a:t>đầu</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tư</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nước</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ngoài</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không</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cư</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trú</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ủy</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quyền</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cho</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tổ</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chức</a:t>
            </a:r>
            <a:r>
              <a:rPr lang="en-US" sz="850" b="1">
                <a:solidFill>
                  <a:srgbClr val="1E2B38"/>
                </a:solidFill>
                <a:latin typeface="Aptos Narrow"/>
                <a:ea typeface="Arial" pitchFamily="34" charset="-122"/>
                <a:cs typeface="Arial"/>
              </a:rPr>
              <a:t> KDCK </a:t>
            </a:r>
            <a:r>
              <a:rPr lang="en-US" sz="850" b="1" err="1">
                <a:solidFill>
                  <a:srgbClr val="1E2B38"/>
                </a:solidFill>
                <a:latin typeface="Aptos Narrow"/>
                <a:ea typeface="Arial" pitchFamily="34" charset="-122"/>
                <a:cs typeface="Arial"/>
              </a:rPr>
              <a:t>nước</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ngoài</a:t>
            </a:r>
            <a:r>
              <a:rPr lang="en-US" sz="850" b="1">
                <a:solidFill>
                  <a:srgbClr val="1E2B38"/>
                </a:solidFill>
                <a:latin typeface="Aptos Narrow"/>
                <a:ea typeface="Arial" pitchFamily="34" charset="-122"/>
                <a:cs typeface="Arial"/>
              </a:rPr>
              <a:t>/</a:t>
            </a:r>
            <a:r>
              <a:rPr lang="en-US" sz="850" b="1" err="1">
                <a:solidFill>
                  <a:srgbClr val="1E2B38"/>
                </a:solidFill>
                <a:latin typeface="Aptos Narrow"/>
                <a:ea typeface="Arial" pitchFamily="34" charset="-122"/>
                <a:cs typeface="Arial"/>
              </a:rPr>
              <a:t>tổ</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chức</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có</a:t>
            </a:r>
            <a:r>
              <a:rPr lang="en-US" sz="850" b="1">
                <a:solidFill>
                  <a:srgbClr val="1E2B38"/>
                </a:solidFill>
                <a:latin typeface="Aptos Narrow"/>
                <a:ea typeface="Arial" pitchFamily="34" charset="-122"/>
                <a:cs typeface="Arial"/>
              </a:rPr>
              <a:t> HĐ </a:t>
            </a:r>
            <a:r>
              <a:rPr lang="en-US" sz="850" b="1" err="1">
                <a:solidFill>
                  <a:srgbClr val="1E2B38"/>
                </a:solidFill>
                <a:latin typeface="Aptos Narrow"/>
                <a:ea typeface="Arial" pitchFamily="34" charset="-122"/>
                <a:cs typeface="Arial"/>
              </a:rPr>
              <a:t>dịch</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vụ</a:t>
            </a:r>
            <a:r>
              <a:rPr lang="en-US" sz="850" b="1">
                <a:solidFill>
                  <a:srgbClr val="1E2B38"/>
                </a:solidFill>
                <a:latin typeface="Aptos Narrow"/>
                <a:ea typeface="Arial" pitchFamily="34" charset="-122"/>
                <a:cs typeface="Arial"/>
              </a:rPr>
              <a:t>.</a:t>
            </a:r>
          </a:p>
          <a:p>
            <a:pPr>
              <a:lnSpc>
                <a:spcPct val="98000"/>
              </a:lnSpc>
            </a:pPr>
            <a:r>
              <a:rPr lang="en-US" sz="850" b="1">
                <a:solidFill>
                  <a:srgbClr val="1E2B38"/>
                </a:solidFill>
                <a:latin typeface="Aptos Narrow"/>
                <a:ea typeface="Arial" pitchFamily="34" charset="-122"/>
                <a:cs typeface="Arial"/>
              </a:rPr>
              <a:t>Phải  </a:t>
            </a:r>
            <a:r>
              <a:rPr lang="en-US" sz="850" b="1" err="1">
                <a:solidFill>
                  <a:srgbClr val="1E2B38"/>
                </a:solidFill>
                <a:latin typeface="Aptos Narrow"/>
                <a:ea typeface="Arial" pitchFamily="34" charset="-122"/>
                <a:cs typeface="Arial"/>
              </a:rPr>
              <a:t>nhận</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biết</a:t>
            </a:r>
            <a:r>
              <a:rPr lang="en-US" sz="850" b="1">
                <a:solidFill>
                  <a:srgbClr val="1E2B38"/>
                </a:solidFill>
                <a:latin typeface="Aptos Narrow"/>
                <a:ea typeface="Arial" pitchFamily="34" charset="-122"/>
                <a:cs typeface="Arial"/>
              </a:rPr>
              <a:t> KH &amp; </a:t>
            </a:r>
            <a:r>
              <a:rPr lang="en-US" sz="850" b="1" err="1">
                <a:solidFill>
                  <a:srgbClr val="1E2B38"/>
                </a:solidFill>
                <a:latin typeface="Aptos Narrow"/>
                <a:ea typeface="Arial" pitchFamily="34" charset="-122"/>
                <a:cs typeface="Arial"/>
              </a:rPr>
              <a:t>tổ</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chức</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được</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ủy</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quyền</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theo</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pháp</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luật</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phòng</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chống</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rửa</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tiền</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khoản</a:t>
            </a:r>
            <a:r>
              <a:rPr lang="en-US" sz="850" b="1">
                <a:solidFill>
                  <a:srgbClr val="1E2B38"/>
                </a:solidFill>
                <a:latin typeface="Aptos Narrow"/>
                <a:ea typeface="Arial" pitchFamily="34" charset="-122"/>
                <a:cs typeface="Arial"/>
              </a:rPr>
              <a:t> 2, 3, 4 </a:t>
            </a:r>
            <a:r>
              <a:rPr lang="en-US" sz="850" b="1" err="1">
                <a:solidFill>
                  <a:srgbClr val="1E2B38"/>
                </a:solidFill>
                <a:latin typeface="Aptos Narrow"/>
                <a:ea typeface="Arial" pitchFamily="34" charset="-122"/>
                <a:cs typeface="Arial"/>
              </a:rPr>
              <a:t>Điều</a:t>
            </a:r>
            <a:r>
              <a:rPr lang="en-US" sz="850" b="1">
                <a:solidFill>
                  <a:srgbClr val="1E2B38"/>
                </a:solidFill>
                <a:latin typeface="Aptos Narrow"/>
                <a:ea typeface="Arial" pitchFamily="34" charset="-122"/>
                <a:cs typeface="Arial"/>
              </a:rPr>
              <a:t> 13).</a:t>
            </a:r>
            <a:endParaRPr lang="en-US" sz="850">
              <a:latin typeface="Aptos Narrow"/>
              <a:cs typeface="Arial"/>
            </a:endParaRPr>
          </a:p>
          <a:p>
            <a:pPr marL="0" indent="0">
              <a:lnSpc>
                <a:spcPct val="98000"/>
              </a:lnSpc>
              <a:buNone/>
            </a:pPr>
            <a:r>
              <a:rPr lang="en-US" sz="750" err="1">
                <a:solidFill>
                  <a:srgbClr val="5B6B79"/>
                </a:solidFill>
                <a:latin typeface="Aptos Narrow"/>
                <a:ea typeface="NanumGothic"/>
                <a:cs typeface="NanumGothic" pitchFamily="34" charset="-120"/>
              </a:rPr>
              <a:t>비거주</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외국인</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투자자</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외국</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증권사</a:t>
            </a:r>
            <a:r>
              <a:rPr lang="en-US" sz="750">
                <a:solidFill>
                  <a:srgbClr val="5B6B79"/>
                </a:solidFill>
                <a:latin typeface="Aptos Narrow"/>
                <a:ea typeface="NanumGothic"/>
                <a:cs typeface="NanumGothic" pitchFamily="34" charset="-120"/>
              </a:rPr>
              <a:t>/</a:t>
            </a:r>
            <a:r>
              <a:rPr lang="en-US" sz="750" err="1">
                <a:solidFill>
                  <a:srgbClr val="5B6B79"/>
                </a:solidFill>
                <a:latin typeface="Aptos Narrow"/>
                <a:ea typeface="NanumGothic"/>
                <a:cs typeface="NanumGothic" pitchFamily="34" charset="-120"/>
              </a:rPr>
              <a:t>서비스</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계약</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기관에</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위임</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서비스</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제공기관은</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자금세탁방지법에</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따라</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고객</a:t>
            </a:r>
            <a:r>
              <a:rPr lang="en-US" sz="750">
                <a:solidFill>
                  <a:srgbClr val="5B6B79"/>
                </a:solidFill>
                <a:latin typeface="Aptos Narrow"/>
                <a:ea typeface="NanumGothic"/>
                <a:cs typeface="NanumGothic" pitchFamily="34" charset="-120"/>
              </a:rPr>
              <a:t> 및 </a:t>
            </a:r>
            <a:r>
              <a:rPr lang="en-US" sz="750" err="1">
                <a:solidFill>
                  <a:srgbClr val="5B6B79"/>
                </a:solidFill>
                <a:latin typeface="Aptos Narrow"/>
                <a:ea typeface="NanumGothic"/>
                <a:cs typeface="NanumGothic" pitchFamily="34" charset="-120"/>
              </a:rPr>
              <a:t>수임기관</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확인</a:t>
            </a:r>
            <a:r>
              <a:rPr lang="en-US" sz="750">
                <a:solidFill>
                  <a:srgbClr val="5B6B79"/>
                </a:solidFill>
                <a:latin typeface="Aptos Narrow"/>
                <a:ea typeface="NanumGothic"/>
                <a:cs typeface="NanumGothic" pitchFamily="34" charset="-120"/>
              </a:rPr>
              <a:t>(제13조 제2·3·4항).</a:t>
            </a:r>
            <a:endParaRPr lang="en-US" sz="750">
              <a:latin typeface="Aptos Narrow"/>
              <a:ea typeface="NanumGothic"/>
            </a:endParaRPr>
          </a:p>
        </p:txBody>
      </p:sp>
      <p:sp>
        <p:nvSpPr>
          <p:cNvPr id="64" name="Shape 62"/>
          <p:cNvSpPr/>
          <p:nvPr/>
        </p:nvSpPr>
        <p:spPr>
          <a:xfrm>
            <a:off x="6446520" y="5637276"/>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5" name="Shape 63"/>
          <p:cNvSpPr/>
          <p:nvPr/>
        </p:nvSpPr>
        <p:spPr>
          <a:xfrm>
            <a:off x="6711696" y="589559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6" name="Shape 64"/>
          <p:cNvSpPr/>
          <p:nvPr/>
        </p:nvSpPr>
        <p:spPr>
          <a:xfrm>
            <a:off x="7178040" y="5637276"/>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7" name="Shape 65"/>
          <p:cNvSpPr/>
          <p:nvPr/>
        </p:nvSpPr>
        <p:spPr>
          <a:xfrm>
            <a:off x="7443216" y="589559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8" name="Shape 66"/>
          <p:cNvSpPr/>
          <p:nvPr/>
        </p:nvSpPr>
        <p:spPr>
          <a:xfrm>
            <a:off x="7909560" y="5637276"/>
            <a:ext cx="731520"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9" name="Shape 67"/>
          <p:cNvSpPr/>
          <p:nvPr/>
        </p:nvSpPr>
        <p:spPr>
          <a:xfrm>
            <a:off x="8174736" y="589559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70" name="Shape 68"/>
          <p:cNvSpPr/>
          <p:nvPr/>
        </p:nvSpPr>
        <p:spPr>
          <a:xfrm>
            <a:off x="8641080" y="5637276"/>
            <a:ext cx="3090672" cy="717804"/>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71" name="Text 69"/>
          <p:cNvSpPr/>
          <p:nvPr/>
        </p:nvSpPr>
        <p:spPr>
          <a:xfrm>
            <a:off x="8714232" y="5637276"/>
            <a:ext cx="2944368" cy="717804"/>
          </a:xfrm>
          <a:prstGeom prst="rect">
            <a:avLst/>
          </a:prstGeom>
          <a:noFill/>
          <a:ln/>
        </p:spPr>
        <p:txBody>
          <a:bodyPr wrap="square" lIns="0" tIns="0" rIns="0" bIns="0" rtlCol="0" anchor="ctr"/>
          <a:lstStyle/>
          <a:p>
            <a:pPr marL="0" indent="0">
              <a:lnSpc>
                <a:spcPct val="95000"/>
              </a:lnSpc>
              <a:buNone/>
            </a:pPr>
            <a:r>
              <a:rPr lang="en-US" sz="740" i="1" err="1">
                <a:solidFill>
                  <a:srgbClr val="12436E"/>
                </a:solidFill>
                <a:latin typeface="Aptos Narrow" panose="020B0004020202020204" pitchFamily="34" charset="0"/>
                <a:ea typeface="Arial" pitchFamily="34" charset="-122"/>
                <a:cs typeface="Arial" pitchFamily="34" charset="-120"/>
              </a:rPr>
              <a:t>Điều</a:t>
            </a:r>
            <a:r>
              <a:rPr lang="en-US" sz="740" i="1">
                <a:solidFill>
                  <a:srgbClr val="12436E"/>
                </a:solidFill>
                <a:latin typeface="Aptos Narrow" panose="020B0004020202020204" pitchFamily="34" charset="0"/>
                <a:ea typeface="Arial" pitchFamily="34" charset="-122"/>
                <a:cs typeface="Arial" pitchFamily="34" charset="-120"/>
              </a:rPr>
              <a:t> 13: (K3) Không áp dụng điểm a,b K8 Đ5; Đ9; điểm b K1 Đ12; K4 Đ12 — dùng xác nhận điện tử thể hiện sự chấp thuận, kiểm tra hợp pháp/hợp lệ &amp; nhận biết KH theo PCRT. (K4) Nhận lệnh qua hệ thống truyền lệnh trung gian: kênh truyền riêng, giao thức FIX hoặc tương đương, có quy trình tiếp nhận-kiểm tra-xử lý lệnh.</a:t>
            </a:r>
            <a:endParaRPr lang="en-US" sz="740">
              <a:latin typeface="Aptos Narrow" panose="020B0004020202020204" pitchFamily="34" charset="0"/>
            </a:endParaRPr>
          </a:p>
        </p:txBody>
      </p:sp>
      <p:sp>
        <p:nvSpPr>
          <p:cNvPr id="72" name="Text 70"/>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73" name="Text 71"/>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5</a:t>
            </a:r>
            <a:endParaRPr lang="en-US" sz="900">
              <a:latin typeface="Aptos Narrow"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chemeClr val="bg2"/>
        </a:solidFill>
        <a:effectLst/>
      </p:bgPr>
    </p:bg>
    <p:spTree>
      <p:nvGrpSpPr>
        <p:cNvPr id="1" name=""/>
        <p:cNvGrpSpPr/>
        <p:nvPr/>
      </p:nvGrpSpPr>
      <p:grpSpPr>
        <a:xfrm>
          <a:off x="0" y="0"/>
          <a:ext cx="0" cy="0"/>
          <a:chOff x="0" y="0"/>
          <a:chExt cx="0" cy="0"/>
        </a:xfrm>
      </p:grpSpPr>
      <p:sp>
        <p:nvSpPr>
          <p:cNvPr id="4" name="Text 2"/>
          <p:cNvSpPr/>
          <p:nvPr/>
        </p:nvSpPr>
        <p:spPr>
          <a:xfrm>
            <a:off x="822960" y="1371600"/>
            <a:ext cx="10058400" cy="457200"/>
          </a:xfrm>
          <a:prstGeom prst="rect">
            <a:avLst/>
          </a:prstGeom>
          <a:noFill/>
          <a:ln/>
        </p:spPr>
        <p:txBody>
          <a:bodyPr wrap="square" lIns="0" tIns="0" rIns="0" bIns="0" rtlCol="0" anchor="ctr"/>
          <a:lstStyle/>
          <a:p>
            <a:pPr marL="0" indent="0">
              <a:buNone/>
            </a:pPr>
            <a:r>
              <a:rPr lang="en-US" sz="1500" b="1" kern="0" spc="100">
                <a:latin typeface="Arial" pitchFamily="34" charset="0"/>
                <a:ea typeface="Arial" pitchFamily="34" charset="-122"/>
                <a:cs typeface="Arial" pitchFamily="34" charset="-120"/>
              </a:rPr>
              <a:t>MỤC 2 · </a:t>
            </a:r>
            <a:r>
              <a:rPr lang="en-US" sz="1500" b="1" kern="0" spc="100">
                <a:latin typeface="NanumGothic" pitchFamily="34" charset="0"/>
                <a:ea typeface="NanumGothic" pitchFamily="34" charset="-122"/>
                <a:cs typeface="NanumGothic" pitchFamily="34" charset="-120"/>
              </a:rPr>
              <a:t>제2절</a:t>
            </a:r>
            <a:endParaRPr lang="en-US" sz="1500"/>
          </a:p>
        </p:txBody>
      </p:sp>
      <p:sp>
        <p:nvSpPr>
          <p:cNvPr id="7" name="Text 4"/>
          <p:cNvSpPr/>
          <p:nvPr/>
        </p:nvSpPr>
        <p:spPr>
          <a:xfrm>
            <a:off x="822960" y="1898469"/>
            <a:ext cx="9144000" cy="640080"/>
          </a:xfrm>
          <a:prstGeom prst="rect">
            <a:avLst/>
          </a:prstGeom>
          <a:noFill/>
          <a:ln/>
        </p:spPr>
        <p:txBody>
          <a:bodyPr wrap="square" lIns="0" tIns="0" rIns="0" bIns="0" rtlCol="0" anchor="ctr"/>
          <a:lstStyle/>
          <a:p>
            <a:pPr marL="0" indent="0">
              <a:buNone/>
            </a:pPr>
            <a:r>
              <a:rPr lang="en-US" sz="2600" b="1" err="1">
                <a:latin typeface="Arial" pitchFamily="34" charset="0"/>
                <a:ea typeface="Arial" pitchFamily="34" charset="-122"/>
                <a:cs typeface="Arial" pitchFamily="34" charset="-120"/>
              </a:rPr>
              <a:t>Triển</a:t>
            </a:r>
            <a:r>
              <a:rPr lang="en-US" sz="2600" b="1">
                <a:latin typeface="Arial" pitchFamily="34" charset="0"/>
                <a:ea typeface="Arial" pitchFamily="34" charset="-122"/>
                <a:cs typeface="Arial" pitchFamily="34" charset="-120"/>
              </a:rPr>
              <a:t> </a:t>
            </a:r>
            <a:r>
              <a:rPr lang="en-US" sz="2600" b="1" err="1">
                <a:latin typeface="Arial" pitchFamily="34" charset="0"/>
                <a:ea typeface="Arial" pitchFamily="34" charset="-122"/>
                <a:cs typeface="Arial" pitchFamily="34" charset="-120"/>
              </a:rPr>
              <a:t>khai</a:t>
            </a:r>
            <a:r>
              <a:rPr lang="en-US" sz="2600" b="1">
                <a:latin typeface="Arial" pitchFamily="34" charset="0"/>
                <a:ea typeface="Arial" pitchFamily="34" charset="-122"/>
                <a:cs typeface="Arial" pitchFamily="34" charset="-120"/>
              </a:rPr>
              <a:t> Giao </a:t>
            </a:r>
            <a:r>
              <a:rPr lang="en-US" sz="2600" b="1" err="1">
                <a:latin typeface="Arial" pitchFamily="34" charset="0"/>
                <a:ea typeface="Arial" pitchFamily="34" charset="-122"/>
                <a:cs typeface="Arial" pitchFamily="34" charset="-120"/>
              </a:rPr>
              <a:t>diện</a:t>
            </a:r>
            <a:r>
              <a:rPr lang="en-US" sz="2600" b="1">
                <a:latin typeface="Arial" pitchFamily="34" charset="0"/>
                <a:ea typeface="Arial" pitchFamily="34" charset="-122"/>
                <a:cs typeface="Arial" pitchFamily="34" charset="-120"/>
              </a:rPr>
              <a:t> </a:t>
            </a:r>
            <a:r>
              <a:rPr lang="en-US" sz="2600" b="1" err="1">
                <a:latin typeface="Arial" pitchFamily="34" charset="0"/>
                <a:ea typeface="Arial" pitchFamily="34" charset="-122"/>
                <a:cs typeface="Arial" pitchFamily="34" charset="-120"/>
              </a:rPr>
              <a:t>lập</a:t>
            </a:r>
            <a:r>
              <a:rPr lang="en-US" sz="2600" b="1">
                <a:latin typeface="Arial" pitchFamily="34" charset="0"/>
                <a:ea typeface="Arial" pitchFamily="34" charset="-122"/>
                <a:cs typeface="Arial" pitchFamily="34" charset="-120"/>
              </a:rPr>
              <a:t> </a:t>
            </a:r>
            <a:r>
              <a:rPr lang="en-US" sz="2600" b="1" err="1">
                <a:latin typeface="Arial" pitchFamily="34" charset="0"/>
                <a:ea typeface="Arial" pitchFamily="34" charset="-122"/>
                <a:cs typeface="Arial" pitchFamily="34" charset="-120"/>
              </a:rPr>
              <a:t>trình</a:t>
            </a:r>
            <a:r>
              <a:rPr lang="en-US" sz="2600" b="1">
                <a:latin typeface="Arial" pitchFamily="34" charset="0"/>
                <a:ea typeface="Arial" pitchFamily="34" charset="-122"/>
                <a:cs typeface="Arial" pitchFamily="34" charset="-120"/>
              </a:rPr>
              <a:t> </a:t>
            </a:r>
            <a:r>
              <a:rPr lang="en-US" sz="2600" b="1" err="1">
                <a:latin typeface="Arial" pitchFamily="34" charset="0"/>
                <a:ea typeface="Arial" pitchFamily="34" charset="-122"/>
                <a:cs typeface="Arial" pitchFamily="34" charset="-120"/>
              </a:rPr>
              <a:t>ứng</a:t>
            </a:r>
            <a:r>
              <a:rPr lang="en-US" sz="2600" b="1">
                <a:latin typeface="Arial" pitchFamily="34" charset="0"/>
                <a:ea typeface="Arial" pitchFamily="34" charset="-122"/>
                <a:cs typeface="Arial" pitchFamily="34" charset="-120"/>
              </a:rPr>
              <a:t> </a:t>
            </a:r>
            <a:r>
              <a:rPr lang="en-US" sz="2600" b="1" err="1">
                <a:latin typeface="Arial" pitchFamily="34" charset="0"/>
                <a:ea typeface="Arial" pitchFamily="34" charset="-122"/>
                <a:cs typeface="Arial" pitchFamily="34" charset="-120"/>
              </a:rPr>
              <a:t>dụng</a:t>
            </a:r>
            <a:r>
              <a:rPr lang="en-US" sz="2600" b="1">
                <a:latin typeface="Arial" pitchFamily="34" charset="0"/>
                <a:ea typeface="Arial" pitchFamily="34" charset="-122"/>
                <a:cs typeface="Arial" pitchFamily="34" charset="-120"/>
              </a:rPr>
              <a:t> (API)</a:t>
            </a:r>
            <a:endParaRPr lang="en-US" sz="2600"/>
          </a:p>
        </p:txBody>
      </p:sp>
      <p:sp>
        <p:nvSpPr>
          <p:cNvPr id="8" name="Text 5"/>
          <p:cNvSpPr/>
          <p:nvPr/>
        </p:nvSpPr>
        <p:spPr>
          <a:xfrm>
            <a:off x="822960" y="2403131"/>
            <a:ext cx="9144000" cy="548640"/>
          </a:xfrm>
          <a:prstGeom prst="rect">
            <a:avLst/>
          </a:prstGeom>
          <a:noFill/>
          <a:ln/>
        </p:spPr>
        <p:txBody>
          <a:bodyPr wrap="square" lIns="0" tIns="0" rIns="0" bIns="0" rtlCol="0" anchor="ctr"/>
          <a:lstStyle/>
          <a:p>
            <a:pPr marL="0" indent="0">
              <a:buNone/>
            </a:pPr>
            <a:r>
              <a:rPr lang="en-US" sz="1800" b="1">
                <a:latin typeface="NanumGothic" pitchFamily="34" charset="0"/>
                <a:ea typeface="NanumGothic" pitchFamily="34" charset="-122"/>
                <a:cs typeface="NanumGothic" pitchFamily="34" charset="-120"/>
              </a:rPr>
              <a:t>API </a:t>
            </a:r>
            <a:r>
              <a:rPr lang="en-US" sz="1800" b="1" err="1">
                <a:latin typeface="NanumGothic" pitchFamily="34" charset="0"/>
                <a:ea typeface="NanumGothic" pitchFamily="34" charset="-122"/>
                <a:cs typeface="NanumGothic" pitchFamily="34" charset="-120"/>
              </a:rPr>
              <a:t>도입</a:t>
            </a:r>
            <a:endParaRPr lang="en-US" sz="1800"/>
          </a:p>
        </p:txBody>
      </p:sp>
      <p:sp>
        <p:nvSpPr>
          <p:cNvPr id="9" name="Text 6"/>
          <p:cNvSpPr/>
          <p:nvPr/>
        </p:nvSpPr>
        <p:spPr>
          <a:xfrm>
            <a:off x="822960" y="3657600"/>
            <a:ext cx="10515600" cy="457200"/>
          </a:xfrm>
          <a:prstGeom prst="rect">
            <a:avLst/>
          </a:prstGeom>
          <a:noFill/>
          <a:ln/>
        </p:spPr>
        <p:txBody>
          <a:bodyPr wrap="square" lIns="0" tIns="0" rIns="0" bIns="0" rtlCol="0" anchor="ctr"/>
          <a:lstStyle/>
          <a:p>
            <a:pPr marL="0" indent="0">
              <a:buNone/>
            </a:pPr>
            <a:r>
              <a:rPr lang="en-US" sz="1350">
                <a:latin typeface="Arial" pitchFamily="34" charset="0"/>
                <a:ea typeface="Arial" pitchFamily="34" charset="-122"/>
                <a:cs typeface="Arial" pitchFamily="34" charset="-120"/>
              </a:rPr>
              <a:t>Điều 14–15 / 제14~15조 · Nguyên tắc &amp; trách nhiệm khi kết nối bên thứ ba  ·  </a:t>
            </a:r>
            <a:r>
              <a:rPr lang="en-US" sz="1350">
                <a:latin typeface="NanumGothic" pitchFamily="34" charset="0"/>
                <a:ea typeface="NanumGothic" pitchFamily="34" charset="-122"/>
                <a:cs typeface="NanumGothic" pitchFamily="34" charset="-120"/>
              </a:rPr>
              <a:t>원칙 및 제3자 연동 책임</a:t>
            </a:r>
            <a:endParaRPr lang="en-US" sz="1350"/>
          </a:p>
        </p:txBody>
      </p:sp>
      <p:sp>
        <p:nvSpPr>
          <p:cNvPr id="10" name="Text 7"/>
          <p:cNvSpPr/>
          <p:nvPr/>
        </p:nvSpPr>
        <p:spPr>
          <a:xfrm>
            <a:off x="822960" y="5029200"/>
            <a:ext cx="10332720" cy="365760"/>
          </a:xfrm>
          <a:prstGeom prst="rect">
            <a:avLst/>
          </a:prstGeom>
          <a:noFill/>
          <a:ln/>
        </p:spPr>
        <p:txBody>
          <a:bodyPr wrap="square" lIns="0" tIns="0" rIns="0" bIns="0" rtlCol="0" anchor="ctr"/>
          <a:lstStyle/>
          <a:p>
            <a:pPr marL="0" indent="0">
              <a:buNone/>
            </a:pPr>
            <a:r>
              <a:rPr lang="en-US" sz="1200" i="1">
                <a:latin typeface="Arial" pitchFamily="34" charset="0"/>
                <a:ea typeface="Arial" pitchFamily="34" charset="-122"/>
                <a:cs typeface="Arial" pitchFamily="34" charset="-120"/>
              </a:rPr>
              <a:t>Cách dùng: đánh dấu vào cột Có / Không / Không áp dụng (N/A) cho từng yêu cầu; ghi chú bằng chứng tuân thủ.</a:t>
            </a:r>
            <a:endParaRPr lang="en-US" sz="1200"/>
          </a:p>
        </p:txBody>
      </p:sp>
      <p:sp>
        <p:nvSpPr>
          <p:cNvPr id="11" name="Text 8"/>
          <p:cNvSpPr/>
          <p:nvPr/>
        </p:nvSpPr>
        <p:spPr>
          <a:xfrm>
            <a:off x="822960" y="5413248"/>
            <a:ext cx="10332720" cy="365760"/>
          </a:xfrm>
          <a:prstGeom prst="rect">
            <a:avLst/>
          </a:prstGeom>
          <a:noFill/>
          <a:ln/>
        </p:spPr>
        <p:txBody>
          <a:bodyPr wrap="square" lIns="0" tIns="0" rIns="0" bIns="0" rtlCol="0" anchor="ctr"/>
          <a:lstStyle/>
          <a:p>
            <a:pPr marL="0" indent="0">
              <a:buNone/>
            </a:pPr>
            <a:r>
              <a:rPr lang="en-US" sz="1200" i="1">
                <a:latin typeface="NanumGothic" pitchFamily="34" charset="0"/>
                <a:ea typeface="NanumGothic" pitchFamily="34" charset="-122"/>
                <a:cs typeface="NanumGothic" pitchFamily="34" charset="-120"/>
              </a:rPr>
              <a:t>사용법: 각 요건에 대해 예 / 아니오 / 해당없음(N/A) 칸에 표시하고, 준수 근거를 비고란에 기재하십시오.</a:t>
            </a:r>
            <a:endParaRPr lang="en-US" sz="1200"/>
          </a:p>
        </p:txBody>
      </p:sp>
      <p:sp>
        <p:nvSpPr>
          <p:cNvPr id="12" name="Text 9"/>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latin typeface="Arial" pitchFamily="34" charset="0"/>
                <a:ea typeface="Arial" pitchFamily="34" charset="-122"/>
                <a:cs typeface="Arial" pitchFamily="34" charset="-120"/>
              </a:rPr>
              <a:t>6</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2 · 제2절 — ĐIỀU 14 — </a:t>
            </a:r>
            <a:r>
              <a:rPr lang="en-US" sz="1150" b="1" kern="0" spc="100">
                <a:solidFill>
                  <a:srgbClr val="0E8C8B"/>
                </a:solidFill>
                <a:latin typeface="Aptos Narrow" panose="020B0004020202020204" pitchFamily="34" charset="0"/>
                <a:ea typeface="NanumGothic" pitchFamily="34" charset="-122"/>
                <a:cs typeface="NanumGothic" pitchFamily="34" charset="-120"/>
              </a:rPr>
              <a:t>제14조 (Comp, Legal, Mr Hoang, Mr Duc)</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Nguyên tắc triển khai API</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API 도입 원칙</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861365"/>
          </a:xfrm>
          <a:prstGeom prst="rect">
            <a:avLst/>
          </a:prstGeom>
          <a:noFill/>
          <a:ln/>
        </p:spPr>
        <p:txBody>
          <a:bodyPr wrap="square" lIns="0" tIns="0" rIns="0" bIns="0" rtlCol="0" anchor="ctr"/>
          <a:lstStyle/>
          <a:p>
            <a:pPr marL="0" indent="0">
              <a:lnSpc>
                <a:spcPct val="98000"/>
              </a:lnSpc>
              <a:buNone/>
            </a:pPr>
            <a:r>
              <a:rPr lang="en-US" sz="900" b="1">
                <a:solidFill>
                  <a:srgbClr val="1E2B38"/>
                </a:solidFill>
                <a:latin typeface="Aptos Narrow"/>
                <a:ea typeface="Arial" pitchFamily="34" charset="-122"/>
                <a:cs typeface="Arial"/>
              </a:rPr>
              <a:t>Tuân </a:t>
            </a:r>
            <a:r>
              <a:rPr lang="en-US" sz="900" b="1" err="1">
                <a:solidFill>
                  <a:srgbClr val="1E2B38"/>
                </a:solidFill>
                <a:latin typeface="Aptos Narrow"/>
                <a:ea typeface="Arial" pitchFamily="34" charset="-122"/>
                <a:cs typeface="Arial"/>
              </a:rPr>
              <a:t>thủ</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pháp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luật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về</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chứng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khoán</a:t>
            </a:r>
            <a:r>
              <a:rPr lang="en-US" sz="900" b="1">
                <a:solidFill>
                  <a:srgbClr val="1E2B38"/>
                </a:solidFill>
                <a:latin typeface="Aptos Narrow"/>
                <a:ea typeface="Arial" pitchFamily="34" charset="-122"/>
                <a:cs typeface="Arial"/>
              </a:rPr>
              <a:t> &amp; an </a:t>
            </a:r>
            <a:r>
              <a:rPr lang="en-US" sz="900" b="1" err="1">
                <a:solidFill>
                  <a:srgbClr val="1E2B38"/>
                </a:solidFill>
                <a:latin typeface="Aptos Narrow"/>
                <a:ea typeface="Arial" pitchFamily="34" charset="-122"/>
                <a:cs typeface="Arial"/>
              </a:rPr>
              <a:t>ninh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mạng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triển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khai</a:t>
            </a:r>
            <a:r>
              <a:rPr lang="en-US" sz="900" b="1">
                <a:solidFill>
                  <a:srgbClr val="1E2B38"/>
                </a:solidFill>
                <a:latin typeface="Aptos Narrow"/>
                <a:ea typeface="Arial" pitchFamily="34" charset="-122"/>
                <a:cs typeface="Arial"/>
              </a:rPr>
              <a:t> API; </a:t>
            </a:r>
            <a:r>
              <a:rPr lang="en-US" sz="900" b="1" err="1">
                <a:solidFill>
                  <a:srgbClr val="1E2B38"/>
                </a:solidFill>
                <a:latin typeface="Aptos Narrow"/>
                <a:ea typeface="Arial" pitchFamily="34" charset="-122"/>
                <a:cs typeface="Arial"/>
              </a:rPr>
              <a:t>dừng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triển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khai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dịch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vụ</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phát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hiện</a:t>
            </a:r>
            <a:r>
              <a:rPr lang="en-US" sz="900" b="1">
                <a:solidFill>
                  <a:srgbClr val="1E2B38"/>
                </a:solidFill>
                <a:latin typeface="Aptos Narrow"/>
                <a:ea typeface="Arial" pitchFamily="34" charset="-122"/>
                <a:cs typeface="Arial"/>
              </a:rPr>
              <a:t> API </a:t>
            </a:r>
            <a:r>
              <a:rPr lang="en-US" sz="900" b="1" err="1">
                <a:solidFill>
                  <a:srgbClr val="1E2B38"/>
                </a:solidFill>
                <a:latin typeface="Aptos Narrow"/>
                <a:ea typeface="Arial" pitchFamily="34" charset="-122"/>
                <a:cs typeface="Arial"/>
              </a:rPr>
              <a:t>có</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nguy</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cơ</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gây</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rủi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ro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thị</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trường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khoản</a:t>
            </a:r>
            <a:r>
              <a:rPr lang="en-US" sz="900" b="1">
                <a:solidFill>
                  <a:srgbClr val="1E2B38"/>
                </a:solidFill>
                <a:latin typeface="Aptos Narrow"/>
                <a:ea typeface="Arial" pitchFamily="34" charset="-122"/>
                <a:cs typeface="Arial"/>
              </a:rPr>
              <a:t> 1 </a:t>
            </a:r>
            <a:r>
              <a:rPr lang="en-US" sz="900" b="1" err="1">
                <a:solidFill>
                  <a:srgbClr val="1E2B38"/>
                </a:solidFill>
                <a:latin typeface="Aptos Narrow"/>
                <a:ea typeface="Arial" pitchFamily="34" charset="-122"/>
                <a:cs typeface="Arial"/>
              </a:rPr>
              <a:t>Điều</a:t>
            </a:r>
            <a:r>
              <a:rPr lang="en-US" sz="900" b="1">
                <a:solidFill>
                  <a:srgbClr val="1E2B38"/>
                </a:solidFill>
                <a:latin typeface="Aptos Narrow"/>
                <a:ea typeface="Arial" pitchFamily="34" charset="-122"/>
                <a:cs typeface="Arial"/>
              </a:rPr>
              <a:t> 14).</a:t>
            </a:r>
            <a:endParaRPr lang="en-US" sz="900">
              <a:latin typeface="Aptos Narrow"/>
              <a:cs typeface="Arial"/>
            </a:endParaRPr>
          </a:p>
          <a:p>
            <a:pPr marL="0" indent="0">
              <a:lnSpc>
                <a:spcPct val="98000"/>
              </a:lnSpc>
              <a:buNone/>
            </a:pPr>
            <a:r>
              <a:rPr lang="en-US" sz="850">
                <a:solidFill>
                  <a:srgbClr val="5B6B79"/>
                </a:solidFill>
                <a:latin typeface="Aptos Narrow"/>
                <a:ea typeface="NanumGothic"/>
                <a:cs typeface="NanumGothic" pitchFamily="34" charset="-120"/>
              </a:rPr>
              <a:t>API </a:t>
            </a:r>
            <a:r>
              <a:rPr lang="en-US" sz="850" err="1">
                <a:solidFill>
                  <a:srgbClr val="5B6B79"/>
                </a:solidFill>
                <a:latin typeface="Aptos Narrow"/>
                <a:ea typeface="NanumGothic"/>
                <a:cs typeface="NanumGothic" pitchFamily="34" charset="-120"/>
              </a:rPr>
              <a:t>도입</a:t>
            </a:r>
            <a:r>
              <a:rPr lang="en-US" sz="850">
                <a:solidFill>
                  <a:srgbClr val="5B6B79"/>
                </a:solidFill>
                <a:latin typeface="Aptos Narrow"/>
                <a:ea typeface="NanumGothic"/>
                <a:cs typeface="NanumGothic" pitchFamily="34" charset="-120"/>
              </a:rPr>
              <a:t> 시 </a:t>
            </a:r>
            <a:r>
              <a:rPr lang="en-US" sz="850" err="1">
                <a:solidFill>
                  <a:srgbClr val="5B6B79"/>
                </a:solidFill>
                <a:latin typeface="Aptos Narrow"/>
                <a:ea typeface="NanumGothic"/>
                <a:cs typeface="NanumGothic" pitchFamily="34" charset="-120"/>
              </a:rPr>
              <a:t>증권법</a:t>
            </a:r>
            <a:r>
              <a:rPr lang="en-US" sz="850">
                <a:solidFill>
                  <a:srgbClr val="5B6B79"/>
                </a:solidFill>
                <a:latin typeface="Aptos Narrow"/>
                <a:ea typeface="NanumGothic"/>
                <a:cs typeface="NanumGothic" pitchFamily="34" charset="-120"/>
              </a:rPr>
              <a:t> 및 </a:t>
            </a:r>
            <a:r>
              <a:rPr lang="en-US" sz="850" err="1">
                <a:solidFill>
                  <a:srgbClr val="5B6B79"/>
                </a:solidFill>
                <a:latin typeface="Aptos Narrow"/>
                <a:ea typeface="NanumGothic"/>
                <a:cs typeface="NanumGothic" pitchFamily="34" charset="-120"/>
              </a:rPr>
              <a:t>사이버보안</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법규</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준수</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API가</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시장</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위험을</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초래할</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우려</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발견</a:t>
            </a:r>
            <a:r>
              <a:rPr lang="en-US" sz="850">
                <a:solidFill>
                  <a:srgbClr val="5B6B79"/>
                </a:solidFill>
                <a:latin typeface="Aptos Narrow"/>
                <a:ea typeface="NanumGothic"/>
                <a:cs typeface="NanumGothic" pitchFamily="34" charset="-120"/>
              </a:rPr>
              <a:t> 시 </a:t>
            </a:r>
            <a:r>
              <a:rPr lang="en-US" sz="850" err="1">
                <a:solidFill>
                  <a:srgbClr val="5B6B79"/>
                </a:solidFill>
                <a:latin typeface="Aptos Narrow"/>
                <a:ea typeface="NanumGothic"/>
                <a:cs typeface="NanumGothic" pitchFamily="34" charset="-120"/>
              </a:rPr>
              <a:t>도입</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중단</a:t>
            </a:r>
            <a:r>
              <a:rPr lang="en-US" sz="850">
                <a:solidFill>
                  <a:srgbClr val="5B6B79"/>
                </a:solidFill>
                <a:latin typeface="Aptos Narrow"/>
                <a:ea typeface="NanumGothic"/>
                <a:cs typeface="NanumGothic" pitchFamily="34" charset="-120"/>
              </a:rPr>
              <a:t>(제14조 제1항).</a:t>
            </a:r>
            <a:endParaRPr lang="en-US" sz="930">
              <a:latin typeface="Aptos Narrow"/>
              <a:ea typeface="NanumGothic"/>
            </a:endParaRPr>
          </a:p>
        </p:txBody>
      </p:sp>
      <p:sp>
        <p:nvSpPr>
          <p:cNvPr id="17" name="Shape 15"/>
          <p:cNvSpPr/>
          <p:nvPr/>
        </p:nvSpPr>
        <p:spPr>
          <a:xfrm>
            <a:off x="644652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8" name="Shape 16"/>
          <p:cNvSpPr/>
          <p:nvPr/>
        </p:nvSpPr>
        <p:spPr>
          <a:xfrm>
            <a:off x="6711696" y="2378354"/>
            <a:ext cx="201168" cy="201168"/>
          </a:xfrm>
          <a:prstGeom prst="rect">
            <a:avLst/>
          </a:prstGeom>
          <a:solidFill>
            <a:srgbClr val="FFFFFF"/>
          </a:solidFill>
          <a:ln w="15240">
            <a:solidFill>
              <a:srgbClr val="0E8C8B"/>
            </a:solidFill>
            <a:prstDash val="solid"/>
          </a:ln>
        </p:spPr>
        <p:txBody>
          <a:bodyPr lIns="91440" tIns="45720" rIns="91440" bIns="45720" anchor="t"/>
          <a:lstStyle/>
          <a:p>
            <a:endParaRPr lang="en-US">
              <a:latin typeface="Aptos Narrow" panose="020B0004020202020204" pitchFamily="34" charset="0"/>
            </a:endParaRPr>
          </a:p>
        </p:txBody>
      </p:sp>
      <p:sp>
        <p:nvSpPr>
          <p:cNvPr id="19" name="Shape 17"/>
          <p:cNvSpPr/>
          <p:nvPr/>
        </p:nvSpPr>
        <p:spPr>
          <a:xfrm>
            <a:off x="717804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4" name="Shape 22"/>
          <p:cNvSpPr/>
          <p:nvPr/>
        </p:nvSpPr>
        <p:spPr>
          <a:xfrm>
            <a:off x="457200" y="2935748"/>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909621"/>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Tuân thủ pháp luật về giữ bí mật, cung cấp thông tin KH &amp; bảo vệ dữ liệu cá nhân; xử lý dữ liệu cá nhân chỉ phục vụ chính KH đó, trừ trường hợp pháp luật có quy định khác (khoản 2 Điều 14).</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비밀유지·고객정보 제공·개인정보보호 법규 준수; 개인정보 처리는 해당 고객 목적에 한정(법령에 다른 규정이 있는 경우 제외)(제14조 제2항).</a:t>
            </a:r>
            <a:endParaRPr lang="en-US" sz="930">
              <a:latin typeface="Aptos Narrow" panose="020B0004020202020204" pitchFamily="34" charset="0"/>
            </a:endParaRPr>
          </a:p>
        </p:txBody>
      </p:sp>
      <p:sp>
        <p:nvSpPr>
          <p:cNvPr id="26" name="Shape 24"/>
          <p:cNvSpPr/>
          <p:nvPr/>
        </p:nvSpPr>
        <p:spPr>
          <a:xfrm>
            <a:off x="644652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7" name="Shape 25"/>
          <p:cNvSpPr/>
          <p:nvPr/>
        </p:nvSpPr>
        <p:spPr>
          <a:xfrm>
            <a:off x="671169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8" name="Shape 26"/>
          <p:cNvSpPr/>
          <p:nvPr/>
        </p:nvSpPr>
        <p:spPr>
          <a:xfrm>
            <a:off x="717804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909621"/>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Shape 31"/>
          <p:cNvSpPr/>
          <p:nvPr/>
        </p:nvSpPr>
        <p:spPr>
          <a:xfrm>
            <a:off x="457200" y="377098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603504" y="377098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Dữ liệu xử lý phải được quản lý, lưu trữ, khai thác, sử dụng đúng mục đích tại hợp đồng &amp; phù hợp pháp luật; bảo đảm cập nhật, chính xác; trường hợp sai lệch phải đính chính, hiệu chỉnh kịp thời theo thỏa thuận các bên (khoản 3, 4 Điều 14).</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처리 데이터는 계약상 목적·법령에 부합하게 관리·보관·활용; 최신성·정확성 보장; 오류 시 당사자 합의에 따라 즉시 정정·보정(제14조 제3·4항).</a:t>
            </a:r>
            <a:endParaRPr lang="en-US" sz="930">
              <a:latin typeface="Aptos Narrow" panose="020B0004020202020204" pitchFamily="34" charset="0"/>
            </a:endParaRPr>
          </a:p>
        </p:txBody>
      </p:sp>
      <p:sp>
        <p:nvSpPr>
          <p:cNvPr id="35" name="Shape 33"/>
          <p:cNvSpPr/>
          <p:nvPr/>
        </p:nvSpPr>
        <p:spPr>
          <a:xfrm>
            <a:off x="644652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6" name="Shape 34"/>
          <p:cNvSpPr/>
          <p:nvPr/>
        </p:nvSpPr>
        <p:spPr>
          <a:xfrm>
            <a:off x="671169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7" name="Shape 35"/>
          <p:cNvSpPr/>
          <p:nvPr/>
        </p:nvSpPr>
        <p:spPr>
          <a:xfrm>
            <a:off x="717804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8" name="Shape 36"/>
          <p:cNvSpPr/>
          <p:nvPr/>
        </p:nvSpPr>
        <p:spPr>
          <a:xfrm>
            <a:off x="744321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9" name="Shape 37"/>
          <p:cNvSpPr/>
          <p:nvPr/>
        </p:nvSpPr>
        <p:spPr>
          <a:xfrm>
            <a:off x="790956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817473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Shape 39"/>
          <p:cNvSpPr/>
          <p:nvPr/>
        </p:nvSpPr>
        <p:spPr>
          <a:xfrm>
            <a:off x="8641080" y="3770986"/>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2" name="Shape 40"/>
          <p:cNvSpPr/>
          <p:nvPr/>
        </p:nvSpPr>
        <p:spPr>
          <a:xfrm>
            <a:off x="457200" y="4632350"/>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3" name="Text 41"/>
          <p:cNvSpPr/>
          <p:nvPr/>
        </p:nvSpPr>
        <p:spPr>
          <a:xfrm>
            <a:off x="603504" y="4632350"/>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Có hợp đồng triển khai API với bên thứ ba (khoản 5 Điều 14).</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제3자와 API 도입 계약 체결(제14조 제5항).</a:t>
            </a:r>
            <a:endParaRPr lang="en-US" sz="930">
              <a:latin typeface="Aptos Narrow" panose="020B0004020202020204" pitchFamily="34" charset="0"/>
            </a:endParaRPr>
          </a:p>
        </p:txBody>
      </p:sp>
      <p:sp>
        <p:nvSpPr>
          <p:cNvPr id="44" name="Shape 42"/>
          <p:cNvSpPr/>
          <p:nvPr/>
        </p:nvSpPr>
        <p:spPr>
          <a:xfrm>
            <a:off x="644652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5" name="Shape 43"/>
          <p:cNvSpPr/>
          <p:nvPr/>
        </p:nvSpPr>
        <p:spPr>
          <a:xfrm>
            <a:off x="671169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6" name="Shape 44"/>
          <p:cNvSpPr/>
          <p:nvPr/>
        </p:nvSpPr>
        <p:spPr>
          <a:xfrm>
            <a:off x="717804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7" name="Shape 45"/>
          <p:cNvSpPr/>
          <p:nvPr/>
        </p:nvSpPr>
        <p:spPr>
          <a:xfrm>
            <a:off x="744321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8" name="Shape 46"/>
          <p:cNvSpPr/>
          <p:nvPr/>
        </p:nvSpPr>
        <p:spPr>
          <a:xfrm>
            <a:off x="790956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9" name="Shape 47"/>
          <p:cNvSpPr/>
          <p:nvPr/>
        </p:nvSpPr>
        <p:spPr>
          <a:xfrm>
            <a:off x="817473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0" name="Shape 48"/>
          <p:cNvSpPr/>
          <p:nvPr/>
        </p:nvSpPr>
        <p:spPr>
          <a:xfrm>
            <a:off x="8641080" y="4632350"/>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1" name="Text 49"/>
          <p:cNvSpPr/>
          <p:nvPr/>
        </p:nvSpPr>
        <p:spPr>
          <a:xfrm>
            <a:off x="8714232" y="4632350"/>
            <a:ext cx="2944368" cy="861365"/>
          </a:xfrm>
          <a:prstGeom prst="rect">
            <a:avLst/>
          </a:prstGeom>
          <a:noFill/>
          <a:ln/>
        </p:spPr>
        <p:txBody>
          <a:bodyPr wrap="square" lIns="0" tIns="0" rIns="0" bIns="0" rtlCol="0" anchor="ctr"/>
          <a:lstStyle/>
          <a:p>
            <a:pPr marL="0" indent="0">
              <a:lnSpc>
                <a:spcPct val="95000"/>
              </a:lnSpc>
              <a:buNone/>
            </a:pPr>
            <a:r>
              <a:rPr lang="en-US" sz="740" i="1">
                <a:solidFill>
                  <a:srgbClr val="12436E"/>
                </a:solidFill>
                <a:latin typeface="Aptos Narrow" panose="020B0004020202020204" pitchFamily="34" charset="0"/>
                <a:ea typeface="Arial" pitchFamily="34" charset="-122"/>
                <a:cs typeface="Arial" pitchFamily="34" charset="-120"/>
              </a:rPr>
              <a:t>Nội dung HĐ (khoản 5): a) Cam kết an toàn-bảo mật &amp; bảo vệ dữ liệu KH; b) Cam kết dùng dữ liệu đúng phạm vi-mục đích &amp; chịu trách nhiệm khi rò rỉ/sai lệch/sai mục đích; c) Thông tin dịch vụ qua API; d) Phí dịch vụ (nếu có); đ) Cấp độ ANM hệ thống bên thứ ba; e) Quyền truy cập dữ liệu các bên; g) Thông báo khi nhân sự vi phạm; h) Trách nhiệm bồi thường &amp; cung cấp thông tin; i) Điều khoản chấm dứt HĐ.</a:t>
            </a:r>
            <a:endParaRPr lang="en-US" sz="740">
              <a:latin typeface="Aptos Narrow" panose="020B0004020202020204" pitchFamily="34" charset="0"/>
            </a:endParaRPr>
          </a:p>
        </p:txBody>
      </p:sp>
      <p:sp>
        <p:nvSpPr>
          <p:cNvPr id="52" name="Shape 50"/>
          <p:cNvSpPr/>
          <p:nvPr/>
        </p:nvSpPr>
        <p:spPr>
          <a:xfrm>
            <a:off x="457200" y="5493715"/>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3" name="Text 51"/>
          <p:cNvSpPr/>
          <p:nvPr/>
        </p:nvSpPr>
        <p:spPr>
          <a:xfrm>
            <a:off x="603504" y="5493715"/>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Lập &amp; lưu giữ hồ sơ kỹ thuật và hồ sơ phối hợp triển khai API tại hai bên (khoản 6 Điều 14).</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API 기술문서 및 협력 도입 문서를 양측에서 작성·보관(제14조 제6항).</a:t>
            </a:r>
            <a:endParaRPr lang="en-US" sz="930">
              <a:latin typeface="Aptos Narrow" panose="020B0004020202020204" pitchFamily="34" charset="0"/>
            </a:endParaRPr>
          </a:p>
        </p:txBody>
      </p:sp>
      <p:sp>
        <p:nvSpPr>
          <p:cNvPr id="54" name="Shape 52"/>
          <p:cNvSpPr/>
          <p:nvPr/>
        </p:nvSpPr>
        <p:spPr>
          <a:xfrm>
            <a:off x="644652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5" name="Shape 53"/>
          <p:cNvSpPr/>
          <p:nvPr/>
        </p:nvSpPr>
        <p:spPr>
          <a:xfrm>
            <a:off x="671169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6" name="Shape 54"/>
          <p:cNvSpPr/>
          <p:nvPr/>
        </p:nvSpPr>
        <p:spPr>
          <a:xfrm>
            <a:off x="717804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7" name="Shape 55"/>
          <p:cNvSpPr/>
          <p:nvPr/>
        </p:nvSpPr>
        <p:spPr>
          <a:xfrm>
            <a:off x="744321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8" name="Shape 56"/>
          <p:cNvSpPr/>
          <p:nvPr/>
        </p:nvSpPr>
        <p:spPr>
          <a:xfrm>
            <a:off x="790956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9" name="Shape 57"/>
          <p:cNvSpPr/>
          <p:nvPr/>
        </p:nvSpPr>
        <p:spPr>
          <a:xfrm>
            <a:off x="817473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0" name="Shape 58"/>
          <p:cNvSpPr/>
          <p:nvPr/>
        </p:nvSpPr>
        <p:spPr>
          <a:xfrm>
            <a:off x="8641080" y="5493715"/>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1" name="Text 59"/>
          <p:cNvSpPr/>
          <p:nvPr/>
        </p:nvSpPr>
        <p:spPr>
          <a:xfrm>
            <a:off x="8714232" y="5493715"/>
            <a:ext cx="2944368" cy="861365"/>
          </a:xfrm>
          <a:prstGeom prst="rect">
            <a:avLst/>
          </a:prstGeom>
          <a:noFill/>
          <a:ln/>
        </p:spPr>
        <p:txBody>
          <a:bodyPr wrap="square" lIns="0" tIns="0" rIns="0" bIns="0" rtlCol="0" anchor="ctr"/>
          <a:lstStyle/>
          <a:p>
            <a:pPr marL="0" indent="0">
              <a:lnSpc>
                <a:spcPct val="95000"/>
              </a:lnSpc>
              <a:buNone/>
            </a:pPr>
            <a:r>
              <a:rPr lang="en-US" sz="740" i="1">
                <a:solidFill>
                  <a:srgbClr val="12436E"/>
                </a:solidFill>
                <a:latin typeface="Aptos Narrow" panose="020B0004020202020204" pitchFamily="34" charset="0"/>
                <a:ea typeface="Arial" pitchFamily="34" charset="-122"/>
                <a:cs typeface="Arial" pitchFamily="34" charset="-120"/>
              </a:rPr>
              <a:t>Hồ sơ (khoản 6): a) Mô hình triển khai từng bên (sơ đồ luồng dữ liệu, phân vùng bảo mật, điểm kết nối API); b) Thông số kỹ thuật chi tiết (giao thức, điểm cuối, phiên bản, luồng dữ liệu, phương thức xác thực); c) Cơ chế xác thực &amp; phân quyền người dùng; d) Cơ chế quản lý-kiểm soát-giới hạn tần suất truy cập; đ) Hồ sơ biện pháp bảo vệ ANM; e) Tài liệu khác liên quan (nếu có).</a:t>
            </a:r>
            <a:endParaRPr lang="en-US" sz="740">
              <a:latin typeface="Aptos Narrow" panose="020B0004020202020204" pitchFamily="34" charset="0"/>
            </a:endParaRPr>
          </a:p>
        </p:txBody>
      </p:sp>
      <p:sp>
        <p:nvSpPr>
          <p:cNvPr id="62" name="Text 60"/>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63" name="Text 61"/>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7</a:t>
            </a:r>
            <a:endParaRPr lang="en-US" sz="900">
              <a:latin typeface="Aptos Narrow" panose="020B0004020202020204" pitchFamily="34" charset="0"/>
            </a:endParaRPr>
          </a:p>
        </p:txBody>
      </p:sp>
      <p:pic>
        <p:nvPicPr>
          <p:cNvPr id="65" name="Graphic 64" descr="Tick with solid fill">
            <a:extLst>
              <a:ext uri="{FF2B5EF4-FFF2-40B4-BE49-F238E27FC236}">
                <a16:creationId xmlns:a16="http://schemas.microsoft.com/office/drawing/2014/main" id="{B7D028DB-1A74-FF89-7CD7-EE1B9A4707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12040" y="2381517"/>
            <a:ext cx="195331" cy="195331"/>
          </a:xfrm>
          <a:prstGeom prst="rect">
            <a:avLst/>
          </a:prstGeom>
        </p:spPr>
      </p:pic>
      <p:pic>
        <p:nvPicPr>
          <p:cNvPr id="66" name="Graphic 65" descr="Tick with solid fill">
            <a:extLst>
              <a:ext uri="{FF2B5EF4-FFF2-40B4-BE49-F238E27FC236}">
                <a16:creationId xmlns:a16="http://schemas.microsoft.com/office/drawing/2014/main" id="{615A78D8-26E4-5718-90A6-3CB3EE8155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12040" y="3240108"/>
            <a:ext cx="195331" cy="195331"/>
          </a:xfrm>
          <a:prstGeom prst="rect">
            <a:avLst/>
          </a:prstGeom>
        </p:spPr>
      </p:pic>
      <p:pic>
        <p:nvPicPr>
          <p:cNvPr id="67" name="Graphic 66" descr="Tick with solid fill">
            <a:extLst>
              <a:ext uri="{FF2B5EF4-FFF2-40B4-BE49-F238E27FC236}">
                <a16:creationId xmlns:a16="http://schemas.microsoft.com/office/drawing/2014/main" id="{22A4D251-5AA6-77BC-37DB-716C3F832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12040" y="4098700"/>
            <a:ext cx="195331" cy="195331"/>
          </a:xfrm>
          <a:prstGeom prst="rect">
            <a:avLst/>
          </a:prstGeom>
        </p:spPr>
      </p:pic>
      <p:pic>
        <p:nvPicPr>
          <p:cNvPr id="68" name="Graphic 67" descr="Tick with solid fill">
            <a:extLst>
              <a:ext uri="{FF2B5EF4-FFF2-40B4-BE49-F238E27FC236}">
                <a16:creationId xmlns:a16="http://schemas.microsoft.com/office/drawing/2014/main" id="{9E1E7422-DE4F-8B66-D3D4-9B4D7370C8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1645" y="4968024"/>
            <a:ext cx="195331" cy="195331"/>
          </a:xfrm>
          <a:prstGeom prst="rect">
            <a:avLst/>
          </a:prstGeom>
        </p:spPr>
      </p:pic>
      <p:pic>
        <p:nvPicPr>
          <p:cNvPr id="69" name="Graphic 68" descr="Tick with solid fill">
            <a:extLst>
              <a:ext uri="{FF2B5EF4-FFF2-40B4-BE49-F238E27FC236}">
                <a16:creationId xmlns:a16="http://schemas.microsoft.com/office/drawing/2014/main" id="{9266F3AB-A14D-98F9-73A2-426CE9759E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1646" y="5826615"/>
            <a:ext cx="195331" cy="1953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2 · 제2절 — ĐIỀU 15 — </a:t>
            </a:r>
            <a:r>
              <a:rPr lang="en-US" sz="1150" b="1" kern="0" spc="100">
                <a:solidFill>
                  <a:srgbClr val="0E8C8B"/>
                </a:solidFill>
                <a:latin typeface="Aptos Narrow" panose="020B0004020202020204" pitchFamily="34" charset="0"/>
                <a:ea typeface="NanumGothic" pitchFamily="34" charset="-122"/>
                <a:cs typeface="NanumGothic" pitchFamily="34" charset="-120"/>
              </a:rPr>
              <a:t>제15조</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Trách nhiệm của tổ chức cung cấp dịch vụ khi triển khai API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API 도입 시 서비스 제공기관 책임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Hoàn thiện cơ sở hạ tầng hệ thống thông tin phục vụ triển khai API; xây dựng và ban hành các tài liệu hướng dẫn kết nối, xử lý dữ liệu (khoản 1, 2 Điều 15).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API 도입을 위한 정보시스템 인프라 완비; 연동·데이터 처리 안내 문서 수립·발행(제15조 제1·2항).</a:t>
            </a:r>
            <a:endParaRPr lang="en-US" sz="930">
              <a:latin typeface="Aptos Narrow" panose="020B0004020202020204" pitchFamily="34" charset="0"/>
            </a:endParaRPr>
          </a:p>
        </p:txBody>
      </p:sp>
      <p:sp>
        <p:nvSpPr>
          <p:cNvPr id="17" name="Shape 15"/>
          <p:cNvSpPr/>
          <p:nvPr/>
        </p:nvSpPr>
        <p:spPr>
          <a:xfrm>
            <a:off x="644652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8" name="Shape 16"/>
          <p:cNvSpPr/>
          <p:nvPr/>
        </p:nvSpPr>
        <p:spPr>
          <a:xfrm>
            <a:off x="671169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19" name="Shape 17"/>
          <p:cNvSpPr/>
          <p:nvPr/>
        </p:nvSpPr>
        <p:spPr>
          <a:xfrm>
            <a:off x="717804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4" name="Shape 22"/>
          <p:cNvSpPr/>
          <p:nvPr/>
        </p:nvSpPr>
        <p:spPr>
          <a:xfrm>
            <a:off x="457200" y="2909621"/>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909621"/>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Bảo đảm chất lượng dữ liệu; thông báo kịp thời cho bên thứ ba khi sai lệch &amp; phối hợp đính chính. </a:t>
            </a:r>
            <a:r>
              <a:rPr lang="en-US" sz="930" b="1">
                <a:solidFill>
                  <a:srgbClr val="FF0000"/>
                </a:solidFill>
                <a:latin typeface="Aptos Narrow" panose="020B0004020202020204" pitchFamily="34" charset="0"/>
                <a:ea typeface="Arial" pitchFamily="34" charset="-122"/>
                <a:cs typeface="Arial" pitchFamily="34" charset="-120"/>
              </a:rPr>
              <a:t>Bảo đảm an ninh mạng cho hệ thống API tối thiểu bằng cấp độ hệ thống GDTT (khoản 3, 4 Điều 15).</a:t>
            </a:r>
            <a:endParaRPr lang="en-US" sz="930">
              <a:solidFill>
                <a:srgbClr val="FF0000"/>
              </a:solidFill>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데이터 품질 보장; 오류 시 제3자에 즉시 통지·정정 협력. API 시스템 사이버보안을 온라인거래 시스템 등급 이상으로 보장(제15조 제3·4항).</a:t>
            </a:r>
            <a:endParaRPr lang="en-US" sz="930">
              <a:latin typeface="Aptos Narrow" panose="020B0004020202020204" pitchFamily="34" charset="0"/>
            </a:endParaRPr>
          </a:p>
        </p:txBody>
      </p:sp>
      <p:sp>
        <p:nvSpPr>
          <p:cNvPr id="26" name="Shape 24"/>
          <p:cNvSpPr/>
          <p:nvPr/>
        </p:nvSpPr>
        <p:spPr>
          <a:xfrm>
            <a:off x="644652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7" name="Shape 25"/>
          <p:cNvSpPr/>
          <p:nvPr/>
        </p:nvSpPr>
        <p:spPr>
          <a:xfrm>
            <a:off x="671169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8" name="Shape 26"/>
          <p:cNvSpPr/>
          <p:nvPr/>
        </p:nvSpPr>
        <p:spPr>
          <a:xfrm>
            <a:off x="717804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909621"/>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Shape 31"/>
          <p:cNvSpPr/>
          <p:nvPr/>
        </p:nvSpPr>
        <p:spPr>
          <a:xfrm>
            <a:off x="457200" y="377098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603504" y="377098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Cung cấp công cụ/chức năng cho phép KH: a) Tra cứu các dữ liệu KH đồng ý </a:t>
            </a:r>
            <a:r>
              <a:rPr lang="en-US" sz="930" b="1" err="1">
                <a:solidFill>
                  <a:srgbClr val="1E2B38"/>
                </a:solidFill>
                <a:latin typeface="Aptos Narrow" panose="020B0004020202020204" pitchFamily="34" charset="0"/>
                <a:ea typeface="Arial" pitchFamily="34" charset="-122"/>
                <a:cs typeface="Arial" pitchFamily="34" charset="-120"/>
              </a:rPr>
              <a:t>cho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bên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thứ</a:t>
            </a:r>
            <a:r>
              <a:rPr lang="en-US" sz="930" b="1">
                <a:solidFill>
                  <a:srgbClr val="1E2B38"/>
                </a:solidFill>
                <a:latin typeface="Aptos Narrow" panose="020B0004020202020204" pitchFamily="34" charset="0"/>
                <a:ea typeface="Arial" pitchFamily="34" charset="-122"/>
                <a:cs typeface="Arial" pitchFamily="34" charset="-120"/>
              </a:rPr>
              <a:t> 3 xử lý; b) Rút lại sự đồng ý theo quy định pháp luật (khoản 5 Điều 15).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고객에게 다음 도구·기능 제공: a) 고객이 처리에 동의한 데이터 조회; b) 법령에 따른 동의 철회(제15조 제5항).</a:t>
            </a:r>
            <a:endParaRPr lang="en-US" sz="930">
              <a:latin typeface="Aptos Narrow" panose="020B0004020202020204" pitchFamily="34" charset="0"/>
            </a:endParaRPr>
          </a:p>
        </p:txBody>
      </p:sp>
      <p:sp>
        <p:nvSpPr>
          <p:cNvPr id="35" name="Shape 33"/>
          <p:cNvSpPr/>
          <p:nvPr/>
        </p:nvSpPr>
        <p:spPr>
          <a:xfrm>
            <a:off x="644652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6" name="Shape 34"/>
          <p:cNvSpPr/>
          <p:nvPr/>
        </p:nvSpPr>
        <p:spPr>
          <a:xfrm>
            <a:off x="671169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7" name="Shape 35"/>
          <p:cNvSpPr/>
          <p:nvPr/>
        </p:nvSpPr>
        <p:spPr>
          <a:xfrm>
            <a:off x="717804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8" name="Shape 36"/>
          <p:cNvSpPr/>
          <p:nvPr/>
        </p:nvSpPr>
        <p:spPr>
          <a:xfrm>
            <a:off x="744321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9" name="Shape 37"/>
          <p:cNvSpPr/>
          <p:nvPr/>
        </p:nvSpPr>
        <p:spPr>
          <a:xfrm>
            <a:off x="790956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817473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Shape 39"/>
          <p:cNvSpPr/>
          <p:nvPr/>
        </p:nvSpPr>
        <p:spPr>
          <a:xfrm>
            <a:off x="8641080" y="3770986"/>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2" name="Text 40"/>
          <p:cNvSpPr/>
          <p:nvPr/>
        </p:nvSpPr>
        <p:spPr>
          <a:xfrm>
            <a:off x="8714232" y="3770986"/>
            <a:ext cx="2944368" cy="861365"/>
          </a:xfrm>
          <a:prstGeom prst="rect">
            <a:avLst/>
          </a:prstGeom>
          <a:noFill/>
          <a:ln/>
        </p:spPr>
        <p:txBody>
          <a:bodyPr wrap="square" lIns="0" tIns="0" rIns="0" bIns="0" rtlCol="0" anchor="ctr"/>
          <a:lstStyle/>
          <a:p>
            <a:pPr marL="0" indent="0">
              <a:lnSpc>
                <a:spcPct val="95000"/>
              </a:lnSpc>
              <a:buNone/>
            </a:pPr>
            <a:endParaRPr lang="en-US" sz="700" i="1">
              <a:solidFill>
                <a:srgbClr val="12436E"/>
              </a:solidFill>
              <a:latin typeface="Aptos Narrow" panose="020B0004020202020204" pitchFamily="34" charset="0"/>
              <a:cs typeface="Arial"/>
            </a:endParaRPr>
          </a:p>
        </p:txBody>
      </p:sp>
      <p:sp>
        <p:nvSpPr>
          <p:cNvPr id="43" name="Shape 41"/>
          <p:cNvSpPr/>
          <p:nvPr/>
        </p:nvSpPr>
        <p:spPr>
          <a:xfrm>
            <a:off x="457200" y="4632350"/>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4" name="Text 42"/>
          <p:cNvSpPr/>
          <p:nvPr/>
        </p:nvSpPr>
        <p:spPr>
          <a:xfrm>
            <a:off x="603504" y="4632350"/>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Thiết lập thời hạn truy vấn thông tin KH sau khi được đồng ý không quá 180 ngày kể từ thời điểm hệ thống ghi nhận sự đồng ý, trừ trường hợp có thỏa thuận khác với KH (khoản 6 Điều 15).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고객 동의 후 정보 조회 기한을 시스템의 동의 기록 시점부터 180일 이내로 설정(고객과 별도 합의 시 제외)(제15조 제6항).</a:t>
            </a:r>
            <a:endParaRPr lang="en-US" sz="930">
              <a:latin typeface="Aptos Narrow" panose="020B0004020202020204" pitchFamily="34" charset="0"/>
            </a:endParaRPr>
          </a:p>
        </p:txBody>
      </p:sp>
      <p:sp>
        <p:nvSpPr>
          <p:cNvPr id="45" name="Shape 43"/>
          <p:cNvSpPr/>
          <p:nvPr/>
        </p:nvSpPr>
        <p:spPr>
          <a:xfrm>
            <a:off x="644652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6" name="Shape 44"/>
          <p:cNvSpPr/>
          <p:nvPr/>
        </p:nvSpPr>
        <p:spPr>
          <a:xfrm>
            <a:off x="671169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7" name="Shape 45"/>
          <p:cNvSpPr/>
          <p:nvPr/>
        </p:nvSpPr>
        <p:spPr>
          <a:xfrm>
            <a:off x="717804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8" name="Shape 46"/>
          <p:cNvSpPr/>
          <p:nvPr/>
        </p:nvSpPr>
        <p:spPr>
          <a:xfrm>
            <a:off x="744321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9" name="Shape 47"/>
          <p:cNvSpPr/>
          <p:nvPr/>
        </p:nvSpPr>
        <p:spPr>
          <a:xfrm>
            <a:off x="790956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0" name="Shape 48"/>
          <p:cNvSpPr/>
          <p:nvPr/>
        </p:nvSpPr>
        <p:spPr>
          <a:xfrm>
            <a:off x="817473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1" name="Shape 49"/>
          <p:cNvSpPr/>
          <p:nvPr/>
        </p:nvSpPr>
        <p:spPr>
          <a:xfrm>
            <a:off x="8641080" y="4632350"/>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2" name="Shape 50"/>
          <p:cNvSpPr/>
          <p:nvPr/>
        </p:nvSpPr>
        <p:spPr>
          <a:xfrm>
            <a:off x="457200" y="5493715"/>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3" name="Text 51"/>
          <p:cNvSpPr/>
          <p:nvPr/>
        </p:nvSpPr>
        <p:spPr>
          <a:xfrm>
            <a:off x="603504" y="5493715"/>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Kiểm soát truy cập API (khoản 7 Điều 15): tích hợp rate limit; ban hành &amp; công khai quy định giới hạn tần suất, phân mức theo nhóm bên thứ ba; tạm ngừng khi bên thứ ba vượt giới hạn; kiểm soát số lượng IP &amp; thời gian truy cập.</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API 접근 통제(제15조 제7항): rate limit 통합; 빈도제한 규정 발행·공개, 제3자 그룹별 차등; 한도 초과 시 일시중단; 접근 IP 수·시간 통제.</a:t>
            </a:r>
            <a:endParaRPr lang="en-US" sz="930">
              <a:latin typeface="Aptos Narrow" panose="020B0004020202020204" pitchFamily="34" charset="0"/>
            </a:endParaRPr>
          </a:p>
        </p:txBody>
      </p:sp>
      <p:sp>
        <p:nvSpPr>
          <p:cNvPr id="54" name="Shape 52"/>
          <p:cNvSpPr/>
          <p:nvPr/>
        </p:nvSpPr>
        <p:spPr>
          <a:xfrm>
            <a:off x="644652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5" name="Shape 53"/>
          <p:cNvSpPr/>
          <p:nvPr/>
        </p:nvSpPr>
        <p:spPr>
          <a:xfrm>
            <a:off x="671169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6" name="Shape 54"/>
          <p:cNvSpPr/>
          <p:nvPr/>
        </p:nvSpPr>
        <p:spPr>
          <a:xfrm>
            <a:off x="717804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7" name="Shape 55"/>
          <p:cNvSpPr/>
          <p:nvPr/>
        </p:nvSpPr>
        <p:spPr>
          <a:xfrm>
            <a:off x="744321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8" name="Shape 56"/>
          <p:cNvSpPr/>
          <p:nvPr/>
        </p:nvSpPr>
        <p:spPr>
          <a:xfrm>
            <a:off x="790956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9" name="Shape 57"/>
          <p:cNvSpPr/>
          <p:nvPr/>
        </p:nvSpPr>
        <p:spPr>
          <a:xfrm>
            <a:off x="817473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0" name="Shape 58"/>
          <p:cNvSpPr/>
          <p:nvPr/>
        </p:nvSpPr>
        <p:spPr>
          <a:xfrm>
            <a:off x="8641080" y="5493715"/>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1" name="Text 59"/>
          <p:cNvSpPr/>
          <p:nvPr/>
        </p:nvSpPr>
        <p:spPr>
          <a:xfrm>
            <a:off x="8714232" y="5493715"/>
            <a:ext cx="2944368" cy="861365"/>
          </a:xfrm>
          <a:prstGeom prst="rect">
            <a:avLst/>
          </a:prstGeom>
          <a:noFill/>
          <a:ln/>
        </p:spPr>
        <p:txBody>
          <a:bodyPr wrap="square" lIns="0" tIns="0" rIns="0" bIns="0" rtlCol="0" anchor="ctr"/>
          <a:lstStyle/>
          <a:p>
            <a:pPr marL="0" indent="0">
              <a:lnSpc>
                <a:spcPct val="95000"/>
              </a:lnSpc>
              <a:buNone/>
            </a:pPr>
            <a:r>
              <a:rPr lang="en-US" sz="740" i="1">
                <a:solidFill>
                  <a:srgbClr val="FF0000"/>
                </a:solidFill>
                <a:latin typeface="Aptos Narrow" panose="020B0004020202020204" pitchFamily="34" charset="0"/>
                <a:ea typeface="Arial" pitchFamily="34" charset="-122"/>
                <a:cs typeface="Arial" pitchFamily="34" charset="-120"/>
              </a:rPr>
              <a:t>Phân mức giới hạn tần suất dựa trên tiêu chí về lượng truy cập API thực tế và mức độ tuân thủ giới hạn của bên thứ ba.</a:t>
            </a:r>
            <a:endParaRPr lang="en-US" sz="740">
              <a:solidFill>
                <a:srgbClr val="FF0000"/>
              </a:solidFill>
              <a:latin typeface="Aptos Narrow" panose="020B0004020202020204" pitchFamily="34" charset="0"/>
            </a:endParaRPr>
          </a:p>
        </p:txBody>
      </p:sp>
      <p:sp>
        <p:nvSpPr>
          <p:cNvPr id="62" name="Text 60"/>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63" name="Text 61"/>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8</a:t>
            </a:r>
            <a:endParaRPr lang="en-US" sz="900">
              <a:latin typeface="Aptos Narrow" panose="020B0004020202020204" pitchFamily="34" charset="0"/>
            </a:endParaRPr>
          </a:p>
        </p:txBody>
      </p:sp>
      <p:pic>
        <p:nvPicPr>
          <p:cNvPr id="65" name="Graphic 64" descr="Tick with solid fill">
            <a:extLst>
              <a:ext uri="{FF2B5EF4-FFF2-40B4-BE49-F238E27FC236}">
                <a16:creationId xmlns:a16="http://schemas.microsoft.com/office/drawing/2014/main" id="{0D252233-5AE1-6F8C-E018-85E42A5189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12040" y="2381517"/>
            <a:ext cx="195331" cy="195331"/>
          </a:xfrm>
          <a:prstGeom prst="rect">
            <a:avLst/>
          </a:prstGeom>
        </p:spPr>
      </p:pic>
      <p:pic>
        <p:nvPicPr>
          <p:cNvPr id="67" name="Graphic 66" descr="Tick with solid fill">
            <a:extLst>
              <a:ext uri="{FF2B5EF4-FFF2-40B4-BE49-F238E27FC236}">
                <a16:creationId xmlns:a16="http://schemas.microsoft.com/office/drawing/2014/main" id="{D79E8289-7854-F48F-6C4B-E7E571B437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14186" y="3252987"/>
            <a:ext cx="195331" cy="195331"/>
          </a:xfrm>
          <a:prstGeom prst="rect">
            <a:avLst/>
          </a:prstGeom>
        </p:spPr>
      </p:pic>
      <p:pic>
        <p:nvPicPr>
          <p:cNvPr id="69" name="Graphic 68" descr="Tick with solid fill">
            <a:extLst>
              <a:ext uri="{FF2B5EF4-FFF2-40B4-BE49-F238E27FC236}">
                <a16:creationId xmlns:a16="http://schemas.microsoft.com/office/drawing/2014/main" id="{9148ECAD-EF85-F9A8-B3FC-A6B84BCBDC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989" y="4100847"/>
            <a:ext cx="195331" cy="195331"/>
          </a:xfrm>
          <a:prstGeom prst="rect">
            <a:avLst/>
          </a:prstGeom>
        </p:spPr>
      </p:pic>
      <p:pic>
        <p:nvPicPr>
          <p:cNvPr id="71" name="Graphic 70" descr="Tick with solid fill">
            <a:extLst>
              <a:ext uri="{FF2B5EF4-FFF2-40B4-BE49-F238E27FC236}">
                <a16:creationId xmlns:a16="http://schemas.microsoft.com/office/drawing/2014/main" id="{FEEBF278-00DB-F849-682B-4540CC58E0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989" y="4970171"/>
            <a:ext cx="195331" cy="195331"/>
          </a:xfrm>
          <a:prstGeom prst="rect">
            <a:avLst/>
          </a:prstGeom>
        </p:spPr>
      </p:pic>
      <p:pic>
        <p:nvPicPr>
          <p:cNvPr id="73" name="Graphic 72" descr="Tick with solid fill">
            <a:extLst>
              <a:ext uri="{FF2B5EF4-FFF2-40B4-BE49-F238E27FC236}">
                <a16:creationId xmlns:a16="http://schemas.microsoft.com/office/drawing/2014/main" id="{EF061ED7-9450-C4F4-2FEC-E2672D717E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989" y="5828762"/>
            <a:ext cx="195331" cy="1953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2 · 제2절 — ĐIỀU 15 — </a:t>
            </a:r>
            <a:r>
              <a:rPr lang="en-US" sz="1150" b="1" kern="0" spc="100">
                <a:solidFill>
                  <a:srgbClr val="0E8C8B"/>
                </a:solidFill>
                <a:latin typeface="Aptos Narrow" panose="020B0004020202020204" pitchFamily="34" charset="0"/>
                <a:ea typeface="NanumGothic" pitchFamily="34" charset="-122"/>
                <a:cs typeface="NanumGothic" pitchFamily="34" charset="-120"/>
              </a:rPr>
              <a:t>제15조 (계속)</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err="1">
                <a:solidFill>
                  <a:srgbClr val="0B2C4D"/>
                </a:solidFill>
                <a:latin typeface="Aptos Narrow" panose="020B0004020202020204" pitchFamily="34" charset="0"/>
                <a:ea typeface="Arial" pitchFamily="34" charset="-122"/>
                <a:cs typeface="Arial" pitchFamily="34" charset="-120"/>
              </a:rPr>
              <a:t>Giám</a:t>
            </a:r>
            <a:r>
              <a:rPr lang="en-US" sz="2100" b="1">
                <a:solidFill>
                  <a:srgbClr val="0B2C4D"/>
                </a:solidFill>
                <a:latin typeface="Aptos Narrow" panose="020B0004020202020204" pitchFamily="34" charset="0"/>
                <a:ea typeface="Arial" pitchFamily="34" charset="-122"/>
                <a:cs typeface="Arial" pitchFamily="34" charset="-120"/>
              </a:rPr>
              <a:t> </a:t>
            </a:r>
            <a:r>
              <a:rPr lang="en-US" sz="2100" b="1" err="1">
                <a:solidFill>
                  <a:srgbClr val="0B2C4D"/>
                </a:solidFill>
                <a:latin typeface="Aptos Narrow" panose="020B0004020202020204" pitchFamily="34" charset="0"/>
                <a:ea typeface="Arial" pitchFamily="34" charset="-122"/>
                <a:cs typeface="Arial" pitchFamily="34" charset="-120"/>
              </a:rPr>
              <a:t>sát</a:t>
            </a:r>
            <a:r>
              <a:rPr lang="en-US" sz="2100" b="1">
                <a:solidFill>
                  <a:srgbClr val="0B2C4D"/>
                </a:solidFill>
                <a:latin typeface="Aptos Narrow" panose="020B0004020202020204" pitchFamily="34" charset="0"/>
                <a:ea typeface="Arial" pitchFamily="34" charset="-122"/>
                <a:cs typeface="Arial" pitchFamily="34" charset="-120"/>
              </a:rPr>
              <a:t> </a:t>
            </a:r>
            <a:r>
              <a:rPr lang="en-US" sz="2100" b="1" err="1">
                <a:solidFill>
                  <a:srgbClr val="0B2C4D"/>
                </a:solidFill>
                <a:latin typeface="Aptos Narrow" panose="020B0004020202020204" pitchFamily="34" charset="0"/>
                <a:ea typeface="Arial" pitchFamily="34" charset="-122"/>
                <a:cs typeface="Arial" pitchFamily="34" charset="-120"/>
              </a:rPr>
              <a:t>và</a:t>
            </a:r>
            <a:r>
              <a:rPr lang="en-US" sz="2100" b="1">
                <a:solidFill>
                  <a:srgbClr val="0B2C4D"/>
                </a:solidFill>
                <a:latin typeface="Aptos Narrow" panose="020B0004020202020204" pitchFamily="34" charset="0"/>
                <a:ea typeface="Arial" pitchFamily="34" charset="-122"/>
                <a:cs typeface="Arial" pitchFamily="34" charset="-120"/>
              </a:rPr>
              <a:t> </a:t>
            </a:r>
            <a:r>
              <a:rPr lang="en-US" sz="2100" b="1" err="1">
                <a:solidFill>
                  <a:srgbClr val="0B2C4D"/>
                </a:solidFill>
                <a:latin typeface="Aptos Narrow" panose="020B0004020202020204" pitchFamily="34" charset="0"/>
                <a:ea typeface="Arial" pitchFamily="34" charset="-122"/>
                <a:cs typeface="Arial" pitchFamily="34" charset="-120"/>
              </a:rPr>
              <a:t>trách</a:t>
            </a:r>
            <a:r>
              <a:rPr lang="en-US" sz="2100" b="1">
                <a:solidFill>
                  <a:srgbClr val="0B2C4D"/>
                </a:solidFill>
                <a:latin typeface="Aptos Narrow" panose="020B0004020202020204" pitchFamily="34" charset="0"/>
                <a:ea typeface="Arial" pitchFamily="34" charset="-122"/>
                <a:cs typeface="Arial" pitchFamily="34" charset="-120"/>
              </a:rPr>
              <a:t> nhiệm quản lý bên thứ ba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err="1">
                <a:solidFill>
                  <a:srgbClr val="5B6B79"/>
                </a:solidFill>
                <a:latin typeface="Aptos Narrow" panose="020B0004020202020204" pitchFamily="34" charset="0"/>
                <a:ea typeface="NanumGothic" pitchFamily="34" charset="-122"/>
                <a:cs typeface="NanumGothic" pitchFamily="34" charset="-120"/>
              </a:rPr>
              <a:t>감시</a:t>
            </a:r>
            <a:r>
              <a:rPr lang="en-US" sz="1300" b="1">
                <a:solidFill>
                  <a:srgbClr val="5B6B79"/>
                </a:solidFill>
                <a:latin typeface="Aptos Narrow" panose="020B0004020202020204" pitchFamily="34" charset="0"/>
                <a:ea typeface="NanumGothic" pitchFamily="34" charset="-122"/>
                <a:cs typeface="NanumGothic" pitchFamily="34" charset="-120"/>
              </a:rPr>
              <a:t> 및 제3자 관리 책임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Triển khai hệ thống </a:t>
            </a:r>
            <a:r>
              <a:rPr lang="en-US" sz="930" b="1" err="1">
                <a:solidFill>
                  <a:srgbClr val="1E2B38"/>
                </a:solidFill>
                <a:latin typeface="Aptos Narrow" panose="020B0004020202020204" pitchFamily="34" charset="0"/>
                <a:ea typeface="Arial" pitchFamily="34" charset="-122"/>
                <a:cs typeface="Arial" pitchFamily="34" charset="-120"/>
              </a:rPr>
              <a:t>thử</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nghiệm</a:t>
            </a:r>
            <a:r>
              <a:rPr lang="en-US" sz="930" b="1">
                <a:solidFill>
                  <a:srgbClr val="1E2B38"/>
                </a:solidFill>
                <a:latin typeface="Aptos Narrow" panose="020B0004020202020204" pitchFamily="34" charset="0"/>
                <a:ea typeface="Arial" pitchFamily="34" charset="-122"/>
                <a:cs typeface="Arial" pitchFamily="34" charset="-120"/>
              </a:rPr>
              <a:t> API &amp; công khai thông tin về hệ thống thử nghiệm trên trang thông tin điện tử chính thức (khoản 8 Điều 15).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API 테스트(sandbox) 시스템 구축 및 공식 전자사이트에 테스트 시스템 정보 공개(제15조 제8항).</a:t>
            </a:r>
            <a:endParaRPr lang="en-US" sz="930">
              <a:latin typeface="Aptos Narrow" panose="020B0004020202020204" pitchFamily="34" charset="0"/>
            </a:endParaRPr>
          </a:p>
        </p:txBody>
      </p:sp>
      <p:sp>
        <p:nvSpPr>
          <p:cNvPr id="17" name="Shape 15"/>
          <p:cNvSpPr/>
          <p:nvPr/>
        </p:nvSpPr>
        <p:spPr>
          <a:xfrm>
            <a:off x="644652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8" name="Shape 16"/>
          <p:cNvSpPr/>
          <p:nvPr/>
        </p:nvSpPr>
        <p:spPr>
          <a:xfrm>
            <a:off x="671169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19" name="Shape 17"/>
          <p:cNvSpPr/>
          <p:nvPr/>
        </p:nvSpPr>
        <p:spPr>
          <a:xfrm>
            <a:off x="717804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861365"/>
          </a:xfrm>
          <a:prstGeom prst="rect">
            <a:avLst/>
          </a:prstGeom>
          <a:solidFill>
            <a:srgbClr val="FFFFFF"/>
          </a:solidFill>
          <a:ln w="6350">
            <a:solidFill>
              <a:srgbClr val="E2E8ED"/>
            </a:solidFill>
            <a:prstDash val="solid"/>
          </a:ln>
        </p:spPr>
        <p:txBody>
          <a:bodyPr/>
          <a:lstStyle/>
          <a:p>
            <a:r>
              <a:rPr lang="en-US" sz="740" i="1" err="1">
                <a:solidFill>
                  <a:srgbClr val="FF0000"/>
                </a:solidFill>
                <a:latin typeface="Aptos Narrow" panose="020B0004020202020204" pitchFamily="34" charset="0"/>
                <a:cs typeface="Arial" pitchFamily="34" charset="-120"/>
              </a:rPr>
              <a:t>Phải</a:t>
            </a:r>
            <a:r>
              <a:rPr lang="en-US" sz="740" i="1">
                <a:solidFill>
                  <a:srgbClr val="FF0000"/>
                </a:solidFill>
                <a:latin typeface="Aptos Narrow" panose="020B0004020202020204" pitchFamily="34" charset="0"/>
                <a:cs typeface="Arial" pitchFamily="34" charset="-120"/>
              </a:rPr>
              <a:t> </a:t>
            </a:r>
            <a:r>
              <a:rPr lang="en-US" sz="740" i="1" err="1">
                <a:solidFill>
                  <a:srgbClr val="FF0000"/>
                </a:solidFill>
                <a:latin typeface="Aptos Narrow" panose="020B0004020202020204" pitchFamily="34" charset="0"/>
                <a:cs typeface="Arial" pitchFamily="34" charset="-120"/>
              </a:rPr>
              <a:t>có</a:t>
            </a:r>
            <a:r>
              <a:rPr lang="en-US" sz="740" i="1">
                <a:solidFill>
                  <a:srgbClr val="FF0000"/>
                </a:solidFill>
                <a:latin typeface="Aptos Narrow" panose="020B0004020202020204" pitchFamily="34" charset="0"/>
                <a:cs typeface="Arial" pitchFamily="34" charset="-120"/>
              </a:rPr>
              <a:t> </a:t>
            </a:r>
            <a:r>
              <a:rPr lang="en-US" sz="740" i="1" err="1">
                <a:solidFill>
                  <a:srgbClr val="FF0000"/>
                </a:solidFill>
                <a:latin typeface="Aptos Narrow" panose="020B0004020202020204" pitchFamily="34" charset="0"/>
                <a:cs typeface="Arial" pitchFamily="34" charset="-120"/>
              </a:rPr>
              <a:t>hệ</a:t>
            </a:r>
            <a:r>
              <a:rPr lang="en-US" sz="740" i="1">
                <a:solidFill>
                  <a:srgbClr val="FF0000"/>
                </a:solidFill>
                <a:latin typeface="Aptos Narrow" panose="020B0004020202020204" pitchFamily="34" charset="0"/>
                <a:cs typeface="Arial" pitchFamily="34" charset="-120"/>
              </a:rPr>
              <a:t> </a:t>
            </a:r>
            <a:r>
              <a:rPr lang="en-US" sz="740" i="1" err="1">
                <a:solidFill>
                  <a:srgbClr val="FF0000"/>
                </a:solidFill>
                <a:latin typeface="Aptos Narrow" panose="020B0004020202020204" pitchFamily="34" charset="0"/>
                <a:cs typeface="Arial" pitchFamily="34" charset="-120"/>
              </a:rPr>
              <a:t>thống</a:t>
            </a:r>
            <a:r>
              <a:rPr lang="en-US" sz="740" i="1">
                <a:solidFill>
                  <a:srgbClr val="FF0000"/>
                </a:solidFill>
                <a:latin typeface="Aptos Narrow" panose="020B0004020202020204" pitchFamily="34" charset="0"/>
                <a:cs typeface="Arial" pitchFamily="34" charset="-120"/>
              </a:rPr>
              <a:t> </a:t>
            </a:r>
            <a:r>
              <a:rPr lang="en-US" sz="740" i="1" err="1">
                <a:solidFill>
                  <a:srgbClr val="FF0000"/>
                </a:solidFill>
                <a:latin typeface="Aptos Narrow" panose="020B0004020202020204" pitchFamily="34" charset="0"/>
                <a:cs typeface="Arial" pitchFamily="34" charset="-120"/>
              </a:rPr>
              <a:t>thử</a:t>
            </a:r>
            <a:r>
              <a:rPr lang="en-US" sz="740" i="1">
                <a:solidFill>
                  <a:srgbClr val="FF0000"/>
                </a:solidFill>
                <a:latin typeface="Aptos Narrow" panose="020B0004020202020204" pitchFamily="34" charset="0"/>
                <a:cs typeface="Arial" pitchFamily="34" charset="-120"/>
              </a:rPr>
              <a:t> </a:t>
            </a:r>
            <a:r>
              <a:rPr lang="en-US" sz="740" i="1" err="1">
                <a:solidFill>
                  <a:srgbClr val="FF0000"/>
                </a:solidFill>
                <a:latin typeface="Aptos Narrow" panose="020B0004020202020204" pitchFamily="34" charset="0"/>
                <a:cs typeface="Arial" pitchFamily="34" charset="-120"/>
              </a:rPr>
              <a:t>nghiệm</a:t>
            </a:r>
            <a:r>
              <a:rPr lang="en-US" sz="740" i="1">
                <a:solidFill>
                  <a:srgbClr val="FF0000"/>
                </a:solidFill>
                <a:latin typeface="Aptos Narrow" panose="020B0004020202020204" pitchFamily="34" charset="0"/>
                <a:cs typeface="Arial" pitchFamily="34" charset="-120"/>
              </a:rPr>
              <a:t> API</a:t>
            </a:r>
          </a:p>
        </p:txBody>
      </p:sp>
      <p:sp>
        <p:nvSpPr>
          <p:cNvPr id="24" name="Shape 22"/>
          <p:cNvSpPr/>
          <p:nvPr/>
        </p:nvSpPr>
        <p:spPr>
          <a:xfrm>
            <a:off x="457200" y="2909621"/>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909621"/>
            <a:ext cx="5733288" cy="861365"/>
          </a:xfrm>
          <a:prstGeom prst="rect">
            <a:avLst/>
          </a:prstGeom>
          <a:noFill/>
          <a:ln/>
        </p:spPr>
        <p:txBody>
          <a:bodyPr wrap="square" lIns="0" tIns="0" rIns="0" bIns="0" rtlCol="0" anchor="ctr"/>
          <a:lstStyle/>
          <a:p>
            <a:pPr marL="0" indent="0">
              <a:lnSpc>
                <a:spcPct val="98000"/>
              </a:lnSpc>
              <a:buNone/>
            </a:pPr>
            <a:r>
              <a:rPr lang="en-US" sz="930" b="1">
                <a:solidFill>
                  <a:srgbClr val="FF0000"/>
                </a:solidFill>
                <a:latin typeface="Aptos Narrow" panose="020B0004020202020204" pitchFamily="34" charset="0"/>
                <a:ea typeface="Arial" pitchFamily="34" charset="-122"/>
                <a:cs typeface="Arial" pitchFamily="34" charset="-120"/>
              </a:rPr>
              <a:t>Chịu trách nhiệm lựa chọn, thẩm định, giám sát &amp; quản lý bên thứ ba; tạm ngừng/chấm dứt kết nối khi vi phạm pháp luật, vi phạm thỏa thuận hoặc có nguy cơ mất an toàn (khoản 9, 10 Điều 15).</a:t>
            </a:r>
            <a:endParaRPr lang="en-US" sz="930">
              <a:solidFill>
                <a:srgbClr val="FF0000"/>
              </a:solidFill>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제3자 선정·심사·감독·관리 책임; 법령·약정 위반 또는 안전 위협 시 연동 일시중단/해지(제15조 제9·10항).</a:t>
            </a:r>
            <a:endParaRPr lang="en-US" sz="930">
              <a:latin typeface="Aptos Narrow" panose="020B0004020202020204" pitchFamily="34" charset="0"/>
            </a:endParaRPr>
          </a:p>
        </p:txBody>
      </p:sp>
      <p:sp>
        <p:nvSpPr>
          <p:cNvPr id="26" name="Shape 24"/>
          <p:cNvSpPr/>
          <p:nvPr/>
        </p:nvSpPr>
        <p:spPr>
          <a:xfrm>
            <a:off x="644652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7" name="Shape 25"/>
          <p:cNvSpPr/>
          <p:nvPr/>
        </p:nvSpPr>
        <p:spPr>
          <a:xfrm>
            <a:off x="671169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8" name="Shape 26"/>
          <p:cNvSpPr/>
          <p:nvPr/>
        </p:nvSpPr>
        <p:spPr>
          <a:xfrm>
            <a:off x="717804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909621"/>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Shape 31"/>
          <p:cNvSpPr/>
          <p:nvPr/>
        </p:nvSpPr>
        <p:spPr>
          <a:xfrm>
            <a:off x="457200" y="377098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603504" y="377098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Cập nhật hoặc thu hồi quyền truy cập dữ liệu của bên thứ ba khi có thay đổi theo hợp đồng (khoản 11 Điều 15).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계약 변경 시 제3자의 데이터 접근 권한 갱신 또는 회수(제15조 제11항).</a:t>
            </a:r>
            <a:endParaRPr lang="en-US" sz="930">
              <a:latin typeface="Aptos Narrow" panose="020B0004020202020204" pitchFamily="34" charset="0"/>
            </a:endParaRPr>
          </a:p>
        </p:txBody>
      </p:sp>
      <p:sp>
        <p:nvSpPr>
          <p:cNvPr id="35" name="Shape 33"/>
          <p:cNvSpPr/>
          <p:nvPr/>
        </p:nvSpPr>
        <p:spPr>
          <a:xfrm>
            <a:off x="644652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6" name="Shape 34"/>
          <p:cNvSpPr/>
          <p:nvPr/>
        </p:nvSpPr>
        <p:spPr>
          <a:xfrm>
            <a:off x="671169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7" name="Shape 35"/>
          <p:cNvSpPr/>
          <p:nvPr/>
        </p:nvSpPr>
        <p:spPr>
          <a:xfrm>
            <a:off x="717804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8" name="Shape 36"/>
          <p:cNvSpPr/>
          <p:nvPr/>
        </p:nvSpPr>
        <p:spPr>
          <a:xfrm>
            <a:off x="744321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9" name="Shape 37"/>
          <p:cNvSpPr/>
          <p:nvPr/>
        </p:nvSpPr>
        <p:spPr>
          <a:xfrm>
            <a:off x="790956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817473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Shape 39"/>
          <p:cNvSpPr/>
          <p:nvPr/>
        </p:nvSpPr>
        <p:spPr>
          <a:xfrm>
            <a:off x="8641080" y="3770986"/>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2" name="Shape 40"/>
          <p:cNvSpPr/>
          <p:nvPr/>
        </p:nvSpPr>
        <p:spPr>
          <a:xfrm>
            <a:off x="457200" y="4632350"/>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3" name="Text 41"/>
          <p:cNvSpPr/>
          <p:nvPr/>
        </p:nvSpPr>
        <p:spPr>
          <a:xfrm>
            <a:off x="603504" y="4632350"/>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Giám sát hoạt động truy cập (khoản 12): có giải pháp phát hiện &amp; ngăn chặn truy cập bất thường/trái phép; ghi nhật ký toàn bộ việc sử dụng API để phục vụ kiểm tra (khoản 12 Điều 15).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접근활동 감시(제12항): 비정상·무단 접근 탐지·차단 솔루션 보유; 검사 대비 API 사용 전체 로그 기록(제15조 제12항).</a:t>
            </a:r>
            <a:endParaRPr lang="en-US" sz="930">
              <a:latin typeface="Aptos Narrow" panose="020B0004020202020204" pitchFamily="34" charset="0"/>
            </a:endParaRPr>
          </a:p>
        </p:txBody>
      </p:sp>
      <p:sp>
        <p:nvSpPr>
          <p:cNvPr id="44" name="Shape 42"/>
          <p:cNvSpPr/>
          <p:nvPr/>
        </p:nvSpPr>
        <p:spPr>
          <a:xfrm>
            <a:off x="644652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5" name="Shape 43"/>
          <p:cNvSpPr/>
          <p:nvPr/>
        </p:nvSpPr>
        <p:spPr>
          <a:xfrm>
            <a:off x="671169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6" name="Shape 44"/>
          <p:cNvSpPr/>
          <p:nvPr/>
        </p:nvSpPr>
        <p:spPr>
          <a:xfrm>
            <a:off x="717804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7" name="Shape 45"/>
          <p:cNvSpPr/>
          <p:nvPr/>
        </p:nvSpPr>
        <p:spPr>
          <a:xfrm>
            <a:off x="744321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8" name="Shape 46"/>
          <p:cNvSpPr/>
          <p:nvPr/>
        </p:nvSpPr>
        <p:spPr>
          <a:xfrm>
            <a:off x="790956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9" name="Shape 47"/>
          <p:cNvSpPr/>
          <p:nvPr/>
        </p:nvSpPr>
        <p:spPr>
          <a:xfrm>
            <a:off x="817473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0" name="Shape 48"/>
          <p:cNvSpPr/>
          <p:nvPr/>
        </p:nvSpPr>
        <p:spPr>
          <a:xfrm>
            <a:off x="8641080" y="4632350"/>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1" name="Shape 49"/>
          <p:cNvSpPr/>
          <p:nvPr/>
        </p:nvSpPr>
        <p:spPr>
          <a:xfrm>
            <a:off x="457200" y="5493715"/>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2" name="Text 50"/>
          <p:cNvSpPr/>
          <p:nvPr/>
        </p:nvSpPr>
        <p:spPr>
          <a:xfrm>
            <a:off x="603504" y="5493715"/>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Cung cấp thông tin cho KH về dịch vụ API &amp; rủi ro khi sử dụng; phối hợp bên thứ ba &amp; cơ quan có thẩm quyền giải quyết tranh chấp; chịu trách nhiệm trước pháp luật về quản lý kết nối qua API (khoản 13, 14, 15 Điều 15).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고객에게 API 서비스 및 이용 위험 정보 제공; 제3자·관할기관과 분쟁 해결 협력; API 연동 관리에 대한 법적 책임(제15조 제13·14·15항).</a:t>
            </a:r>
            <a:endParaRPr lang="en-US" sz="930">
              <a:latin typeface="Aptos Narrow" panose="020B0004020202020204" pitchFamily="34" charset="0"/>
            </a:endParaRPr>
          </a:p>
        </p:txBody>
      </p:sp>
      <p:sp>
        <p:nvSpPr>
          <p:cNvPr id="53" name="Shape 51"/>
          <p:cNvSpPr/>
          <p:nvPr/>
        </p:nvSpPr>
        <p:spPr>
          <a:xfrm>
            <a:off x="644652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4" name="Shape 52"/>
          <p:cNvSpPr/>
          <p:nvPr/>
        </p:nvSpPr>
        <p:spPr>
          <a:xfrm>
            <a:off x="671169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5" name="Shape 53"/>
          <p:cNvSpPr/>
          <p:nvPr/>
        </p:nvSpPr>
        <p:spPr>
          <a:xfrm>
            <a:off x="717804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6" name="Shape 54"/>
          <p:cNvSpPr/>
          <p:nvPr/>
        </p:nvSpPr>
        <p:spPr>
          <a:xfrm>
            <a:off x="744321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7" name="Shape 55"/>
          <p:cNvSpPr/>
          <p:nvPr/>
        </p:nvSpPr>
        <p:spPr>
          <a:xfrm>
            <a:off x="790956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8" name="Shape 56"/>
          <p:cNvSpPr/>
          <p:nvPr/>
        </p:nvSpPr>
        <p:spPr>
          <a:xfrm>
            <a:off x="817473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9" name="Shape 57"/>
          <p:cNvSpPr/>
          <p:nvPr/>
        </p:nvSpPr>
        <p:spPr>
          <a:xfrm>
            <a:off x="8641080" y="5493715"/>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0" name="Text 58"/>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61" name="Text 59"/>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9</a:t>
            </a:r>
            <a:endParaRPr lang="en-US" sz="900">
              <a:latin typeface="Aptos Narrow" panose="020B0004020202020204" pitchFamily="34" charset="0"/>
            </a:endParaRPr>
          </a:p>
        </p:txBody>
      </p:sp>
      <p:pic>
        <p:nvPicPr>
          <p:cNvPr id="64" name="Graphic 63" descr="Tick with solid fill">
            <a:extLst>
              <a:ext uri="{FF2B5EF4-FFF2-40B4-BE49-F238E27FC236}">
                <a16:creationId xmlns:a16="http://schemas.microsoft.com/office/drawing/2014/main" id="{1118D037-EC7B-2B60-B53D-09DA6274FD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24918" y="2383663"/>
            <a:ext cx="195331" cy="195331"/>
          </a:xfrm>
          <a:prstGeom prst="rect">
            <a:avLst/>
          </a:prstGeom>
        </p:spPr>
      </p:pic>
      <p:pic>
        <p:nvPicPr>
          <p:cNvPr id="66" name="Graphic 65" descr="Tick with solid fill">
            <a:extLst>
              <a:ext uri="{FF2B5EF4-FFF2-40B4-BE49-F238E27FC236}">
                <a16:creationId xmlns:a16="http://schemas.microsoft.com/office/drawing/2014/main" id="{076257C2-5701-BEA8-EEA5-02B4C1525E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989" y="4100846"/>
            <a:ext cx="195331" cy="195331"/>
          </a:xfrm>
          <a:prstGeom prst="rect">
            <a:avLst/>
          </a:prstGeom>
        </p:spPr>
      </p:pic>
      <p:pic>
        <p:nvPicPr>
          <p:cNvPr id="68" name="Graphic 67" descr="Tick with solid fill">
            <a:extLst>
              <a:ext uri="{FF2B5EF4-FFF2-40B4-BE49-F238E27FC236}">
                <a16:creationId xmlns:a16="http://schemas.microsoft.com/office/drawing/2014/main" id="{1EB9C431-3D42-AC5F-4DF9-38A245CEFA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989" y="4970170"/>
            <a:ext cx="195331" cy="195331"/>
          </a:xfrm>
          <a:prstGeom prst="rect">
            <a:avLst/>
          </a:prstGeom>
        </p:spPr>
      </p:pic>
      <p:pic>
        <p:nvPicPr>
          <p:cNvPr id="70" name="Graphic 69" descr="Tick with solid fill">
            <a:extLst>
              <a:ext uri="{FF2B5EF4-FFF2-40B4-BE49-F238E27FC236}">
                <a16:creationId xmlns:a16="http://schemas.microsoft.com/office/drawing/2014/main" id="{216C1A12-25DE-8FEB-9D13-A34A6DCF46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989" y="5828762"/>
            <a:ext cx="195331" cy="195331"/>
          </a:xfrm>
          <a:prstGeom prst="rect">
            <a:avLst/>
          </a:prstGeom>
        </p:spPr>
      </p:pic>
      <p:pic>
        <p:nvPicPr>
          <p:cNvPr id="72" name="Graphic 71" descr="Tick with solid fill">
            <a:extLst>
              <a:ext uri="{FF2B5EF4-FFF2-40B4-BE49-F238E27FC236}">
                <a16:creationId xmlns:a16="http://schemas.microsoft.com/office/drawing/2014/main" id="{1A6E50CF-56B4-1937-D71E-DD68DE894F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12040" y="3240108"/>
            <a:ext cx="195331" cy="19533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2 · 제2절 — ĐIỀU 31 — </a:t>
            </a:r>
            <a:r>
              <a:rPr lang="en-US" sz="1150" b="1" kern="0" spc="100">
                <a:solidFill>
                  <a:srgbClr val="0E8C8B"/>
                </a:solidFill>
                <a:latin typeface="Aptos Narrow" panose="020B0004020202020204" pitchFamily="34" charset="0"/>
                <a:ea typeface="NanumGothic" pitchFamily="34" charset="-122"/>
                <a:cs typeface="NanumGothic" pitchFamily="34" charset="-120"/>
              </a:rPr>
              <a:t>제31조 (Comp, Legal, Mr Hoang, Mr Duc)</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Điều khoản chuyển tiếp đối với API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API 관련 경과 규정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1188720"/>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Tổ chức cung cấp dịch vụ đã kết nối, xử lý dữ liệu với bên thứ ba qua API: </a:t>
            </a:r>
            <a:r>
              <a:rPr lang="en-US" sz="930" b="1">
                <a:solidFill>
                  <a:srgbClr val="FF0000"/>
                </a:solidFill>
                <a:latin typeface="Aptos Narrow" panose="020B0004020202020204" pitchFamily="34" charset="0"/>
                <a:ea typeface="Arial" pitchFamily="34" charset="-122"/>
                <a:cs typeface="Arial" pitchFamily="34" charset="-120"/>
              </a:rPr>
              <a:t>lập danh mục các API đang triển khai &amp; thông tin chi tiết bảo đảm tuân thủ Thông tư, gửi UBCKNN trong thời hạn 03 tháng kể từ ngày Thông tư có hiệu lực (Điều 31).</a:t>
            </a:r>
            <a:endParaRPr lang="en-US" sz="930">
              <a:solidFill>
                <a:srgbClr val="FF0000"/>
              </a:solidFill>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제3자와 API로 연동·데이터 처리 중인 서비스 제공기관: 시행규칙 준수를 보장하는 도입 중 API 목록 및 상세정보를 작성하여 시행일로부터 3개월 이내 UBCKNN에 제출(제31조).</a:t>
            </a:r>
            <a:endParaRPr lang="en-US" sz="930">
              <a:latin typeface="Aptos Narrow" panose="020B0004020202020204" pitchFamily="34" charset="0"/>
            </a:endParaRPr>
          </a:p>
        </p:txBody>
      </p:sp>
      <p:sp>
        <p:nvSpPr>
          <p:cNvPr id="17" name="Shape 15"/>
          <p:cNvSpPr/>
          <p:nvPr/>
        </p:nvSpPr>
        <p:spPr>
          <a:xfrm>
            <a:off x="644652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8" name="Shape 16"/>
          <p:cNvSpPr/>
          <p:nvPr/>
        </p:nvSpPr>
        <p:spPr>
          <a:xfrm>
            <a:off x="6711696" y="254203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19" name="Shape 17"/>
          <p:cNvSpPr/>
          <p:nvPr/>
        </p:nvSpPr>
        <p:spPr>
          <a:xfrm>
            <a:off x="717804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542032"/>
            <a:ext cx="201168" cy="201168"/>
          </a:xfrm>
          <a:prstGeom prst="rect">
            <a:avLst/>
          </a:prstGeom>
          <a:solidFill>
            <a:srgbClr val="FFFFFF"/>
          </a:solidFill>
          <a:ln w="15240">
            <a:solidFill>
              <a:schemeClr val="tx2">
                <a:lumMod val="50000"/>
                <a:lumOff val="50000"/>
              </a:schemeClr>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54203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4" name="Text 22"/>
          <p:cNvSpPr/>
          <p:nvPr/>
        </p:nvSpPr>
        <p:spPr>
          <a:xfrm>
            <a:off x="8714232" y="2048256"/>
            <a:ext cx="2944368" cy="1188720"/>
          </a:xfrm>
          <a:prstGeom prst="rect">
            <a:avLst/>
          </a:prstGeom>
          <a:noFill/>
          <a:ln/>
        </p:spPr>
        <p:txBody>
          <a:bodyPr wrap="square" lIns="0" tIns="0" rIns="0" bIns="0" rtlCol="0" anchor="ctr"/>
          <a:lstStyle/>
          <a:p>
            <a:pPr marL="0" indent="0">
              <a:lnSpc>
                <a:spcPct val="95000"/>
              </a:lnSpc>
              <a:buNone/>
            </a:pPr>
            <a:r>
              <a:rPr lang="en-US" sz="740" i="1">
                <a:solidFill>
                  <a:srgbClr val="12436E"/>
                </a:solidFill>
                <a:latin typeface="Aptos Narrow" panose="020B0004020202020204" pitchFamily="34" charset="0"/>
                <a:ea typeface="Arial" pitchFamily="34" charset="-122"/>
                <a:cs typeface="Arial" pitchFamily="34" charset="-120"/>
              </a:rPr>
              <a:t>Điều khoản chuyển tiếp — Điều 31.</a:t>
            </a:r>
            <a:endParaRPr lang="en-US" sz="740">
              <a:latin typeface="Aptos Narrow" panose="020B0004020202020204" pitchFamily="34" charset="0"/>
            </a:endParaRPr>
          </a:p>
        </p:txBody>
      </p:sp>
      <p:sp>
        <p:nvSpPr>
          <p:cNvPr id="35" name="Text 33"/>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36" name="Text 34"/>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10</a:t>
            </a:r>
            <a:endParaRPr lang="en-US" sz="900">
              <a:latin typeface="Aptos Narrow" panose="020B0004020202020204" pitchFamily="34" charset="0"/>
            </a:endParaRPr>
          </a:p>
        </p:txBody>
      </p:sp>
      <p:pic>
        <p:nvPicPr>
          <p:cNvPr id="26" name="Graphic 25" descr="Tick with solid fill">
            <a:extLst>
              <a:ext uri="{FF2B5EF4-FFF2-40B4-BE49-F238E27FC236}">
                <a16:creationId xmlns:a16="http://schemas.microsoft.com/office/drawing/2014/main" id="{5A79E416-45A2-D4BE-9F3F-901BF8F6CE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989" y="2555381"/>
            <a:ext cx="195331" cy="1953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chemeClr val="bg2">
            <a:lumMod val="90000"/>
          </a:schemeClr>
        </a:solidFill>
        <a:effectLst/>
      </p:bgPr>
    </p:bg>
    <p:spTree>
      <p:nvGrpSpPr>
        <p:cNvPr id="1" name=""/>
        <p:cNvGrpSpPr/>
        <p:nvPr/>
      </p:nvGrpSpPr>
      <p:grpSpPr>
        <a:xfrm>
          <a:off x="0" y="0"/>
          <a:ext cx="0" cy="0"/>
          <a:chOff x="0" y="0"/>
          <a:chExt cx="0" cy="0"/>
        </a:xfrm>
      </p:grpSpPr>
      <p:sp>
        <p:nvSpPr>
          <p:cNvPr id="4" name="Text 2"/>
          <p:cNvSpPr/>
          <p:nvPr/>
        </p:nvSpPr>
        <p:spPr>
          <a:xfrm>
            <a:off x="822960" y="1371600"/>
            <a:ext cx="10058400" cy="457200"/>
          </a:xfrm>
          <a:prstGeom prst="rect">
            <a:avLst/>
          </a:prstGeom>
          <a:noFill/>
          <a:ln/>
        </p:spPr>
        <p:txBody>
          <a:bodyPr wrap="square" lIns="0" tIns="0" rIns="0" bIns="0" rtlCol="0" anchor="ctr"/>
          <a:lstStyle/>
          <a:p>
            <a:pPr marL="0" indent="0">
              <a:buNone/>
            </a:pPr>
            <a:r>
              <a:rPr lang="en-US" sz="1500" b="1" kern="0" spc="100">
                <a:latin typeface="Arial" pitchFamily="34" charset="0"/>
                <a:ea typeface="Arial" pitchFamily="34" charset="-122"/>
                <a:cs typeface="Arial" pitchFamily="34" charset="-120"/>
              </a:rPr>
              <a:t>MỤC 3 · </a:t>
            </a:r>
            <a:r>
              <a:rPr lang="en-US" sz="1500" b="1" kern="0" spc="100">
                <a:latin typeface="NanumGothic" pitchFamily="34" charset="0"/>
                <a:ea typeface="NanumGothic" pitchFamily="34" charset="-122"/>
                <a:cs typeface="NanumGothic" pitchFamily="34" charset="-120"/>
              </a:rPr>
              <a:t>제3절</a:t>
            </a:r>
            <a:endParaRPr lang="en-US" sz="1500"/>
          </a:p>
        </p:txBody>
      </p:sp>
      <p:sp>
        <p:nvSpPr>
          <p:cNvPr id="7" name="Text 4"/>
          <p:cNvSpPr/>
          <p:nvPr/>
        </p:nvSpPr>
        <p:spPr>
          <a:xfrm>
            <a:off x="822960" y="1885774"/>
            <a:ext cx="9144000" cy="640080"/>
          </a:xfrm>
          <a:prstGeom prst="rect">
            <a:avLst/>
          </a:prstGeom>
          <a:noFill/>
          <a:ln/>
        </p:spPr>
        <p:txBody>
          <a:bodyPr wrap="square" lIns="0" tIns="0" rIns="0" bIns="0" rtlCol="0" anchor="ctr"/>
          <a:lstStyle/>
          <a:p>
            <a:pPr marL="0" indent="0">
              <a:buNone/>
            </a:pPr>
            <a:r>
              <a:rPr lang="en-US" sz="2600" b="1">
                <a:latin typeface="Arial" pitchFamily="34" charset="0"/>
                <a:ea typeface="Arial" pitchFamily="34" charset="-122"/>
                <a:cs typeface="Arial" pitchFamily="34" charset="-120"/>
              </a:rPr>
              <a:t>Hạ tầng kỹ thuật, an ninh bảo mật &amp; lưu trữ dữ liệu</a:t>
            </a:r>
            <a:endParaRPr lang="en-US" sz="2600"/>
          </a:p>
        </p:txBody>
      </p:sp>
      <p:sp>
        <p:nvSpPr>
          <p:cNvPr id="8" name="Text 5"/>
          <p:cNvSpPr/>
          <p:nvPr/>
        </p:nvSpPr>
        <p:spPr>
          <a:xfrm>
            <a:off x="822960" y="2468880"/>
            <a:ext cx="9144000" cy="548640"/>
          </a:xfrm>
          <a:prstGeom prst="rect">
            <a:avLst/>
          </a:prstGeom>
          <a:noFill/>
          <a:ln/>
        </p:spPr>
        <p:txBody>
          <a:bodyPr wrap="square" lIns="0" tIns="0" rIns="0" bIns="0" rtlCol="0" anchor="ctr"/>
          <a:lstStyle/>
          <a:p>
            <a:pPr marL="0" indent="0">
              <a:buNone/>
            </a:pPr>
            <a:r>
              <a:rPr lang="en-US" sz="1800" b="1">
                <a:latin typeface="NanumGothic" pitchFamily="34" charset="0"/>
                <a:ea typeface="NanumGothic" pitchFamily="34" charset="-122"/>
                <a:cs typeface="NanumGothic" pitchFamily="34" charset="-120"/>
              </a:rPr>
              <a:t>기술 인프라, 정보보안 및 데이터 보관</a:t>
            </a:r>
            <a:endParaRPr lang="en-US" sz="1800"/>
          </a:p>
        </p:txBody>
      </p:sp>
      <p:sp>
        <p:nvSpPr>
          <p:cNvPr id="9" name="Text 6"/>
          <p:cNvSpPr/>
          <p:nvPr/>
        </p:nvSpPr>
        <p:spPr>
          <a:xfrm>
            <a:off x="822960" y="3657600"/>
            <a:ext cx="10515600" cy="457200"/>
          </a:xfrm>
          <a:prstGeom prst="rect">
            <a:avLst/>
          </a:prstGeom>
          <a:noFill/>
          <a:ln/>
        </p:spPr>
        <p:txBody>
          <a:bodyPr wrap="square" lIns="0" tIns="0" rIns="0" bIns="0" rtlCol="0" anchor="ctr"/>
          <a:lstStyle/>
          <a:p>
            <a:pPr marL="0" indent="0">
              <a:buNone/>
            </a:pPr>
            <a:r>
              <a:rPr lang="en-US" sz="1350">
                <a:latin typeface="Arial" pitchFamily="34" charset="0"/>
                <a:ea typeface="Arial" pitchFamily="34" charset="-122"/>
                <a:cs typeface="Arial" pitchFamily="34" charset="-120"/>
              </a:rPr>
              <a:t>Điều 16–22 / 제16~22조 · Áp dụng cho công ty chứng khoán &amp; tổ chức liên quan  ·  </a:t>
            </a:r>
            <a:r>
              <a:rPr lang="en-US" sz="1350">
                <a:latin typeface="NanumGothic" pitchFamily="34" charset="0"/>
                <a:ea typeface="NanumGothic" pitchFamily="34" charset="-122"/>
                <a:cs typeface="NanumGothic" pitchFamily="34" charset="-120"/>
              </a:rPr>
              <a:t>증권회사 및 관련 기관 적용</a:t>
            </a:r>
            <a:endParaRPr lang="en-US" sz="1350"/>
          </a:p>
        </p:txBody>
      </p:sp>
      <p:sp>
        <p:nvSpPr>
          <p:cNvPr id="10" name="Text 7"/>
          <p:cNvSpPr/>
          <p:nvPr/>
        </p:nvSpPr>
        <p:spPr>
          <a:xfrm>
            <a:off x="822960" y="5029200"/>
            <a:ext cx="10332720" cy="365760"/>
          </a:xfrm>
          <a:prstGeom prst="rect">
            <a:avLst/>
          </a:prstGeom>
          <a:noFill/>
          <a:ln/>
        </p:spPr>
        <p:txBody>
          <a:bodyPr wrap="square" lIns="0" tIns="0" rIns="0" bIns="0" rtlCol="0" anchor="ctr"/>
          <a:lstStyle/>
          <a:p>
            <a:pPr marL="0" indent="0">
              <a:buNone/>
            </a:pPr>
            <a:r>
              <a:rPr lang="en-US" sz="1200" i="1">
                <a:latin typeface="Arial" pitchFamily="34" charset="0"/>
                <a:ea typeface="Arial" pitchFamily="34" charset="-122"/>
                <a:cs typeface="Arial" pitchFamily="34" charset="-120"/>
              </a:rPr>
              <a:t>Cách dùng: đánh dấu vào cột Có / Không / Không áp dụng (N/A) cho từng yêu cầu; ghi chú bằng chứng tuân thủ.</a:t>
            </a:r>
            <a:endParaRPr lang="en-US" sz="1200"/>
          </a:p>
        </p:txBody>
      </p:sp>
      <p:sp>
        <p:nvSpPr>
          <p:cNvPr id="11" name="Text 8"/>
          <p:cNvSpPr/>
          <p:nvPr/>
        </p:nvSpPr>
        <p:spPr>
          <a:xfrm>
            <a:off x="822960" y="5413248"/>
            <a:ext cx="10332720" cy="365760"/>
          </a:xfrm>
          <a:prstGeom prst="rect">
            <a:avLst/>
          </a:prstGeom>
          <a:noFill/>
          <a:ln/>
        </p:spPr>
        <p:txBody>
          <a:bodyPr wrap="square" lIns="0" tIns="0" rIns="0" bIns="0" rtlCol="0" anchor="ctr"/>
          <a:lstStyle/>
          <a:p>
            <a:pPr marL="0" indent="0">
              <a:buNone/>
            </a:pPr>
            <a:r>
              <a:rPr lang="en-US" sz="1200" i="1">
                <a:latin typeface="NanumGothic" pitchFamily="34" charset="0"/>
                <a:ea typeface="NanumGothic" pitchFamily="34" charset="-122"/>
                <a:cs typeface="NanumGothic" pitchFamily="34" charset="-120"/>
              </a:rPr>
              <a:t>사용법: 각 요건에 대해 예 / 아니오 / 해당없음(N/A) 칸에 표시하고, 준수 근거를 비고란에 기재하십시오.</a:t>
            </a:r>
            <a:endParaRPr lang="en-US" sz="1200"/>
          </a:p>
        </p:txBody>
      </p:sp>
      <p:sp>
        <p:nvSpPr>
          <p:cNvPr id="12" name="Text 9"/>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latin typeface="Arial" pitchFamily="34" charset="0"/>
                <a:ea typeface="Arial" pitchFamily="34" charset="-122"/>
                <a:cs typeface="Arial" pitchFamily="34" charset="-120"/>
              </a:rPr>
              <a:t>11</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3 · 제3절 — ĐIỀU 16–17 — </a:t>
            </a:r>
            <a:r>
              <a:rPr lang="en-US" sz="1150" b="1" kern="0" spc="100">
                <a:solidFill>
                  <a:srgbClr val="0E8C8B"/>
                </a:solidFill>
                <a:latin typeface="Aptos Narrow" panose="020B0004020202020204" pitchFamily="34" charset="0"/>
                <a:ea typeface="NanumGothic" pitchFamily="34" charset="-122"/>
                <a:cs typeface="NanumGothic" pitchFamily="34" charset="-120"/>
              </a:rPr>
              <a:t>제16~17조 (Mr Van Main, Mr Choi)</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Yêu cầu chung &amp; hệ thống máy chủ</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일반 요건 및 서버 시스템</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Tuân </a:t>
            </a:r>
            <a:r>
              <a:rPr lang="en-US" sz="930" b="1" err="1">
                <a:solidFill>
                  <a:srgbClr val="1E2B38"/>
                </a:solidFill>
                <a:latin typeface="Aptos Narrow" panose="020B0004020202020204" pitchFamily="34" charset="0"/>
                <a:ea typeface="Arial" pitchFamily="34" charset="-122"/>
                <a:cs typeface="Arial" pitchFamily="34" charset="-120"/>
              </a:rPr>
              <a:t>thủ</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bảo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vệ</a:t>
            </a:r>
            <a:r>
              <a:rPr lang="en-US" sz="930" b="1">
                <a:solidFill>
                  <a:srgbClr val="1E2B38"/>
                </a:solidFill>
                <a:latin typeface="Aptos Narrow" panose="020B0004020202020204" pitchFamily="34" charset="0"/>
                <a:ea typeface="Arial" pitchFamily="34" charset="-122"/>
                <a:cs typeface="Arial" pitchFamily="34" charset="-120"/>
              </a:rPr>
              <a:t> ANM </a:t>
            </a:r>
            <a:r>
              <a:rPr lang="en-US" sz="930" b="1" err="1">
                <a:solidFill>
                  <a:srgbClr val="1E2B38"/>
                </a:solidFill>
                <a:latin typeface="Aptos Narrow" panose="020B0004020202020204" pitchFamily="34" charset="0"/>
                <a:ea typeface="Arial" pitchFamily="34" charset="-122"/>
                <a:cs typeface="Arial" pitchFamily="34" charset="-120"/>
              </a:rPr>
              <a:t>theo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cấp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độ</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trực</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tiếp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quản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lý</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vận</a:t>
            </a:r>
            <a:r>
              <a:rPr lang="en-US" sz="930" b="1">
                <a:solidFill>
                  <a:srgbClr val="1E2B38"/>
                </a:solidFill>
                <a:latin typeface="Aptos Narrow" panose="020B0004020202020204" pitchFamily="34" charset="0"/>
                <a:ea typeface="Arial" pitchFamily="34" charset="-122"/>
                <a:cs typeface="Arial" pitchFamily="34" charset="-120"/>
              </a:rPr>
              <a:t> hành </a:t>
            </a:r>
            <a:r>
              <a:rPr lang="en-US" sz="930" b="1" err="1">
                <a:solidFill>
                  <a:srgbClr val="1E2B38"/>
                </a:solidFill>
                <a:latin typeface="Aptos Narrow" panose="020B0004020202020204" pitchFamily="34" charset="0"/>
                <a:ea typeface="Arial" pitchFamily="34" charset="-122"/>
                <a:cs typeface="Arial" pitchFamily="34" charset="-120"/>
              </a:rPr>
              <a:t>hệ</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thống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thiết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bị</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có</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bản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quyền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nguồn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gốc</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rõ</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ràng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có</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kế</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hoạch</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nâng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cấp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thay</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thế</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thiết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bị</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sắp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hết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vòng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đời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trang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thiết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bị</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hạ</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tầng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có</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khả</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năng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cài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đặt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phiên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bản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phần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mềm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mới</a:t>
            </a:r>
            <a:r>
              <a:rPr lang="en-US" sz="930" b="1">
                <a:solidFill>
                  <a:srgbClr val="1E2B38"/>
                </a:solidFill>
                <a:latin typeface="Aptos Narrow" panose="020B0004020202020204" pitchFamily="34" charset="0"/>
                <a:ea typeface="Arial" pitchFamily="34" charset="-122"/>
                <a:cs typeface="Arial" pitchFamily="34" charset="-120"/>
              </a:rPr>
              <a:t> (Điều 16).</a:t>
            </a:r>
            <a:endParaRPr lang="en-US" sz="930">
              <a:latin typeface="Aptos Narrow" panose="020B0004020202020204" pitchFamily="34" charset="0"/>
            </a:endParaRPr>
          </a:p>
          <a:p>
            <a:pPr marL="0" indent="0">
              <a:lnSpc>
                <a:spcPct val="98000"/>
              </a:lnSpc>
              <a:buNone/>
            </a:pPr>
            <a:r>
              <a:rPr lang="en-US" sz="850" err="1">
                <a:solidFill>
                  <a:srgbClr val="5B6B79"/>
                </a:solidFill>
                <a:latin typeface="Aptos Narrow" panose="020B0004020202020204" pitchFamily="34" charset="0"/>
                <a:ea typeface="NanumGothic" pitchFamily="34" charset="-122"/>
                <a:cs typeface="NanumGothic" pitchFamily="34" charset="-120"/>
              </a:rPr>
              <a:t>등급별</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사이버보안</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준수</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시스템</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직접</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관리·운영</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정품·출처</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명확</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장비</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수명</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임박</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장비</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교체</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계획</a:t>
            </a:r>
            <a:r>
              <a:rPr lang="en-US" sz="850">
                <a:solidFill>
                  <a:srgbClr val="5B6B79"/>
                </a:solidFill>
                <a:latin typeface="Aptos Narrow" panose="020B0004020202020204" pitchFamily="34" charset="0"/>
                <a:ea typeface="NanumGothic" pitchFamily="34" charset="-122"/>
                <a:cs typeface="NanumGothic" pitchFamily="34" charset="-120"/>
              </a:rPr>
              <a:t> 및 </a:t>
            </a:r>
            <a:r>
              <a:rPr lang="en-US" sz="850" err="1">
                <a:solidFill>
                  <a:srgbClr val="5B6B79"/>
                </a:solidFill>
                <a:latin typeface="Aptos Narrow" panose="020B0004020202020204" pitchFamily="34" charset="0"/>
                <a:ea typeface="NanumGothic" pitchFamily="34" charset="-122"/>
                <a:cs typeface="NanumGothic" pitchFamily="34" charset="-120"/>
              </a:rPr>
              <a:t>신규</a:t>
            </a:r>
            <a:r>
              <a:rPr lang="en-US" sz="850">
                <a:solidFill>
                  <a:srgbClr val="5B6B79"/>
                </a:solidFill>
                <a:latin typeface="Aptos Narrow" panose="020B0004020202020204" pitchFamily="34" charset="0"/>
                <a:ea typeface="NanumGothic" pitchFamily="34" charset="-122"/>
                <a:cs typeface="NanumGothic" pitchFamily="34" charset="-120"/>
              </a:rPr>
              <a:t> SW </a:t>
            </a:r>
            <a:r>
              <a:rPr lang="en-US" sz="850" err="1">
                <a:solidFill>
                  <a:srgbClr val="5B6B79"/>
                </a:solidFill>
                <a:latin typeface="Aptos Narrow" panose="020B0004020202020204" pitchFamily="34" charset="0"/>
                <a:ea typeface="NanumGothic" pitchFamily="34" charset="-122"/>
                <a:cs typeface="NanumGothic" pitchFamily="34" charset="-120"/>
              </a:rPr>
              <a:t>설치</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가능</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인프라</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확보</a:t>
            </a:r>
            <a:r>
              <a:rPr lang="en-US" sz="850">
                <a:solidFill>
                  <a:srgbClr val="5B6B79"/>
                </a:solidFill>
                <a:latin typeface="Aptos Narrow" panose="020B0004020202020204" pitchFamily="34" charset="0"/>
                <a:ea typeface="NanumGothic" pitchFamily="34" charset="-122"/>
                <a:cs typeface="NanumGothic" pitchFamily="34" charset="-120"/>
              </a:rPr>
              <a:t>(제16조).</a:t>
            </a:r>
            <a:endParaRPr lang="en-US" sz="930">
              <a:latin typeface="Aptos Narrow" panose="020B0004020202020204" pitchFamily="34" charset="0"/>
            </a:endParaRPr>
          </a:p>
        </p:txBody>
      </p:sp>
      <p:sp>
        <p:nvSpPr>
          <p:cNvPr id="17" name="Shape 15"/>
          <p:cNvSpPr/>
          <p:nvPr/>
        </p:nvSpPr>
        <p:spPr>
          <a:xfrm>
            <a:off x="6396228" y="2028487"/>
            <a:ext cx="795528" cy="9692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9" name="Shape 17"/>
          <p:cNvSpPr/>
          <p:nvPr/>
        </p:nvSpPr>
        <p:spPr>
          <a:xfrm>
            <a:off x="717804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4" name="Shape 22"/>
          <p:cNvSpPr/>
          <p:nvPr/>
        </p:nvSpPr>
        <p:spPr>
          <a:xfrm>
            <a:off x="457200" y="2909621"/>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909621"/>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Kiểm tra, đánh giá ANM trước khi đưa vào vận hành &amp; định kỳ hằng năm bởi đơn vị có thẩm quyền; sử dụng chứng thư số hợp lệ để xác thực trang thông tin điện tử, hệ thống thư điện tử (Điều 16).</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운영 전 및 매년 정기적으로 권한 있는 기관이 사이버보안 점검·평가; 유효 인증서로 웹사이트·이메일 시스템 인증(제16조).</a:t>
            </a:r>
            <a:endParaRPr lang="en-US" sz="930">
              <a:latin typeface="Aptos Narrow" panose="020B0004020202020204" pitchFamily="34" charset="0"/>
            </a:endParaRPr>
          </a:p>
        </p:txBody>
      </p:sp>
      <p:sp>
        <p:nvSpPr>
          <p:cNvPr id="26" name="Shape 24"/>
          <p:cNvSpPr/>
          <p:nvPr/>
        </p:nvSpPr>
        <p:spPr>
          <a:xfrm>
            <a:off x="644652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8" name="Shape 26"/>
          <p:cNvSpPr/>
          <p:nvPr/>
        </p:nvSpPr>
        <p:spPr>
          <a:xfrm>
            <a:off x="717804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909621"/>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Text 31"/>
          <p:cNvSpPr/>
          <p:nvPr/>
        </p:nvSpPr>
        <p:spPr>
          <a:xfrm>
            <a:off x="8714232" y="2909621"/>
            <a:ext cx="2944368" cy="861365"/>
          </a:xfrm>
          <a:prstGeom prst="rect">
            <a:avLst/>
          </a:prstGeom>
          <a:noFill/>
          <a:ln/>
        </p:spPr>
        <p:txBody>
          <a:bodyPr wrap="square" lIns="0" tIns="0" rIns="0" bIns="0" rtlCol="0" anchor="ctr"/>
          <a:lstStyle/>
          <a:p>
            <a:pPr marL="0" indent="0">
              <a:lnSpc>
                <a:spcPct val="95000"/>
              </a:lnSpc>
              <a:buNone/>
            </a:pPr>
            <a:endParaRPr lang="en-US" sz="700" i="1">
              <a:solidFill>
                <a:srgbClr val="FF0000"/>
              </a:solidFill>
              <a:latin typeface="Aptos Narrow" panose="020B0004020202020204" pitchFamily="34" charset="0"/>
              <a:cs typeface="Arial"/>
            </a:endParaRPr>
          </a:p>
        </p:txBody>
      </p:sp>
      <p:sp>
        <p:nvSpPr>
          <p:cNvPr id="34" name="Shape 32"/>
          <p:cNvSpPr/>
          <p:nvPr/>
        </p:nvSpPr>
        <p:spPr>
          <a:xfrm>
            <a:off x="457200" y="377098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5" name="Text 33"/>
          <p:cNvSpPr/>
          <p:nvPr/>
        </p:nvSpPr>
        <p:spPr>
          <a:xfrm>
            <a:off x="603504" y="3770986"/>
            <a:ext cx="5733288" cy="861365"/>
          </a:xfrm>
          <a:prstGeom prst="rect">
            <a:avLst/>
          </a:prstGeom>
          <a:noFill/>
          <a:ln/>
        </p:spPr>
        <p:txBody>
          <a:bodyPr wrap="square" lIns="0" tIns="0" rIns="0" bIns="0" rtlCol="0" anchor="ctr"/>
          <a:lstStyle/>
          <a:p>
            <a:pPr marL="0" indent="0">
              <a:lnSpc>
                <a:spcPct val="98000"/>
              </a:lnSpc>
              <a:buNone/>
            </a:pPr>
            <a:r>
              <a:rPr lang="en-US" sz="930" b="1" err="1">
                <a:solidFill>
                  <a:srgbClr val="1E2B38"/>
                </a:solidFill>
                <a:latin typeface="Aptos Narrow" panose="020B0004020202020204" pitchFamily="34" charset="0"/>
                <a:ea typeface="Arial" pitchFamily="34" charset="-122"/>
                <a:cs typeface="Arial" pitchFamily="34" charset="-120"/>
              </a:rPr>
              <a:t>Bố</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trí</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khu</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vực</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hệ</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thống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riêng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biệt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khóa</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từ</a:t>
            </a:r>
            <a:r>
              <a:rPr lang="en-US" sz="930" b="1">
                <a:solidFill>
                  <a:srgbClr val="1E2B38"/>
                </a:solidFill>
                <a:latin typeface="Aptos Narrow" panose="020B0004020202020204" pitchFamily="34" charset="0"/>
                <a:ea typeface="Arial" pitchFamily="34" charset="-122"/>
                <a:cs typeface="Arial" pitchFamily="34" charset="-120"/>
              </a:rPr>
              <a:t>/</a:t>
            </a:r>
            <a:r>
              <a:rPr lang="en-US" sz="930" b="1" err="1">
                <a:solidFill>
                  <a:srgbClr val="1E2B38"/>
                </a:solidFill>
                <a:latin typeface="Aptos Narrow" panose="020B0004020202020204" pitchFamily="34" charset="0"/>
                <a:ea typeface="Arial" pitchFamily="34" charset="-122"/>
                <a:cs typeface="Arial" pitchFamily="34" charset="-120"/>
              </a:rPr>
              <a:t>thiết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bị</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tương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đương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kiểm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soát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ra</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vào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ghi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hình</a:t>
            </a:r>
            <a:r>
              <a:rPr lang="en-US" sz="930" b="1">
                <a:solidFill>
                  <a:srgbClr val="1E2B38"/>
                </a:solidFill>
                <a:latin typeface="Aptos Narrow" panose="020B0004020202020204" pitchFamily="34" charset="0"/>
                <a:ea typeface="Arial" pitchFamily="34" charset="-122"/>
                <a:cs typeface="Arial" pitchFamily="34" charset="-120"/>
              </a:rPr>
              <a:t>; PCCC </a:t>
            </a:r>
            <a:r>
              <a:rPr lang="en-US" sz="930" b="1" err="1">
                <a:solidFill>
                  <a:srgbClr val="1E2B38"/>
                </a:solidFill>
                <a:latin typeface="Aptos Narrow" panose="020B0004020202020204" pitchFamily="34" charset="0"/>
                <a:ea typeface="Arial" pitchFamily="34" charset="-122"/>
                <a:cs typeface="Arial" pitchFamily="34" charset="-120"/>
              </a:rPr>
              <a:t>chuyên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dụng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điều</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hòa</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theo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dõi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nhiệt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độ</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độ</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ẩm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lưu</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điện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máy</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phát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điện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dự</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phòng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chuyên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dụng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chống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sét</a:t>
            </a:r>
            <a:r>
              <a:rPr lang="en-US" sz="930" b="1">
                <a:solidFill>
                  <a:srgbClr val="1E2B38"/>
                </a:solidFill>
                <a:latin typeface="Aptos Narrow" panose="020B0004020202020204" pitchFamily="34" charset="0"/>
                <a:ea typeface="Arial" pitchFamily="34" charset="-122"/>
                <a:cs typeface="Arial" pitchFamily="34" charset="-120"/>
              </a:rPr>
              <a:t> (Điều 16).</a:t>
            </a:r>
            <a:endParaRPr lang="en-US" sz="930">
              <a:latin typeface="Aptos Narrow" panose="020B0004020202020204" pitchFamily="34" charset="0"/>
            </a:endParaRPr>
          </a:p>
          <a:p>
            <a:pPr marL="0" indent="0">
              <a:lnSpc>
                <a:spcPct val="98000"/>
              </a:lnSpc>
              <a:buNone/>
            </a:pPr>
            <a:r>
              <a:rPr lang="en-US" sz="850" err="1">
                <a:solidFill>
                  <a:srgbClr val="5B6B79"/>
                </a:solidFill>
                <a:latin typeface="Aptos Narrow" panose="020B0004020202020204" pitchFamily="34" charset="0"/>
                <a:ea typeface="NanumGothic" pitchFamily="34" charset="-122"/>
                <a:cs typeface="NanumGothic" pitchFamily="34" charset="-120"/>
              </a:rPr>
              <a:t>전용</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시스템</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구역</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전자잠금</a:t>
            </a:r>
            <a:r>
              <a:rPr lang="en-US" sz="850">
                <a:solidFill>
                  <a:srgbClr val="5B6B79"/>
                </a:solidFill>
                <a:latin typeface="Aptos Narrow" panose="020B0004020202020204" pitchFamily="34" charset="0"/>
                <a:ea typeface="NanumGothic" pitchFamily="34" charset="-122"/>
                <a:cs typeface="NanumGothic" pitchFamily="34" charset="-120"/>
              </a:rPr>
              <a:t>/</a:t>
            </a:r>
            <a:r>
              <a:rPr lang="en-US" sz="850" err="1">
                <a:solidFill>
                  <a:srgbClr val="5B6B79"/>
                </a:solidFill>
                <a:latin typeface="Aptos Narrow" panose="020B0004020202020204" pitchFamily="34" charset="0"/>
                <a:ea typeface="NanumGothic" pitchFamily="34" charset="-122"/>
                <a:cs typeface="NanumGothic" pitchFamily="34" charset="-120"/>
              </a:rPr>
              <a:t>동등</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출입통제</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영상기록</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전용</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소방</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공조</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온·습도</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감시</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무정전·전용</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예비발전기</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피뢰</a:t>
            </a:r>
            <a:r>
              <a:rPr lang="en-US" sz="850">
                <a:solidFill>
                  <a:srgbClr val="5B6B79"/>
                </a:solidFill>
                <a:latin typeface="Aptos Narrow" panose="020B0004020202020204" pitchFamily="34" charset="0"/>
                <a:ea typeface="NanumGothic" pitchFamily="34" charset="-122"/>
                <a:cs typeface="NanumGothic" pitchFamily="34" charset="-120"/>
              </a:rPr>
              <a:t>(제16조).</a:t>
            </a:r>
            <a:endParaRPr lang="en-US" sz="930">
              <a:latin typeface="Aptos Narrow" panose="020B0004020202020204" pitchFamily="34" charset="0"/>
            </a:endParaRPr>
          </a:p>
        </p:txBody>
      </p:sp>
      <p:sp>
        <p:nvSpPr>
          <p:cNvPr id="38" name="Shape 36"/>
          <p:cNvSpPr/>
          <p:nvPr/>
        </p:nvSpPr>
        <p:spPr>
          <a:xfrm>
            <a:off x="717804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9" name="Shape 37"/>
          <p:cNvSpPr/>
          <p:nvPr/>
        </p:nvSpPr>
        <p:spPr>
          <a:xfrm>
            <a:off x="744321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0" name="Shape 38"/>
          <p:cNvSpPr/>
          <p:nvPr/>
        </p:nvSpPr>
        <p:spPr>
          <a:xfrm>
            <a:off x="790956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1" name="Shape 39"/>
          <p:cNvSpPr/>
          <p:nvPr/>
        </p:nvSpPr>
        <p:spPr>
          <a:xfrm>
            <a:off x="817473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2" name="Shape 40"/>
          <p:cNvSpPr/>
          <p:nvPr/>
        </p:nvSpPr>
        <p:spPr>
          <a:xfrm>
            <a:off x="8641080" y="3770986"/>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3" name="Text 41"/>
          <p:cNvSpPr/>
          <p:nvPr/>
        </p:nvSpPr>
        <p:spPr>
          <a:xfrm>
            <a:off x="8714232" y="3770986"/>
            <a:ext cx="2944368" cy="861365"/>
          </a:xfrm>
          <a:prstGeom prst="rect">
            <a:avLst/>
          </a:prstGeom>
          <a:noFill/>
          <a:ln/>
        </p:spPr>
        <p:txBody>
          <a:bodyPr wrap="square" lIns="0" tIns="0" rIns="0" bIns="0" rtlCol="0" anchor="ctr"/>
          <a:lstStyle/>
          <a:p>
            <a:pPr marL="0" indent="0">
              <a:lnSpc>
                <a:spcPct val="95000"/>
              </a:lnSpc>
              <a:buNone/>
            </a:pPr>
            <a:r>
              <a:rPr lang="en-US" sz="740" i="1">
                <a:solidFill>
                  <a:srgbClr val="12436E"/>
                </a:solidFill>
                <a:latin typeface="Aptos Narrow" panose="020B0004020202020204" pitchFamily="34" charset="0"/>
                <a:ea typeface="Arial" pitchFamily="34" charset="-122"/>
                <a:cs typeface="Arial" pitchFamily="34" charset="-120"/>
              </a:rPr>
              <a:t>TH thuê chỗ đặt hệ thống GDTT: Data center phải tuân thủ pháp luật &amp; có giải pháp tránh truy cập, khai thác dữ liệu bất hợp pháp.</a:t>
            </a:r>
            <a:endParaRPr lang="en-US" sz="740">
              <a:latin typeface="Aptos Narrow" panose="020B0004020202020204" pitchFamily="34" charset="0"/>
            </a:endParaRPr>
          </a:p>
        </p:txBody>
      </p:sp>
      <p:sp>
        <p:nvSpPr>
          <p:cNvPr id="44" name="Shape 42"/>
          <p:cNvSpPr/>
          <p:nvPr/>
        </p:nvSpPr>
        <p:spPr>
          <a:xfrm>
            <a:off x="457200" y="4632350"/>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5" name="Text 43"/>
          <p:cNvSpPr/>
          <p:nvPr/>
        </p:nvSpPr>
        <p:spPr>
          <a:xfrm>
            <a:off x="603504" y="4632350"/>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Ban hành </a:t>
            </a:r>
            <a:r>
              <a:rPr lang="en-US" sz="930" b="1" err="1">
                <a:solidFill>
                  <a:srgbClr val="1E2B38"/>
                </a:solidFill>
                <a:latin typeface="Aptos Narrow" panose="020B0004020202020204" pitchFamily="34" charset="0"/>
                <a:ea typeface="Arial" pitchFamily="34" charset="-122"/>
                <a:cs typeface="Arial" pitchFamily="34" charset="-120"/>
              </a:rPr>
              <a:t>quy</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trình</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vận</a:t>
            </a:r>
            <a:r>
              <a:rPr lang="en-US" sz="930" b="1">
                <a:solidFill>
                  <a:srgbClr val="1E2B38"/>
                </a:solidFill>
                <a:latin typeface="Aptos Narrow" panose="020B0004020202020204" pitchFamily="34" charset="0"/>
                <a:ea typeface="Arial" pitchFamily="34" charset="-122"/>
                <a:cs typeface="Arial" pitchFamily="34" charset="-120"/>
              </a:rPr>
              <a:t> hành </a:t>
            </a:r>
            <a:r>
              <a:rPr lang="en-US" sz="930" b="1" err="1">
                <a:solidFill>
                  <a:srgbClr val="1E2B38"/>
                </a:solidFill>
                <a:latin typeface="Aptos Narrow" panose="020B0004020202020204" pitchFamily="34" charset="0"/>
                <a:ea typeface="Arial" pitchFamily="34" charset="-122"/>
                <a:cs typeface="Arial" pitchFamily="34" charset="-120"/>
              </a:rPr>
              <a:t>theo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dõi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quản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trị</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hàng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ngày</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xử</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lý</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sự</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cố</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sao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lưu-dự</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phòng-khôi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phục</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hệ</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thống</a:t>
            </a:r>
            <a:r>
              <a:rPr lang="en-US" sz="930" b="1">
                <a:solidFill>
                  <a:srgbClr val="1E2B38"/>
                </a:solidFill>
                <a:latin typeface="Aptos Narrow" panose="020B0004020202020204" pitchFamily="34" charset="0"/>
                <a:ea typeface="Arial" pitchFamily="34" charset="-122"/>
                <a:cs typeface="Arial" pitchFamily="34" charset="-120"/>
              </a:rPr>
              <a:t> &amp; </a:t>
            </a:r>
            <a:r>
              <a:rPr lang="en-US" sz="930" b="1" err="1">
                <a:solidFill>
                  <a:srgbClr val="1E2B38"/>
                </a:solidFill>
                <a:latin typeface="Aptos Narrow" panose="020B0004020202020204" pitchFamily="34" charset="0"/>
                <a:ea typeface="Arial" pitchFamily="34" charset="-122"/>
                <a:cs typeface="Arial" pitchFamily="34" charset="-120"/>
              </a:rPr>
              <a:t>dữ</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liệu</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kiểm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soát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rủi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ro</a:t>
            </a:r>
            <a:r>
              <a:rPr lang="en-US" sz="930" b="1">
                <a:solidFill>
                  <a:srgbClr val="1E2B38"/>
                </a:solidFill>
                <a:latin typeface="Aptos Narrow" panose="020B0004020202020204" pitchFamily="34" charset="0"/>
                <a:ea typeface="Arial" pitchFamily="34" charset="-122"/>
                <a:cs typeface="Arial" pitchFamily="34" charset="-120"/>
              </a:rPr>
              <a:t> &amp; </a:t>
            </a:r>
            <a:r>
              <a:rPr lang="en-US" sz="930" b="1" err="1">
                <a:solidFill>
                  <a:srgbClr val="1E2B38"/>
                </a:solidFill>
                <a:latin typeface="Aptos Narrow" panose="020B0004020202020204" pitchFamily="34" charset="0"/>
                <a:ea typeface="Arial" pitchFamily="34" charset="-122"/>
                <a:cs typeface="Arial" pitchFamily="34" charset="-120"/>
              </a:rPr>
              <a:t>bảo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vệ</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dữ</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liệu</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cá</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nhân</a:t>
            </a:r>
            <a:r>
              <a:rPr lang="en-US" sz="930" b="1">
                <a:solidFill>
                  <a:srgbClr val="1E2B38"/>
                </a:solidFill>
                <a:latin typeface="Aptos Narrow" panose="020B0004020202020204" pitchFamily="34" charset="0"/>
                <a:ea typeface="Arial" pitchFamily="34" charset="-122"/>
                <a:cs typeface="Arial" pitchFamily="34" charset="-120"/>
              </a:rPr>
              <a:t> (Điều 16).</a:t>
            </a:r>
            <a:endParaRPr lang="en-US" sz="930">
              <a:latin typeface="Aptos Narrow" panose="020B0004020202020204" pitchFamily="34" charset="0"/>
            </a:endParaRPr>
          </a:p>
          <a:p>
            <a:pPr marL="0" indent="0">
              <a:lnSpc>
                <a:spcPct val="98000"/>
              </a:lnSpc>
              <a:buNone/>
            </a:pPr>
            <a:r>
              <a:rPr lang="en-US" sz="850" err="1">
                <a:solidFill>
                  <a:srgbClr val="5B6B79"/>
                </a:solidFill>
                <a:latin typeface="Aptos Narrow" panose="020B0004020202020204" pitchFamily="34" charset="0"/>
                <a:ea typeface="NanumGothic" pitchFamily="34" charset="-122"/>
                <a:cs typeface="NanumGothic" pitchFamily="34" charset="-120"/>
              </a:rPr>
              <a:t>일일</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운영·관리</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모니터링</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사고처리</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시스템·데이터</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백업·예비·복구</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위험통제</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개인정보보호</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절차</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발행</a:t>
            </a:r>
            <a:r>
              <a:rPr lang="en-US" sz="850">
                <a:solidFill>
                  <a:srgbClr val="5B6B79"/>
                </a:solidFill>
                <a:latin typeface="Aptos Narrow" panose="020B0004020202020204" pitchFamily="34" charset="0"/>
                <a:ea typeface="NanumGothic" pitchFamily="34" charset="-122"/>
                <a:cs typeface="NanumGothic" pitchFamily="34" charset="-120"/>
              </a:rPr>
              <a:t>(제16조).</a:t>
            </a:r>
            <a:endParaRPr lang="en-US" sz="930">
              <a:latin typeface="Aptos Narrow" panose="020B0004020202020204" pitchFamily="34" charset="0"/>
            </a:endParaRPr>
          </a:p>
        </p:txBody>
      </p:sp>
      <p:sp>
        <p:nvSpPr>
          <p:cNvPr id="46" name="Shape 44"/>
          <p:cNvSpPr/>
          <p:nvPr/>
        </p:nvSpPr>
        <p:spPr>
          <a:xfrm>
            <a:off x="644652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8" name="Shape 46"/>
          <p:cNvSpPr/>
          <p:nvPr/>
        </p:nvSpPr>
        <p:spPr>
          <a:xfrm>
            <a:off x="717804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9" name="Shape 47"/>
          <p:cNvSpPr/>
          <p:nvPr/>
        </p:nvSpPr>
        <p:spPr>
          <a:xfrm>
            <a:off x="744321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0" name="Shape 48"/>
          <p:cNvSpPr/>
          <p:nvPr/>
        </p:nvSpPr>
        <p:spPr>
          <a:xfrm>
            <a:off x="790956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1" name="Shape 49"/>
          <p:cNvSpPr/>
          <p:nvPr/>
        </p:nvSpPr>
        <p:spPr>
          <a:xfrm>
            <a:off x="817473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2" name="Shape 50"/>
          <p:cNvSpPr/>
          <p:nvPr/>
        </p:nvSpPr>
        <p:spPr>
          <a:xfrm>
            <a:off x="8641080" y="4632350"/>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3" name="Text 51"/>
          <p:cNvSpPr/>
          <p:nvPr/>
        </p:nvSpPr>
        <p:spPr>
          <a:xfrm>
            <a:off x="8714232" y="4632350"/>
            <a:ext cx="2944368" cy="861365"/>
          </a:xfrm>
          <a:prstGeom prst="rect">
            <a:avLst/>
          </a:prstGeom>
          <a:noFill/>
          <a:ln/>
        </p:spPr>
        <p:txBody>
          <a:bodyPr wrap="square" lIns="0" tIns="0" rIns="0" bIns="0" rtlCol="0" anchor="ctr"/>
          <a:lstStyle/>
          <a:p>
            <a:pPr marL="0" indent="0">
              <a:lnSpc>
                <a:spcPct val="95000"/>
              </a:lnSpc>
              <a:buNone/>
            </a:pPr>
            <a:r>
              <a:rPr lang="en-US" sz="740" i="1" err="1">
                <a:solidFill>
                  <a:srgbClr val="12436E"/>
                </a:solidFill>
                <a:latin typeface="Aptos Narrow" panose="020B0004020202020204" pitchFamily="34" charset="0"/>
                <a:ea typeface="Arial" pitchFamily="34" charset="-122"/>
                <a:cs typeface="Arial" pitchFamily="34" charset="-120"/>
              </a:rPr>
              <a:t>Khoản</a:t>
            </a:r>
            <a:r>
              <a:rPr lang="en-US" sz="740" i="1">
                <a:solidFill>
                  <a:srgbClr val="12436E"/>
                </a:solidFill>
                <a:latin typeface="Aptos Narrow" panose="020B0004020202020204" pitchFamily="34" charset="0"/>
                <a:ea typeface="Arial" pitchFamily="34" charset="-122"/>
                <a:cs typeface="Arial" pitchFamily="34" charset="-120"/>
              </a:rPr>
              <a:t> 10-14 Điều 16: (K10) Tách biệt môi trường vận hành với kiểm thử/phát triển. (K11) Dùng máy chủ trung gian/hệ thống quản trị tập trung có kiểm soát, không dùng trực tiếp máy tính nhân sự. (K12) Bố trí nhân sự có bằng cấp/chứng chỉ CNTT phù hợp. (K13) Định kỳ hằng năm đào tạo, diễn tập ANM. (K14) </a:t>
            </a:r>
            <a:r>
              <a:rPr lang="en-US" sz="740" i="1">
                <a:solidFill>
                  <a:srgbClr val="FF0000"/>
                </a:solidFill>
                <a:latin typeface="Aptos Narrow" panose="020B0004020202020204" pitchFamily="34" charset="0"/>
                <a:ea typeface="Arial" pitchFamily="34" charset="-122"/>
                <a:cs typeface="Arial" pitchFamily="34" charset="-120"/>
              </a:rPr>
              <a:t>Có phương án dự phòng &amp; phương thức giao dịch thay thế khi sự cố.</a:t>
            </a:r>
            <a:endParaRPr lang="en-US" sz="740">
              <a:solidFill>
                <a:srgbClr val="FF0000"/>
              </a:solidFill>
              <a:latin typeface="Aptos Narrow" panose="020B0004020202020204" pitchFamily="34" charset="0"/>
            </a:endParaRPr>
          </a:p>
        </p:txBody>
      </p:sp>
      <p:sp>
        <p:nvSpPr>
          <p:cNvPr id="54" name="Shape 52"/>
          <p:cNvSpPr/>
          <p:nvPr/>
        </p:nvSpPr>
        <p:spPr>
          <a:xfrm>
            <a:off x="457200" y="5493715"/>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5" name="Text 53"/>
          <p:cNvSpPr/>
          <p:nvPr/>
        </p:nvSpPr>
        <p:spPr>
          <a:xfrm>
            <a:off x="603504" y="5493715"/>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Máy chủ: có máy chủ dự phòng, tách biệt lô-gíc/vật lý; kiểm tra, tăng cường mức độ an toàn-bảo mật cho hệ điều hành; cập nhật bản vá thường xuyên; </a:t>
            </a:r>
            <a:r>
              <a:rPr lang="en-US" sz="930" b="1">
                <a:solidFill>
                  <a:srgbClr val="FF0000"/>
                </a:solidFill>
                <a:latin typeface="Aptos Narrow" panose="020B0004020202020204" pitchFamily="34" charset="0"/>
                <a:ea typeface="Arial" pitchFamily="34" charset="-122"/>
                <a:cs typeface="Arial" pitchFamily="34" charset="-120"/>
              </a:rPr>
              <a:t>danh mục phần mềm được phép cài đặt trên máy chủ rà soát 06 tháng/lần (Điều 17).</a:t>
            </a:r>
            <a:endParaRPr lang="en-US" sz="930">
              <a:solidFill>
                <a:srgbClr val="FF0000"/>
              </a:solidFill>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서버: 예비 서버·논리/물리 분리; OS 안전·보안 점검·강화; 정기 패치 업데이트; 서버 설치 허용 SW 목록 6개월마다 점검(제17조).</a:t>
            </a:r>
            <a:endParaRPr lang="en-US" sz="930">
              <a:latin typeface="Aptos Narrow" panose="020B0004020202020204" pitchFamily="34" charset="0"/>
            </a:endParaRPr>
          </a:p>
        </p:txBody>
      </p:sp>
      <p:sp>
        <p:nvSpPr>
          <p:cNvPr id="56" name="Shape 54"/>
          <p:cNvSpPr/>
          <p:nvPr/>
        </p:nvSpPr>
        <p:spPr>
          <a:xfrm>
            <a:off x="644652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8" name="Shape 56"/>
          <p:cNvSpPr/>
          <p:nvPr/>
        </p:nvSpPr>
        <p:spPr>
          <a:xfrm>
            <a:off x="717804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9" name="Shape 57"/>
          <p:cNvSpPr/>
          <p:nvPr/>
        </p:nvSpPr>
        <p:spPr>
          <a:xfrm>
            <a:off x="744321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0" name="Shape 58"/>
          <p:cNvSpPr/>
          <p:nvPr/>
        </p:nvSpPr>
        <p:spPr>
          <a:xfrm>
            <a:off x="790956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1" name="Shape 59"/>
          <p:cNvSpPr/>
          <p:nvPr/>
        </p:nvSpPr>
        <p:spPr>
          <a:xfrm>
            <a:off x="817473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2" name="Shape 60"/>
          <p:cNvSpPr/>
          <p:nvPr/>
        </p:nvSpPr>
        <p:spPr>
          <a:xfrm>
            <a:off x="8641080" y="5493715"/>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3" name="Text 61"/>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64" name="Text 62"/>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12</a:t>
            </a:r>
            <a:endParaRPr lang="en-US" sz="900">
              <a:latin typeface="Aptos Narrow" panose="020B0004020202020204" pitchFamily="34" charset="0"/>
            </a:endParaRPr>
          </a:p>
        </p:txBody>
      </p:sp>
      <p:sp>
        <p:nvSpPr>
          <p:cNvPr id="66" name="TextBox 65">
            <a:extLst>
              <a:ext uri="{FF2B5EF4-FFF2-40B4-BE49-F238E27FC236}">
                <a16:creationId xmlns:a16="http://schemas.microsoft.com/office/drawing/2014/main" id="{DAD4A0AC-7D01-695F-38C2-81AD51121979}"/>
              </a:ext>
            </a:extLst>
          </p:cNvPr>
          <p:cNvSpPr txBox="1"/>
          <p:nvPr/>
        </p:nvSpPr>
        <p:spPr>
          <a:xfrm>
            <a:off x="6611112" y="2248105"/>
            <a:ext cx="640080" cy="461665"/>
          </a:xfrm>
          <a:prstGeom prst="rect">
            <a:avLst/>
          </a:prstGeom>
          <a:noFill/>
        </p:spPr>
        <p:txBody>
          <a:bodyPr wrap="square">
            <a:spAutoFit/>
          </a:bodyPr>
          <a:lstStyle/>
          <a:p>
            <a:r>
              <a:rPr lang="en-US" sz="2400"/>
              <a:t>☑</a:t>
            </a:r>
          </a:p>
        </p:txBody>
      </p:sp>
      <p:sp>
        <p:nvSpPr>
          <p:cNvPr id="67" name="TextBox 66">
            <a:extLst>
              <a:ext uri="{FF2B5EF4-FFF2-40B4-BE49-F238E27FC236}">
                <a16:creationId xmlns:a16="http://schemas.microsoft.com/office/drawing/2014/main" id="{9E6D2EFD-8CFA-41F6-A9E2-26C154BE4C81}"/>
              </a:ext>
            </a:extLst>
          </p:cNvPr>
          <p:cNvSpPr txBox="1"/>
          <p:nvPr/>
        </p:nvSpPr>
        <p:spPr>
          <a:xfrm>
            <a:off x="6601968" y="3144271"/>
            <a:ext cx="640080" cy="461665"/>
          </a:xfrm>
          <a:prstGeom prst="rect">
            <a:avLst/>
          </a:prstGeom>
          <a:noFill/>
        </p:spPr>
        <p:txBody>
          <a:bodyPr wrap="square">
            <a:spAutoFit/>
          </a:bodyPr>
          <a:lstStyle/>
          <a:p>
            <a:r>
              <a:rPr lang="en-US" sz="2400"/>
              <a:t>☑</a:t>
            </a:r>
          </a:p>
        </p:txBody>
      </p:sp>
      <p:sp>
        <p:nvSpPr>
          <p:cNvPr id="68" name="TextBox 67">
            <a:extLst>
              <a:ext uri="{FF2B5EF4-FFF2-40B4-BE49-F238E27FC236}">
                <a16:creationId xmlns:a16="http://schemas.microsoft.com/office/drawing/2014/main" id="{FF603479-1947-0F05-184A-515B85D12B2C}"/>
              </a:ext>
            </a:extLst>
          </p:cNvPr>
          <p:cNvSpPr txBox="1"/>
          <p:nvPr/>
        </p:nvSpPr>
        <p:spPr>
          <a:xfrm>
            <a:off x="6583680" y="3917505"/>
            <a:ext cx="640080" cy="461665"/>
          </a:xfrm>
          <a:prstGeom prst="rect">
            <a:avLst/>
          </a:prstGeom>
          <a:noFill/>
        </p:spPr>
        <p:txBody>
          <a:bodyPr wrap="square">
            <a:spAutoFit/>
          </a:bodyPr>
          <a:lstStyle/>
          <a:p>
            <a:r>
              <a:rPr lang="en-US" sz="2400"/>
              <a:t>☑</a:t>
            </a:r>
          </a:p>
        </p:txBody>
      </p:sp>
      <p:sp>
        <p:nvSpPr>
          <p:cNvPr id="69" name="TextBox 68">
            <a:extLst>
              <a:ext uri="{FF2B5EF4-FFF2-40B4-BE49-F238E27FC236}">
                <a16:creationId xmlns:a16="http://schemas.microsoft.com/office/drawing/2014/main" id="{B1C88BD1-E80A-9BA3-39E0-DAFA58575C16}"/>
              </a:ext>
            </a:extLst>
          </p:cNvPr>
          <p:cNvSpPr txBox="1"/>
          <p:nvPr/>
        </p:nvSpPr>
        <p:spPr>
          <a:xfrm>
            <a:off x="6574536" y="4832200"/>
            <a:ext cx="640080" cy="461665"/>
          </a:xfrm>
          <a:prstGeom prst="rect">
            <a:avLst/>
          </a:prstGeom>
          <a:noFill/>
        </p:spPr>
        <p:txBody>
          <a:bodyPr wrap="square">
            <a:spAutoFit/>
          </a:bodyPr>
          <a:lstStyle/>
          <a:p>
            <a:r>
              <a:rPr lang="en-US" sz="2400"/>
              <a:t>☑</a:t>
            </a:r>
          </a:p>
        </p:txBody>
      </p:sp>
      <p:sp>
        <p:nvSpPr>
          <p:cNvPr id="70" name="TextBox 69">
            <a:extLst>
              <a:ext uri="{FF2B5EF4-FFF2-40B4-BE49-F238E27FC236}">
                <a16:creationId xmlns:a16="http://schemas.microsoft.com/office/drawing/2014/main" id="{7418BBF7-E3A3-4803-2B4C-82A12DF9E154}"/>
              </a:ext>
            </a:extLst>
          </p:cNvPr>
          <p:cNvSpPr txBox="1"/>
          <p:nvPr/>
        </p:nvSpPr>
        <p:spPr>
          <a:xfrm>
            <a:off x="6537960" y="5740307"/>
            <a:ext cx="640080" cy="461665"/>
          </a:xfrm>
          <a:prstGeom prst="rect">
            <a:avLst/>
          </a:prstGeom>
          <a:noFill/>
        </p:spPr>
        <p:txBody>
          <a:bodyPr wrap="square">
            <a:spAutoFit/>
          </a:bodyPr>
          <a:lstStyle/>
          <a:p>
            <a:r>
              <a:rPr lang="en-US" sz="240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3 · 제3절 — ĐIỀU 18 — </a:t>
            </a:r>
            <a:r>
              <a:rPr lang="en-US" sz="1150" b="1" kern="0" spc="100">
                <a:solidFill>
                  <a:srgbClr val="0E8C8B"/>
                </a:solidFill>
                <a:latin typeface="Aptos Narrow" panose="020B0004020202020204" pitchFamily="34" charset="0"/>
                <a:ea typeface="NanumGothic" pitchFamily="34" charset="-122"/>
                <a:cs typeface="NanumGothic" pitchFamily="34" charset="-120"/>
              </a:rPr>
              <a:t>제18조</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Phần mềm ứng dụng &amp; cơ sở dữ liệu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응용 소프트웨어 및 데이터베이스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861365"/>
          </a:xfrm>
          <a:prstGeom prst="rect">
            <a:avLst/>
          </a:prstGeom>
          <a:noFill/>
          <a:ln/>
        </p:spPr>
        <p:txBody>
          <a:bodyPr wrap="square" lIns="0" tIns="0" rIns="0" bIns="0" rtlCol="0" anchor="ctr"/>
          <a:lstStyle/>
          <a:p>
            <a:pPr marL="0" indent="0">
              <a:lnSpc>
                <a:spcPct val="98000"/>
              </a:lnSpc>
              <a:buNone/>
            </a:pPr>
            <a:r>
              <a:rPr lang="en-US" sz="930" b="1" dirty="0" err="1">
                <a:solidFill>
                  <a:srgbClr val="1E2B38"/>
                </a:solidFill>
                <a:latin typeface="Aptos Narrow" panose="020B0004020202020204" pitchFamily="34" charset="0"/>
                <a:ea typeface="Arial" pitchFamily="34" charset="-122"/>
                <a:cs typeface="Arial" pitchFamily="34" charset="-120"/>
              </a:rPr>
              <a:t>Phần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mềm</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ứng</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dụng</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trực</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tuyến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mã</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hóa</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điểm-đầu-đến-điểm-cuối</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dữ</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liệu</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truyền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bảo</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đảm</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tính</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toàn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vẹn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dữ</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liệu</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giao</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dịch</a:t>
            </a:r>
            <a:r>
              <a:rPr lang="en-US" sz="930" b="1" dirty="0">
                <a:solidFill>
                  <a:srgbClr val="1E2B38"/>
                </a:solidFill>
                <a:latin typeface="Aptos Narrow" panose="020B0004020202020204" pitchFamily="34" charset="0"/>
                <a:ea typeface="Arial" pitchFamily="34" charset="-122"/>
                <a:cs typeface="Arial" pitchFamily="34" charset="-120"/>
              </a:rPr>
              <a:t> (Điều 18).</a:t>
            </a:r>
            <a:endParaRPr lang="en-US" sz="930" dirty="0">
              <a:latin typeface="Aptos Narrow" panose="020B0004020202020204" pitchFamily="34" charset="0"/>
            </a:endParaRPr>
          </a:p>
          <a:p>
            <a:pPr marL="0" indent="0">
              <a:lnSpc>
                <a:spcPct val="98000"/>
              </a:lnSpc>
              <a:buNone/>
            </a:pPr>
            <a:r>
              <a:rPr lang="en-US" sz="850" dirty="0" err="1">
                <a:solidFill>
                  <a:srgbClr val="5B6B79"/>
                </a:solidFill>
                <a:latin typeface="Aptos Narrow" panose="020B0004020202020204" pitchFamily="34" charset="0"/>
                <a:ea typeface="NanumGothic" pitchFamily="34" charset="-122"/>
                <a:cs typeface="NanumGothic" pitchFamily="34" charset="-120"/>
              </a:rPr>
              <a:t>온라인</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응용</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소프트웨어</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전송</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데이터</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종단간</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암호화</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거래</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데이터</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무결성</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보장</a:t>
            </a:r>
            <a:r>
              <a:rPr lang="en-US" sz="850" dirty="0">
                <a:solidFill>
                  <a:srgbClr val="5B6B79"/>
                </a:solidFill>
                <a:latin typeface="Aptos Narrow" panose="020B0004020202020204" pitchFamily="34" charset="0"/>
                <a:ea typeface="NanumGothic" pitchFamily="34" charset="-122"/>
                <a:cs typeface="NanumGothic" pitchFamily="34" charset="-120"/>
              </a:rPr>
              <a:t>(제18조).</a:t>
            </a:r>
            <a:endParaRPr lang="en-US" sz="930" dirty="0">
              <a:latin typeface="Aptos Narrow" panose="020B0004020202020204" pitchFamily="34" charset="0"/>
            </a:endParaRPr>
          </a:p>
        </p:txBody>
      </p:sp>
      <p:sp>
        <p:nvSpPr>
          <p:cNvPr id="17" name="Shape 15"/>
          <p:cNvSpPr/>
          <p:nvPr/>
        </p:nvSpPr>
        <p:spPr>
          <a:xfrm>
            <a:off x="644652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9" name="Shape 17"/>
          <p:cNvSpPr/>
          <p:nvPr/>
        </p:nvSpPr>
        <p:spPr>
          <a:xfrm>
            <a:off x="717804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861365"/>
          </a:xfrm>
          <a:prstGeom prst="rect">
            <a:avLst/>
          </a:prstGeom>
          <a:solidFill>
            <a:srgbClr val="FFFFFF"/>
          </a:solidFill>
          <a:ln w="6350">
            <a:solidFill>
              <a:srgbClr val="E2E8ED"/>
            </a:solidFill>
            <a:prstDash val="solid"/>
          </a:ln>
        </p:spPr>
        <p:txBody>
          <a:bodyPr lIns="91440" tIns="45720" rIns="91440" bIns="45720" anchor="t"/>
          <a:lstStyle/>
          <a:p>
            <a:endParaRPr lang="en-US" sz="740" i="1">
              <a:solidFill>
                <a:srgbClr val="12436E"/>
              </a:solidFill>
              <a:latin typeface="Aptos Narrow" panose="020B0004020202020204" pitchFamily="34" charset="0"/>
              <a:cs typeface="Arial" pitchFamily="34" charset="-120"/>
            </a:endParaRPr>
          </a:p>
        </p:txBody>
      </p:sp>
      <p:sp>
        <p:nvSpPr>
          <p:cNvPr id="24" name="Shape 22"/>
          <p:cNvSpPr/>
          <p:nvPr/>
        </p:nvSpPr>
        <p:spPr>
          <a:xfrm>
            <a:off x="457200" y="2909621"/>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909621"/>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Phần mềm ứng dụng trực tuyến: kiểm soát phiên đăng nhập (tự ngắt khi không thao tác); chống đăng nhập tự động; phòng ngừa rò rỉ dữ liệu (DLP) (Điều 18).</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온라인 응용 소프트웨어: 로그인 세션 통제(미조작 시 자동 종료); 자동 로그인 방지; 데이터 유출 방지(DLP)(제18조).</a:t>
            </a:r>
            <a:endParaRPr lang="en-US" sz="930">
              <a:latin typeface="Aptos Narrow" panose="020B0004020202020204" pitchFamily="34" charset="0"/>
            </a:endParaRPr>
          </a:p>
        </p:txBody>
      </p:sp>
      <p:sp>
        <p:nvSpPr>
          <p:cNvPr id="26" name="Shape 24"/>
          <p:cNvSpPr/>
          <p:nvPr/>
        </p:nvSpPr>
        <p:spPr>
          <a:xfrm>
            <a:off x="644652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8" name="Shape 26"/>
          <p:cNvSpPr/>
          <p:nvPr/>
        </p:nvSpPr>
        <p:spPr>
          <a:xfrm>
            <a:off x="717804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909621"/>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Shape 31"/>
          <p:cNvSpPr/>
          <p:nvPr/>
        </p:nvSpPr>
        <p:spPr>
          <a:xfrm>
            <a:off x="457200" y="377098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603504" y="377098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Phần mềm ứng dụng trực tuyến</a:t>
            </a:r>
            <a:r>
              <a:rPr lang="en-US" sz="930" b="1">
                <a:solidFill>
                  <a:srgbClr val="FF0000"/>
                </a:solidFill>
                <a:latin typeface="Aptos Narrow" panose="020B0004020202020204" pitchFamily="34" charset="0"/>
                <a:ea typeface="Arial" pitchFamily="34" charset="-122"/>
                <a:cs typeface="Arial" pitchFamily="34" charset="-120"/>
              </a:rPr>
              <a:t>: lưu thông tin định danh thiết bị di động/máy tính; lưu nhật ký giao dịch chứng khoán &amp; nhật ký rút/chuyển tiền với đầy đủ trường thông tin theo quy định (Điều 18)</a:t>
            </a:r>
            <a:r>
              <a:rPr lang="en-US" sz="930" b="1">
                <a:solidFill>
                  <a:srgbClr val="1E2B38"/>
                </a:solidFill>
                <a:latin typeface="Aptos Narrow" panose="020B0004020202020204" pitchFamily="34" charset="0"/>
                <a:ea typeface="Arial" pitchFamily="34" charset="-122"/>
                <a:cs typeface="Arial" pitchFamily="34" charset="-120"/>
              </a:rPr>
              <a:t>.</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온라인 응용 소프트웨어: 모바일/PC 기기 식별정보 저장; 규정 항목을 갖춘 증권거래 로그 및 출금·이체 로그 보관(제18조).</a:t>
            </a:r>
            <a:endParaRPr lang="en-US" sz="930">
              <a:latin typeface="Aptos Narrow" panose="020B0004020202020204" pitchFamily="34" charset="0"/>
            </a:endParaRPr>
          </a:p>
        </p:txBody>
      </p:sp>
      <p:sp>
        <p:nvSpPr>
          <p:cNvPr id="37" name="Shape 35"/>
          <p:cNvSpPr/>
          <p:nvPr/>
        </p:nvSpPr>
        <p:spPr>
          <a:xfrm>
            <a:off x="717804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9" name="Shape 37"/>
          <p:cNvSpPr/>
          <p:nvPr/>
        </p:nvSpPr>
        <p:spPr>
          <a:xfrm>
            <a:off x="790956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817473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3" name="Shape 41"/>
          <p:cNvSpPr/>
          <p:nvPr/>
        </p:nvSpPr>
        <p:spPr>
          <a:xfrm>
            <a:off x="457200" y="4632350"/>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4" name="Text 42"/>
          <p:cNvSpPr/>
          <p:nvPr/>
        </p:nvSpPr>
        <p:spPr>
          <a:xfrm>
            <a:off x="603504" y="4632350"/>
            <a:ext cx="5733288" cy="861365"/>
          </a:xfrm>
          <a:prstGeom prst="rect">
            <a:avLst/>
          </a:prstGeom>
          <a:noFill/>
          <a:ln/>
        </p:spPr>
        <p:txBody>
          <a:bodyPr wrap="square" lIns="0" tIns="0" rIns="0" bIns="0" rtlCol="0" anchor="ctr"/>
          <a:lstStyle/>
          <a:p>
            <a:pPr>
              <a:lnSpc>
                <a:spcPct val="98000"/>
              </a:lnSpc>
            </a:pPr>
            <a:r>
              <a:rPr lang="en-US" sz="900" b="1">
                <a:solidFill>
                  <a:srgbClr val="1E2B38"/>
                </a:solidFill>
                <a:latin typeface="Aptos Narrow"/>
                <a:ea typeface="Arial" pitchFamily="34" charset="-122"/>
                <a:cs typeface="Arial"/>
              </a:rPr>
              <a:t>Mobile App: </a:t>
            </a:r>
            <a:r>
              <a:rPr lang="en-US" sz="900" b="1" err="1">
                <a:solidFill>
                  <a:srgbClr val="1E2B38"/>
                </a:solidFill>
                <a:latin typeface="Aptos Narrow"/>
                <a:ea typeface="Arial" pitchFamily="34" charset="-122"/>
                <a:cs typeface="Arial"/>
              </a:rPr>
              <a:t>đăng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ký</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ứng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dụng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chính</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thức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cài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trên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thiết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bị</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sử</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dụng</a:t>
            </a:r>
            <a:r>
              <a:rPr lang="en-US" sz="900" b="1">
                <a:solidFill>
                  <a:srgbClr val="1E2B38"/>
                </a:solidFill>
                <a:latin typeface="Aptos Narrow"/>
                <a:ea typeface="Arial" pitchFamily="34" charset="-122"/>
                <a:cs typeface="Arial"/>
              </a:rPr>
              <a:t> SĐT KH </a:t>
            </a:r>
            <a:r>
              <a:rPr lang="en-US" sz="900" b="1" err="1">
                <a:solidFill>
                  <a:srgbClr val="1E2B38"/>
                </a:solidFill>
                <a:latin typeface="Aptos Narrow"/>
                <a:ea typeface="Arial" pitchFamily="34" charset="-122"/>
                <a:cs typeface="Arial"/>
              </a:rPr>
              <a:t>đã</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đăng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ký</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giải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pháp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phòng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chống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phát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hiện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hành</a:t>
            </a:r>
            <a:r>
              <a:rPr lang="en-US" sz="900" b="1">
                <a:solidFill>
                  <a:srgbClr val="1E2B38"/>
                </a:solidFill>
                <a:latin typeface="Aptos Narrow"/>
                <a:ea typeface="Arial" pitchFamily="34" charset="-122"/>
                <a:cs typeface="Arial"/>
              </a:rPr>
              <a:t> vi can </a:t>
            </a:r>
            <a:r>
              <a:rPr lang="en-US" sz="900" b="1" err="1">
                <a:solidFill>
                  <a:srgbClr val="1E2B38"/>
                </a:solidFill>
                <a:latin typeface="Aptos Narrow"/>
                <a:ea typeface="Arial" pitchFamily="34" charset="-122"/>
                <a:cs typeface="Arial"/>
              </a:rPr>
              <a:t>thiệp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trái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phép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vào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ứng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dụng</a:t>
            </a:r>
            <a:r>
              <a:rPr lang="en-US" sz="900" b="1">
                <a:solidFill>
                  <a:srgbClr val="1E2B38"/>
                </a:solidFill>
                <a:latin typeface="Aptos Narrow"/>
                <a:ea typeface="Arial" pitchFamily="34" charset="-122"/>
                <a:cs typeface="Arial"/>
              </a:rPr>
              <a:t> GDTT </a:t>
            </a:r>
            <a:r>
              <a:rPr lang="en-US" sz="900" b="1" err="1">
                <a:solidFill>
                  <a:srgbClr val="1E2B38"/>
                </a:solidFill>
                <a:latin typeface="Aptos Narrow"/>
                <a:ea typeface="Arial" pitchFamily="34" charset="-122"/>
                <a:cs typeface="Arial"/>
              </a:rPr>
              <a:t>trên</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thiết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bị</a:t>
            </a:r>
            <a:r>
              <a:rPr lang="en-US" sz="900" b="1">
                <a:solidFill>
                  <a:srgbClr val="1E2B38"/>
                </a:solidFill>
                <a:latin typeface="Aptos Narrow"/>
                <a:ea typeface="Arial" pitchFamily="34" charset="-122"/>
                <a:cs typeface="Arial"/>
              </a:rPr>
              <a:t> di </a:t>
            </a:r>
            <a:r>
              <a:rPr lang="en-US" sz="900" b="1" err="1">
                <a:solidFill>
                  <a:srgbClr val="1E2B38"/>
                </a:solidFill>
                <a:latin typeface="Aptos Narrow"/>
                <a:ea typeface="Arial" pitchFamily="34" charset="-122"/>
                <a:cs typeface="Arial"/>
              </a:rPr>
              <a:t>động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của</a:t>
            </a:r>
            <a:r>
              <a:rPr lang="en-US" sz="900" b="1">
                <a:solidFill>
                  <a:srgbClr val="1E2B38"/>
                </a:solidFill>
                <a:latin typeface="Aptos Narrow"/>
                <a:ea typeface="Arial" pitchFamily="34" charset="-122"/>
                <a:cs typeface="Arial"/>
              </a:rPr>
              <a:t> KH; </a:t>
            </a:r>
            <a:r>
              <a:rPr lang="en-US" sz="900" b="1" err="1">
                <a:solidFill>
                  <a:srgbClr val="1E2B38"/>
                </a:solidFill>
                <a:latin typeface="Aptos Narrow"/>
                <a:ea typeface="Arial" pitchFamily="34" charset="-122"/>
                <a:cs typeface="Arial"/>
              </a:rPr>
              <a:t>không</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cho</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phép</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lưu</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mã</a:t>
            </a:r>
            <a:r>
              <a:rPr lang="en-US" sz="900" b="1">
                <a:solidFill>
                  <a:srgbClr val="1E2B38"/>
                </a:solidFill>
                <a:latin typeface="Aptos Narrow"/>
                <a:ea typeface="Arial" pitchFamily="34" charset="-122"/>
                <a:cs typeface="Arial"/>
              </a:rPr>
              <a:t> PIN/</a:t>
            </a:r>
            <a:r>
              <a:rPr lang="en-US" sz="900" b="1" err="1">
                <a:solidFill>
                  <a:srgbClr val="1E2B38"/>
                </a:solidFill>
                <a:latin typeface="Aptos Narrow"/>
                <a:ea typeface="Arial" pitchFamily="34" charset="-122"/>
                <a:cs typeface="Arial"/>
              </a:rPr>
              <a:t>mã</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khóa</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bí</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mật</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xác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thực</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khi</a:t>
            </a:r>
            <a:r>
              <a:rPr lang="en-US" sz="900" b="1">
                <a:solidFill>
                  <a:srgbClr val="1E2B38"/>
                </a:solidFill>
                <a:latin typeface="Aptos Narrow"/>
                <a:ea typeface="Arial" pitchFamily="34" charset="-122"/>
                <a:cs typeface="Arial"/>
              </a:rPr>
              <a:t> </a:t>
            </a:r>
            <a:r>
              <a:rPr lang="en-US" sz="900" b="1" err="1">
                <a:solidFill>
                  <a:srgbClr val="1E2B38"/>
                </a:solidFill>
                <a:latin typeface="Aptos Narrow"/>
                <a:ea typeface="Arial" pitchFamily="34" charset="-122"/>
                <a:cs typeface="Arial"/>
              </a:rPr>
              <a:t>đăng</a:t>
            </a:r>
            <a:r>
              <a:rPr lang="en-US" sz="900" b="1">
                <a:solidFill>
                  <a:srgbClr val="1E2B38"/>
                </a:solidFill>
                <a:latin typeface="Aptos Narrow"/>
                <a:ea typeface="Arial" pitchFamily="34" charset="-122"/>
                <a:cs typeface="Arial"/>
              </a:rPr>
              <a:t> </a:t>
            </a:r>
            <a:r>
              <a:rPr lang="en-US" sz="900" b="1" err="1">
                <a:latin typeface="Aptos Narrow"/>
                <a:ea typeface="Arial" pitchFamily="34" charset="-122"/>
                <a:cs typeface="Arial"/>
              </a:rPr>
              <a:t>nhập</a:t>
            </a:r>
            <a:r>
              <a:rPr lang="en-US" sz="900" b="1">
                <a:latin typeface="Aptos Narrow"/>
                <a:ea typeface="Arial" pitchFamily="34" charset="-122"/>
                <a:cs typeface="Arial"/>
              </a:rPr>
              <a:t> </a:t>
            </a:r>
            <a:r>
              <a:rPr lang="en-US" sz="900" b="1" err="1">
                <a:latin typeface="Aptos Narrow"/>
                <a:ea typeface="Arial" pitchFamily="34" charset="-122"/>
                <a:cs typeface="Arial"/>
              </a:rPr>
              <a:t>lần</a:t>
            </a:r>
            <a:r>
              <a:rPr lang="en-US" sz="900" b="1">
                <a:latin typeface="Aptos Narrow"/>
                <a:ea typeface="Arial" pitchFamily="34" charset="-122"/>
                <a:cs typeface="Arial"/>
              </a:rPr>
              <a:t> </a:t>
            </a:r>
            <a:r>
              <a:rPr lang="en-US" sz="900" b="1" err="1">
                <a:latin typeface="Aptos Narrow"/>
                <a:ea typeface="Arial" pitchFamily="34" charset="-122"/>
                <a:cs typeface="Arial"/>
              </a:rPr>
              <a:t>đầu</a:t>
            </a:r>
            <a:r>
              <a:rPr lang="en-US" sz="900" b="1">
                <a:latin typeface="Aptos Narrow"/>
                <a:ea typeface="Arial" pitchFamily="34" charset="-122"/>
                <a:cs typeface="Arial"/>
              </a:rPr>
              <a:t> </a:t>
            </a:r>
            <a:r>
              <a:rPr lang="en-US" sz="900" b="1" err="1">
                <a:latin typeface="Aptos Narrow"/>
                <a:ea typeface="Arial" pitchFamily="34" charset="-122"/>
                <a:cs typeface="Arial"/>
              </a:rPr>
              <a:t>hoặc</a:t>
            </a:r>
            <a:r>
              <a:rPr lang="en-US" sz="900" b="1">
                <a:latin typeface="Aptos Narrow"/>
                <a:ea typeface="Arial" pitchFamily="34" charset="-122"/>
                <a:cs typeface="Arial"/>
              </a:rPr>
              <a:t> </a:t>
            </a:r>
            <a:r>
              <a:rPr lang="en-US" sz="900" b="1" err="1">
                <a:latin typeface="Aptos Narrow"/>
                <a:ea typeface="Arial" pitchFamily="34" charset="-122"/>
                <a:cs typeface="Arial"/>
              </a:rPr>
              <a:t>đăng</a:t>
            </a:r>
            <a:r>
              <a:rPr lang="en-US" sz="900" b="1">
                <a:latin typeface="Aptos Narrow"/>
                <a:ea typeface="Arial" pitchFamily="34" charset="-122"/>
                <a:cs typeface="Arial"/>
              </a:rPr>
              <a:t> </a:t>
            </a:r>
            <a:r>
              <a:rPr lang="en-US" sz="900" b="1" err="1">
                <a:latin typeface="Aptos Narrow"/>
                <a:ea typeface="Arial" pitchFamily="34" charset="-122"/>
                <a:cs typeface="Arial"/>
              </a:rPr>
              <a:t>nhập</a:t>
            </a:r>
            <a:r>
              <a:rPr lang="en-US" sz="900" b="1">
                <a:latin typeface="Aptos Narrow"/>
                <a:ea typeface="Arial" pitchFamily="34" charset="-122"/>
                <a:cs typeface="Arial"/>
              </a:rPr>
              <a:t> </a:t>
            </a:r>
            <a:r>
              <a:rPr lang="en-US" sz="900" b="1" err="1">
                <a:latin typeface="Aptos Narrow"/>
                <a:ea typeface="Arial" pitchFamily="34" charset="-122"/>
                <a:cs typeface="Arial"/>
              </a:rPr>
              <a:t>trên</a:t>
            </a:r>
            <a:r>
              <a:rPr lang="en-US" sz="900" b="1">
                <a:latin typeface="Aptos Narrow"/>
                <a:ea typeface="Arial" pitchFamily="34" charset="-122"/>
                <a:cs typeface="Arial"/>
              </a:rPr>
              <a:t> </a:t>
            </a:r>
            <a:r>
              <a:rPr lang="en-US" sz="900" b="1" err="1">
                <a:latin typeface="Aptos Narrow"/>
                <a:ea typeface="Arial" pitchFamily="34" charset="-122"/>
                <a:cs typeface="Arial"/>
              </a:rPr>
              <a:t>thiết</a:t>
            </a:r>
            <a:r>
              <a:rPr lang="en-US" sz="900" b="1">
                <a:latin typeface="Aptos Narrow"/>
                <a:ea typeface="Arial" pitchFamily="34" charset="-122"/>
                <a:cs typeface="Arial"/>
              </a:rPr>
              <a:t> </a:t>
            </a:r>
            <a:r>
              <a:rPr lang="en-US" sz="900" b="1" err="1">
                <a:latin typeface="Aptos Narrow"/>
                <a:ea typeface="Arial" pitchFamily="34" charset="-122"/>
                <a:cs typeface="Arial"/>
              </a:rPr>
              <a:t>bị</a:t>
            </a:r>
            <a:r>
              <a:rPr lang="en-US" sz="900" b="1">
                <a:latin typeface="Aptos Narrow"/>
                <a:ea typeface="Arial" pitchFamily="34" charset="-122"/>
                <a:cs typeface="Arial"/>
              </a:rPr>
              <a:t> </a:t>
            </a:r>
            <a:r>
              <a:rPr lang="en-US" sz="900" b="1" err="1">
                <a:latin typeface="Aptos Narrow"/>
                <a:ea typeface="Arial" pitchFamily="34" charset="-122"/>
                <a:cs typeface="Arial"/>
              </a:rPr>
              <a:t>mới</a:t>
            </a:r>
            <a:r>
              <a:rPr lang="en-US" sz="900" b="1">
                <a:latin typeface="Aptos Narrow"/>
                <a:ea typeface="Arial" pitchFamily="34" charset="-122"/>
                <a:cs typeface="Arial"/>
              </a:rPr>
              <a:t> (</a:t>
            </a:r>
            <a:r>
              <a:rPr lang="en-US" sz="900" b="1" err="1">
                <a:latin typeface="Aptos Narrow"/>
                <a:ea typeface="Arial" pitchFamily="34" charset="-122"/>
                <a:cs typeface="Arial"/>
              </a:rPr>
              <a:t>Điều</a:t>
            </a:r>
            <a:r>
              <a:rPr lang="en-US" sz="900" b="1">
                <a:latin typeface="Aptos Narrow"/>
                <a:ea typeface="Arial" pitchFamily="34" charset="-122"/>
                <a:cs typeface="Arial"/>
              </a:rPr>
              <a:t> 18).</a:t>
            </a:r>
            <a:endParaRPr lang="en-US" sz="900">
              <a:latin typeface="Aptos Narrow"/>
              <a:cs typeface="Arial"/>
            </a:endParaRPr>
          </a:p>
          <a:p>
            <a:pPr marL="0" indent="0">
              <a:lnSpc>
                <a:spcPct val="98000"/>
              </a:lnSpc>
              <a:buNone/>
            </a:pPr>
            <a:r>
              <a:rPr lang="en-US" sz="850" err="1">
                <a:solidFill>
                  <a:srgbClr val="5B6B79"/>
                </a:solidFill>
                <a:latin typeface="Aptos Narrow"/>
                <a:ea typeface="NanumGothic"/>
                <a:cs typeface="NanumGothic" pitchFamily="34" charset="-120"/>
              </a:rPr>
              <a:t>모바일앱</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공식</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앱스토어</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등록</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등록</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번호</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기기</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설치</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기기</a:t>
            </a:r>
            <a:r>
              <a:rPr lang="en-US" sz="850">
                <a:solidFill>
                  <a:srgbClr val="5B6B79"/>
                </a:solidFill>
                <a:latin typeface="Aptos Narrow"/>
                <a:ea typeface="NanumGothic"/>
                <a:cs typeface="NanumGothic" pitchFamily="34" charset="-120"/>
              </a:rPr>
              <a:t> 내 </a:t>
            </a:r>
            <a:r>
              <a:rPr lang="en-US" sz="850" err="1">
                <a:solidFill>
                  <a:srgbClr val="5B6B79"/>
                </a:solidFill>
                <a:latin typeface="Aptos Narrow"/>
                <a:ea typeface="NanumGothic"/>
                <a:cs typeface="NanumGothic" pitchFamily="34" charset="-120"/>
              </a:rPr>
              <a:t>거래앱</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무단</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변조</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방지·탐지</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솔루션</a:t>
            </a:r>
            <a:r>
              <a:rPr lang="en-US" sz="850">
                <a:solidFill>
                  <a:srgbClr val="5B6B79"/>
                </a:solidFill>
                <a:latin typeface="Aptos Narrow"/>
                <a:ea typeface="NanumGothic"/>
                <a:cs typeface="NanumGothic" pitchFamily="34" charset="-120"/>
              </a:rPr>
              <a:t>; PIN </a:t>
            </a:r>
            <a:r>
              <a:rPr lang="en-US" sz="850" err="1">
                <a:solidFill>
                  <a:srgbClr val="5B6B79"/>
                </a:solidFill>
                <a:latin typeface="Aptos Narrow"/>
                <a:ea typeface="NanumGothic"/>
                <a:cs typeface="NanumGothic" pitchFamily="34" charset="-120"/>
              </a:rPr>
              <a:t>미저장</a:t>
            </a:r>
            <a:r>
              <a:rPr lang="en-US" sz="850">
                <a:solidFill>
                  <a:srgbClr val="5B6B79"/>
                </a:solidFill>
                <a:latin typeface="Aptos Narrow"/>
                <a:ea typeface="NanumGothic"/>
                <a:cs typeface="NanumGothic" pitchFamily="34" charset="-120"/>
              </a:rPr>
              <a:t>; 새 </a:t>
            </a:r>
            <a:r>
              <a:rPr lang="en-US" sz="850" err="1">
                <a:solidFill>
                  <a:srgbClr val="5B6B79"/>
                </a:solidFill>
                <a:latin typeface="Aptos Narrow"/>
                <a:ea typeface="NanumGothic"/>
                <a:cs typeface="NanumGothic" pitchFamily="34" charset="-120"/>
              </a:rPr>
              <a:t>기기</a:t>
            </a:r>
            <a:r>
              <a:rPr lang="en-US" sz="850">
                <a:solidFill>
                  <a:srgbClr val="5B6B79"/>
                </a:solidFill>
                <a:latin typeface="Aptos Narrow"/>
                <a:ea typeface="NanumGothic"/>
                <a:cs typeface="NanumGothic" pitchFamily="34" charset="-120"/>
              </a:rPr>
              <a:t> </a:t>
            </a:r>
            <a:r>
              <a:rPr lang="en-US" sz="850" err="1">
                <a:solidFill>
                  <a:srgbClr val="5B6B79"/>
                </a:solidFill>
                <a:latin typeface="Aptos Narrow"/>
                <a:ea typeface="NanumGothic"/>
                <a:cs typeface="NanumGothic" pitchFamily="34" charset="-120"/>
              </a:rPr>
              <a:t>로그인</a:t>
            </a:r>
            <a:r>
              <a:rPr lang="en-US" sz="850">
                <a:solidFill>
                  <a:srgbClr val="5B6B79"/>
                </a:solidFill>
                <a:latin typeface="Aptos Narrow"/>
                <a:ea typeface="NanumGothic"/>
                <a:cs typeface="NanumGothic" pitchFamily="34" charset="-120"/>
              </a:rPr>
              <a:t> 시 </a:t>
            </a:r>
            <a:r>
              <a:rPr lang="en-US" sz="850" err="1">
                <a:solidFill>
                  <a:srgbClr val="5B6B79"/>
                </a:solidFill>
                <a:latin typeface="Aptos Narrow"/>
                <a:ea typeface="NanumGothic"/>
                <a:cs typeface="NanumGothic" pitchFamily="34" charset="-120"/>
              </a:rPr>
              <a:t>인증</a:t>
            </a:r>
            <a:r>
              <a:rPr lang="en-US" sz="850">
                <a:solidFill>
                  <a:srgbClr val="5B6B79"/>
                </a:solidFill>
                <a:latin typeface="Aptos Narrow"/>
                <a:ea typeface="NanumGothic"/>
                <a:cs typeface="NanumGothic" pitchFamily="34" charset="-120"/>
              </a:rPr>
              <a:t>(제18조).</a:t>
            </a:r>
            <a:endParaRPr lang="en-US" sz="930">
              <a:latin typeface="Aptos Narrow"/>
              <a:ea typeface="NanumGothic"/>
            </a:endParaRPr>
          </a:p>
        </p:txBody>
      </p:sp>
      <p:sp>
        <p:nvSpPr>
          <p:cNvPr id="45" name="Shape 43"/>
          <p:cNvSpPr/>
          <p:nvPr/>
        </p:nvSpPr>
        <p:spPr>
          <a:xfrm>
            <a:off x="644652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7" name="Shape 45"/>
          <p:cNvSpPr/>
          <p:nvPr/>
        </p:nvSpPr>
        <p:spPr>
          <a:xfrm>
            <a:off x="717804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8" name="Shape 46"/>
          <p:cNvSpPr/>
          <p:nvPr/>
        </p:nvSpPr>
        <p:spPr>
          <a:xfrm>
            <a:off x="744321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9" name="Shape 47"/>
          <p:cNvSpPr/>
          <p:nvPr/>
        </p:nvSpPr>
        <p:spPr>
          <a:xfrm>
            <a:off x="790956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0" name="Shape 48"/>
          <p:cNvSpPr/>
          <p:nvPr/>
        </p:nvSpPr>
        <p:spPr>
          <a:xfrm>
            <a:off x="817473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2" name="Shape 50"/>
          <p:cNvSpPr/>
          <p:nvPr/>
        </p:nvSpPr>
        <p:spPr>
          <a:xfrm>
            <a:off x="457200" y="5493715"/>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3" name="Text 51"/>
          <p:cNvSpPr/>
          <p:nvPr/>
        </p:nvSpPr>
        <p:spPr>
          <a:xfrm>
            <a:off x="603504" y="5493715"/>
            <a:ext cx="5733288" cy="861365"/>
          </a:xfrm>
          <a:prstGeom prst="rect">
            <a:avLst/>
          </a:prstGeom>
          <a:noFill/>
          <a:ln/>
        </p:spPr>
        <p:txBody>
          <a:bodyPr wrap="square" lIns="0" tIns="0" rIns="0" bIns="0" rtlCol="0" anchor="ctr"/>
          <a:lstStyle/>
          <a:p>
            <a:pPr marL="0" indent="0">
              <a:lnSpc>
                <a:spcPct val="98000"/>
              </a:lnSpc>
              <a:buNone/>
            </a:pPr>
            <a:r>
              <a:rPr lang="en-US" sz="930" b="1" err="1">
                <a:solidFill>
                  <a:srgbClr val="1E2B38"/>
                </a:solidFill>
                <a:latin typeface="Aptos Narrow" panose="020B0004020202020204" pitchFamily="34" charset="0"/>
                <a:ea typeface="Arial" pitchFamily="34" charset="-122"/>
                <a:cs typeface="Arial" pitchFamily="34" charset="-120"/>
              </a:rPr>
              <a:t>Hệ</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quản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trị</a:t>
            </a:r>
            <a:r>
              <a:rPr lang="en-US" sz="930" b="1">
                <a:solidFill>
                  <a:srgbClr val="1E2B38"/>
                </a:solidFill>
                <a:latin typeface="Aptos Narrow" panose="020B0004020202020204" pitchFamily="34" charset="0"/>
                <a:ea typeface="Arial" pitchFamily="34" charset="-122"/>
                <a:cs typeface="Arial" pitchFamily="34" charset="-120"/>
              </a:rPr>
              <a:t> CSDL </a:t>
            </a:r>
            <a:r>
              <a:rPr lang="en-US" sz="930" b="1" err="1">
                <a:solidFill>
                  <a:srgbClr val="1E2B38"/>
                </a:solidFill>
                <a:latin typeface="Aptos Narrow" panose="020B0004020202020204" pitchFamily="34" charset="0"/>
                <a:ea typeface="Arial" pitchFamily="34" charset="-122"/>
                <a:cs typeface="Arial" pitchFamily="34" charset="-120"/>
              </a:rPr>
              <a:t>có</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bản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quyền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bảo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vệ</a:t>
            </a:r>
            <a:r>
              <a:rPr lang="en-US" sz="930" b="1">
                <a:solidFill>
                  <a:srgbClr val="1E2B38"/>
                </a:solidFill>
                <a:latin typeface="Aptos Narrow" panose="020B0004020202020204" pitchFamily="34" charset="0"/>
                <a:ea typeface="Arial" pitchFamily="34" charset="-122"/>
                <a:cs typeface="Arial" pitchFamily="34" charset="-120"/>
              </a:rPr>
              <a:t> &amp; </a:t>
            </a:r>
            <a:r>
              <a:rPr lang="en-US" sz="930" b="1" err="1">
                <a:solidFill>
                  <a:srgbClr val="1E2B38"/>
                </a:solidFill>
                <a:latin typeface="Aptos Narrow" panose="020B0004020202020204" pitchFamily="34" charset="0"/>
                <a:ea typeface="Arial" pitchFamily="34" charset="-122"/>
                <a:cs typeface="Arial" pitchFamily="34" charset="-120"/>
              </a:rPr>
              <a:t>phân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quyền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truy</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cập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cập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nhật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bản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vá</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ghi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nhật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ký</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truy</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cập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và</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thao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tác</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khi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truy</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cập</a:t>
            </a:r>
            <a:r>
              <a:rPr lang="en-US" sz="930" b="1">
                <a:solidFill>
                  <a:srgbClr val="1E2B38"/>
                </a:solidFill>
                <a:latin typeface="Aptos Narrow" panose="020B0004020202020204" pitchFamily="34" charset="0"/>
                <a:ea typeface="Arial" pitchFamily="34" charset="-122"/>
                <a:cs typeface="Arial" pitchFamily="34" charset="-120"/>
              </a:rPr>
              <a:t> CSDL (Điều 18).</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DBMS </a:t>
            </a:r>
            <a:r>
              <a:rPr lang="en-US" sz="850" err="1">
                <a:solidFill>
                  <a:srgbClr val="5B6B79"/>
                </a:solidFill>
                <a:latin typeface="Aptos Narrow" panose="020B0004020202020204" pitchFamily="34" charset="0"/>
                <a:ea typeface="NanumGothic" pitchFamily="34" charset="-122"/>
                <a:cs typeface="NanumGothic" pitchFamily="34" charset="-120"/>
              </a:rPr>
              <a:t>정품·보호·접근권한</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분리·패치</a:t>
            </a:r>
            <a:r>
              <a:rPr lang="en-US" sz="850">
                <a:solidFill>
                  <a:srgbClr val="5B6B79"/>
                </a:solidFill>
                <a:latin typeface="Aptos Narrow" panose="020B0004020202020204" pitchFamily="34" charset="0"/>
                <a:ea typeface="NanumGothic" pitchFamily="34" charset="-122"/>
                <a:cs typeface="NanumGothic" pitchFamily="34" charset="-120"/>
              </a:rPr>
              <a:t>; DB </a:t>
            </a:r>
            <a:r>
              <a:rPr lang="en-US" sz="850" err="1">
                <a:solidFill>
                  <a:srgbClr val="5B6B79"/>
                </a:solidFill>
                <a:latin typeface="Aptos Narrow" panose="020B0004020202020204" pitchFamily="34" charset="0"/>
                <a:ea typeface="NanumGothic" pitchFamily="34" charset="-122"/>
                <a:cs typeface="NanumGothic" pitchFamily="34" charset="-120"/>
              </a:rPr>
              <a:t>접근</a:t>
            </a:r>
            <a:r>
              <a:rPr lang="en-US" sz="850">
                <a:solidFill>
                  <a:srgbClr val="5B6B79"/>
                </a:solidFill>
                <a:latin typeface="Aptos Narrow" panose="020B0004020202020204" pitchFamily="34" charset="0"/>
                <a:ea typeface="NanumGothic" pitchFamily="34" charset="-122"/>
                <a:cs typeface="NanumGothic" pitchFamily="34" charset="-120"/>
              </a:rPr>
              <a:t> 및 </a:t>
            </a:r>
            <a:r>
              <a:rPr lang="en-US" sz="850" err="1">
                <a:solidFill>
                  <a:srgbClr val="5B6B79"/>
                </a:solidFill>
                <a:latin typeface="Aptos Narrow" panose="020B0004020202020204" pitchFamily="34" charset="0"/>
                <a:ea typeface="NanumGothic" pitchFamily="34" charset="-122"/>
                <a:cs typeface="NanumGothic" pitchFamily="34" charset="-120"/>
              </a:rPr>
              <a:t>작업</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로그</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기록</a:t>
            </a:r>
            <a:r>
              <a:rPr lang="en-US" sz="850">
                <a:solidFill>
                  <a:srgbClr val="5B6B79"/>
                </a:solidFill>
                <a:latin typeface="Aptos Narrow" panose="020B0004020202020204" pitchFamily="34" charset="0"/>
                <a:ea typeface="NanumGothic" pitchFamily="34" charset="-122"/>
                <a:cs typeface="NanumGothic" pitchFamily="34" charset="-120"/>
              </a:rPr>
              <a:t>(제18조).</a:t>
            </a:r>
            <a:endParaRPr lang="en-US" sz="930">
              <a:latin typeface="Aptos Narrow" panose="020B0004020202020204" pitchFamily="34" charset="0"/>
            </a:endParaRPr>
          </a:p>
        </p:txBody>
      </p:sp>
      <p:sp>
        <p:nvSpPr>
          <p:cNvPr id="54" name="Shape 52"/>
          <p:cNvSpPr/>
          <p:nvPr/>
        </p:nvSpPr>
        <p:spPr>
          <a:xfrm>
            <a:off x="644652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6" name="Shape 54"/>
          <p:cNvSpPr/>
          <p:nvPr/>
        </p:nvSpPr>
        <p:spPr>
          <a:xfrm>
            <a:off x="717804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7" name="Shape 55"/>
          <p:cNvSpPr/>
          <p:nvPr/>
        </p:nvSpPr>
        <p:spPr>
          <a:xfrm>
            <a:off x="744321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8" name="Shape 56"/>
          <p:cNvSpPr/>
          <p:nvPr/>
        </p:nvSpPr>
        <p:spPr>
          <a:xfrm>
            <a:off x="790956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9" name="Shape 57"/>
          <p:cNvSpPr/>
          <p:nvPr/>
        </p:nvSpPr>
        <p:spPr>
          <a:xfrm>
            <a:off x="817473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0" name="Shape 58"/>
          <p:cNvSpPr/>
          <p:nvPr/>
        </p:nvSpPr>
        <p:spPr>
          <a:xfrm>
            <a:off x="8641080" y="5493715"/>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1" name="Text 59"/>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62" name="Text 60"/>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13</a:t>
            </a:r>
            <a:endParaRPr lang="en-US" sz="900">
              <a:latin typeface="Aptos Narrow" panose="020B0004020202020204" pitchFamily="34" charset="0"/>
            </a:endParaRPr>
          </a:p>
        </p:txBody>
      </p:sp>
      <p:sp>
        <p:nvSpPr>
          <p:cNvPr id="63" name="Shape 21">
            <a:extLst>
              <a:ext uri="{FF2B5EF4-FFF2-40B4-BE49-F238E27FC236}">
                <a16:creationId xmlns:a16="http://schemas.microsoft.com/office/drawing/2014/main" id="{BCAF2B28-4CF5-F58C-EC88-7BDD4BD7BD43}"/>
              </a:ext>
            </a:extLst>
          </p:cNvPr>
          <p:cNvSpPr/>
          <p:nvPr/>
        </p:nvSpPr>
        <p:spPr>
          <a:xfrm>
            <a:off x="8641080" y="3770985"/>
            <a:ext cx="3090672" cy="1201522"/>
          </a:xfrm>
          <a:prstGeom prst="rect">
            <a:avLst/>
          </a:prstGeom>
          <a:solidFill>
            <a:srgbClr val="FFFFFF"/>
          </a:solidFill>
          <a:ln w="6350">
            <a:solidFill>
              <a:srgbClr val="E2E8ED"/>
            </a:solidFill>
            <a:prstDash val="solid"/>
          </a:ln>
        </p:spPr>
        <p:txBody>
          <a:bodyPr lIns="91440" tIns="45720" rIns="91440" bIns="45720" anchor="t"/>
          <a:lstStyle/>
          <a:p>
            <a:r>
              <a:rPr lang="en-US" sz="700" i="1" dirty="0">
                <a:solidFill>
                  <a:srgbClr val="FF0000"/>
                </a:solidFill>
                <a:latin typeface="Aptos Narrow"/>
                <a:cs typeface="Arial"/>
              </a:rPr>
              <a:t>4</a:t>
            </a:r>
            <a:r>
              <a:rPr lang="en-US" sz="700" i="1" dirty="0">
                <a:solidFill>
                  <a:srgbClr val="002060"/>
                </a:solidFill>
                <a:latin typeface="Aptos Narrow"/>
                <a:cs typeface="Arial"/>
              </a:rPr>
              <a:t>. Nhật </a:t>
            </a:r>
            <a:r>
              <a:rPr lang="en-US" sz="700" i="1" dirty="0" err="1">
                <a:solidFill>
                  <a:srgbClr val="002060"/>
                </a:solidFill>
                <a:latin typeface="Aptos Narrow"/>
                <a:cs typeface="Arial"/>
              </a:rPr>
              <a:t>ký</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chứng</a:t>
            </a:r>
            <a:r>
              <a:rPr lang="en-US" sz="700" i="1" dirty="0">
                <a:solidFill>
                  <a:srgbClr val="002060"/>
                </a:solidFill>
                <a:latin typeface="Aptos Narrow"/>
                <a:cs typeface="Arial"/>
              </a:rPr>
              <a:t> khoán </a:t>
            </a:r>
            <a:r>
              <a:rPr lang="en-US" sz="700" i="1" dirty="0" err="1">
                <a:solidFill>
                  <a:srgbClr val="002060"/>
                </a:solidFill>
                <a:latin typeface="Aptos Narrow"/>
                <a:cs typeface="Arial"/>
              </a:rPr>
              <a:t>gồm</a:t>
            </a:r>
            <a:r>
              <a:rPr lang="en-US" sz="700" i="1" dirty="0">
                <a:solidFill>
                  <a:srgbClr val="002060"/>
                </a:solidFill>
                <a:latin typeface="Aptos Narrow"/>
                <a:cs typeface="Arial"/>
              </a:rPr>
              <a:t> </a:t>
            </a:r>
            <a:r>
              <a:rPr lang="en-US" sz="700" i="1" dirty="0" err="1">
                <a:solidFill>
                  <a:srgbClr val="002060"/>
                </a:solidFill>
                <a:latin typeface="Aptos Narrow"/>
                <a:cs typeface="Arial"/>
              </a:rPr>
              <a:t>các</a:t>
            </a:r>
            <a:r>
              <a:rPr lang="en-US" sz="700" i="1" dirty="0">
                <a:solidFill>
                  <a:srgbClr val="002060"/>
                </a:solidFill>
                <a:latin typeface="Aptos Narrow"/>
                <a:cs typeface="Arial"/>
              </a:rPr>
              <a:t> </a:t>
            </a:r>
            <a:r>
              <a:rPr lang="en-US" sz="700" i="1" dirty="0" err="1">
                <a:solidFill>
                  <a:srgbClr val="002060"/>
                </a:solidFill>
                <a:latin typeface="Aptos Narrow"/>
                <a:cs typeface="Arial"/>
              </a:rPr>
              <a:t>thông</a:t>
            </a:r>
            <a:r>
              <a:rPr lang="en-US" sz="700" i="1" dirty="0">
                <a:solidFill>
                  <a:srgbClr val="002060"/>
                </a:solidFill>
                <a:latin typeface="Aptos Narrow"/>
                <a:cs typeface="Arial"/>
              </a:rPr>
              <a:t> tin </a:t>
            </a:r>
            <a:r>
              <a:rPr lang="en-US" sz="700" i="1" dirty="0" err="1">
                <a:solidFill>
                  <a:srgbClr val="002060"/>
                </a:solidFill>
                <a:latin typeface="Aptos Narrow"/>
                <a:cs typeface="Arial"/>
              </a:rPr>
              <a:t>sau</a:t>
            </a:r>
            <a:r>
              <a:rPr lang="en-US" sz="700" i="1" dirty="0">
                <a:solidFill>
                  <a:srgbClr val="002060"/>
                </a:solidFill>
                <a:latin typeface="Aptos Narrow"/>
                <a:cs typeface="Arial"/>
              </a:rPr>
              <a:t>: </a:t>
            </a:r>
            <a:r>
              <a:rPr lang="en-US" sz="700" i="1" dirty="0" err="1">
                <a:solidFill>
                  <a:srgbClr val="002060"/>
                </a:solidFill>
                <a:latin typeface="Aptos Narrow"/>
                <a:cs typeface="Arial"/>
              </a:rPr>
              <a:t>tên</a:t>
            </a:r>
            <a:r>
              <a:rPr lang="en-US" sz="700" i="1" dirty="0">
                <a:solidFill>
                  <a:srgbClr val="002060"/>
                </a:solidFill>
                <a:latin typeface="Aptos Narrow"/>
                <a:cs typeface="Arial"/>
              </a:rPr>
              <a:t> </a:t>
            </a:r>
            <a:r>
              <a:rPr lang="en-US" sz="700" i="1" dirty="0" err="1">
                <a:solidFill>
                  <a:srgbClr val="002060"/>
                </a:solidFill>
                <a:latin typeface="Aptos Narrow"/>
                <a:cs typeface="Arial"/>
              </a:rPr>
              <a:t>khách</a:t>
            </a:r>
            <a:r>
              <a:rPr lang="en-US" sz="700" i="1" dirty="0">
                <a:solidFill>
                  <a:srgbClr val="002060"/>
                </a:solidFill>
                <a:latin typeface="Aptos Narrow"/>
                <a:cs typeface="Arial"/>
              </a:rPr>
              <a:t> </a:t>
            </a:r>
            <a:r>
              <a:rPr lang="en-US" sz="700" i="1" dirty="0" err="1">
                <a:solidFill>
                  <a:srgbClr val="002060"/>
                </a:solidFill>
                <a:latin typeface="Aptos Narrow"/>
                <a:cs typeface="Arial"/>
              </a:rPr>
              <a:t>hàng</a:t>
            </a:r>
            <a:r>
              <a:rPr lang="en-US" sz="700" i="1" dirty="0">
                <a:solidFill>
                  <a:srgbClr val="002060"/>
                </a:solidFill>
                <a:latin typeface="Aptos Narrow"/>
                <a:cs typeface="Arial"/>
              </a:rPr>
              <a:t>, </a:t>
            </a:r>
            <a:r>
              <a:rPr lang="en-US" sz="700" i="1" dirty="0" err="1">
                <a:solidFill>
                  <a:srgbClr val="002060"/>
                </a:solidFill>
                <a:latin typeface="Aptos Narrow"/>
                <a:cs typeface="Arial"/>
              </a:rPr>
              <a:t>loại</a:t>
            </a:r>
            <a:r>
              <a:rPr lang="en-US" sz="700" i="1" dirty="0">
                <a:solidFill>
                  <a:srgbClr val="002060"/>
                </a:solidFill>
                <a:latin typeface="Aptos Narrow"/>
                <a:cs typeface="Arial"/>
              </a:rPr>
              <a:t> </a:t>
            </a:r>
            <a:r>
              <a:rPr lang="en-US" sz="700" i="1" dirty="0" err="1">
                <a:solidFill>
                  <a:srgbClr val="002060"/>
                </a:solidFill>
                <a:latin typeface="Aptos Narrow"/>
                <a:cs typeface="Arial"/>
              </a:rPr>
              <a:t>hình</a:t>
            </a:r>
            <a:r>
              <a:rPr lang="en-US" sz="700" i="1" dirty="0">
                <a:solidFill>
                  <a:srgbClr val="002060"/>
                </a:solidFill>
                <a:latin typeface="Aptos Narrow"/>
                <a:cs typeface="Arial"/>
              </a:rPr>
              <a:t> </a:t>
            </a:r>
            <a:r>
              <a:rPr lang="en-US" sz="700" i="1" dirty="0" err="1">
                <a:solidFill>
                  <a:srgbClr val="002060"/>
                </a:solidFill>
                <a:latin typeface="Aptos Narrow"/>
                <a:cs typeface="Arial"/>
              </a:rPr>
              <a:t>khách</a:t>
            </a:r>
            <a:r>
              <a:rPr lang="en-US" sz="700" i="1" dirty="0">
                <a:solidFill>
                  <a:srgbClr val="002060"/>
                </a:solidFill>
                <a:latin typeface="Aptos Narrow"/>
                <a:cs typeface="Arial"/>
              </a:rPr>
              <a:t> </a:t>
            </a:r>
            <a:r>
              <a:rPr lang="en-US" sz="700" i="1" dirty="0" err="1">
                <a:solidFill>
                  <a:srgbClr val="002060"/>
                </a:solidFill>
                <a:latin typeface="Aptos Narrow"/>
                <a:cs typeface="Arial"/>
              </a:rPr>
              <a:t>hàng</a:t>
            </a:r>
            <a:r>
              <a:rPr lang="en-US" sz="700" i="1" dirty="0">
                <a:solidFill>
                  <a:srgbClr val="002060"/>
                </a:solidFill>
                <a:latin typeface="Aptos Narrow"/>
                <a:cs typeface="Arial"/>
              </a:rPr>
              <a:t>, </a:t>
            </a:r>
            <a:r>
              <a:rPr lang="en-US" sz="700" i="1" dirty="0" err="1">
                <a:solidFill>
                  <a:srgbClr val="002060"/>
                </a:solidFill>
                <a:latin typeface="Aptos Narrow"/>
                <a:cs typeface="Arial"/>
              </a:rPr>
              <a:t>số</a:t>
            </a:r>
            <a:r>
              <a:rPr lang="en-US" sz="700" i="1" dirty="0">
                <a:solidFill>
                  <a:srgbClr val="002060"/>
                </a:solidFill>
                <a:latin typeface="Aptos Narrow"/>
                <a:cs typeface="Arial"/>
              </a:rPr>
              <a:t> </a:t>
            </a:r>
            <a:r>
              <a:rPr lang="en-US" sz="700" i="1" dirty="0" err="1">
                <a:solidFill>
                  <a:srgbClr val="002060"/>
                </a:solidFill>
                <a:latin typeface="Aptos Narrow"/>
                <a:cs typeface="Arial"/>
              </a:rPr>
              <a:t>tài</a:t>
            </a:r>
            <a:r>
              <a:rPr lang="en-US" sz="700" i="1" dirty="0">
                <a:solidFill>
                  <a:srgbClr val="002060"/>
                </a:solidFill>
                <a:latin typeface="Aptos Narrow"/>
                <a:cs typeface="Arial"/>
              </a:rPr>
              <a:t> </a:t>
            </a:r>
            <a:r>
              <a:rPr lang="en-US" sz="700" i="1" dirty="0" err="1">
                <a:solidFill>
                  <a:srgbClr val="002060"/>
                </a:solidFill>
                <a:latin typeface="Aptos Narrow"/>
                <a:cs typeface="Arial"/>
              </a:rPr>
              <a:t>khoản</a:t>
            </a:r>
            <a:r>
              <a:rPr lang="en-US" sz="700" i="1" dirty="0">
                <a:solidFill>
                  <a:srgbClr val="002060"/>
                </a:solidFill>
                <a:latin typeface="Aptos Narrow"/>
                <a:cs typeface="Arial"/>
              </a:rPr>
              <a:t>, </a:t>
            </a:r>
            <a:r>
              <a:rPr lang="en-US" sz="700" i="1" dirty="0" err="1">
                <a:solidFill>
                  <a:srgbClr val="002060"/>
                </a:solidFill>
                <a:latin typeface="Aptos Narrow"/>
                <a:cs typeface="Arial"/>
              </a:rPr>
              <a:t>thời</a:t>
            </a:r>
            <a:r>
              <a:rPr lang="en-US" sz="700" i="1" dirty="0">
                <a:solidFill>
                  <a:srgbClr val="002060"/>
                </a:solidFill>
                <a:latin typeface="Aptos Narrow"/>
                <a:cs typeface="Arial"/>
              </a:rPr>
              <a:t> </a:t>
            </a:r>
            <a:r>
              <a:rPr lang="en-US" sz="700" i="1" dirty="0" err="1">
                <a:solidFill>
                  <a:srgbClr val="002060"/>
                </a:solidFill>
                <a:latin typeface="Aptos Narrow"/>
                <a:cs typeface="Arial"/>
              </a:rPr>
              <a:t>gian</a:t>
            </a:r>
            <a:r>
              <a:rPr lang="en-US" sz="700" i="1" dirty="0">
                <a:solidFill>
                  <a:srgbClr val="002060"/>
                </a:solidFill>
                <a:latin typeface="Aptos Narrow"/>
                <a:cs typeface="Arial"/>
              </a:rPr>
              <a:t> </a:t>
            </a:r>
            <a:r>
              <a:rPr lang="en-US" sz="700" i="1" dirty="0" err="1">
                <a:solidFill>
                  <a:srgbClr val="002060"/>
                </a:solidFill>
                <a:latin typeface="Aptos Narrow"/>
                <a:cs typeface="Arial"/>
              </a:rPr>
              <a:t>nhận</a:t>
            </a:r>
            <a:r>
              <a:rPr lang="en-US" sz="700" i="1" dirty="0">
                <a:solidFill>
                  <a:srgbClr val="002060"/>
                </a:solidFill>
                <a:latin typeface="Aptos Narrow"/>
                <a:cs typeface="Arial"/>
              </a:rPr>
              <a:t> </a:t>
            </a:r>
            <a:r>
              <a:rPr lang="en-US" sz="700" i="1" dirty="0" err="1">
                <a:solidFill>
                  <a:srgbClr val="002060"/>
                </a:solidFill>
                <a:latin typeface="Aptos Narrow"/>
                <a:cs typeface="Arial"/>
              </a:rPr>
              <a:t>lệnh</a:t>
            </a:r>
            <a:r>
              <a:rPr lang="en-US" sz="700" i="1" dirty="0">
                <a:solidFill>
                  <a:srgbClr val="002060"/>
                </a:solidFill>
                <a:latin typeface="Aptos Narrow"/>
                <a:cs typeface="Arial"/>
              </a:rPr>
              <a:t> (</a:t>
            </a:r>
            <a:r>
              <a:rPr lang="en-US" sz="700" i="1" dirty="0" err="1">
                <a:solidFill>
                  <a:srgbClr val="002060"/>
                </a:solidFill>
                <a:latin typeface="Aptos Narrow"/>
                <a:cs typeface="Arial"/>
              </a:rPr>
              <a:t>ngày</a:t>
            </a:r>
            <a:r>
              <a:rPr lang="en-US" sz="700" i="1" dirty="0">
                <a:solidFill>
                  <a:srgbClr val="002060"/>
                </a:solidFill>
                <a:latin typeface="Aptos Narrow"/>
                <a:cs typeface="Arial"/>
              </a:rPr>
              <a:t>, </a:t>
            </a:r>
            <a:r>
              <a:rPr lang="en-US" sz="700" i="1" dirty="0" err="1">
                <a:solidFill>
                  <a:srgbClr val="002060"/>
                </a:solidFill>
                <a:latin typeface="Aptos Narrow"/>
                <a:cs typeface="Arial"/>
              </a:rPr>
              <a:t>giờ</a:t>
            </a:r>
            <a:r>
              <a:rPr lang="en-US" sz="700" i="1" dirty="0">
                <a:solidFill>
                  <a:srgbClr val="002060"/>
                </a:solidFill>
                <a:latin typeface="Aptos Narrow"/>
                <a:cs typeface="Arial"/>
              </a:rPr>
              <a:t> </a:t>
            </a:r>
            <a:r>
              <a:rPr lang="en-US" sz="700" i="1" dirty="0" err="1">
                <a:solidFill>
                  <a:srgbClr val="002060"/>
                </a:solidFill>
                <a:latin typeface="Aptos Narrow"/>
                <a:cs typeface="Arial"/>
              </a:rPr>
              <a:t>phút</a:t>
            </a:r>
            <a:r>
              <a:rPr lang="en-US" sz="700" i="1" dirty="0">
                <a:solidFill>
                  <a:srgbClr val="002060"/>
                </a:solidFill>
                <a:latin typeface="Aptos Narrow"/>
                <a:cs typeface="Arial"/>
              </a:rPr>
              <a:t>), </a:t>
            </a:r>
            <a:r>
              <a:rPr lang="en-US" sz="700" i="1" dirty="0" err="1">
                <a:solidFill>
                  <a:srgbClr val="002060"/>
                </a:solidFill>
                <a:latin typeface="Aptos Narrow"/>
                <a:cs typeface="Arial"/>
              </a:rPr>
              <a:t>mã</a:t>
            </a:r>
            <a:r>
              <a:rPr lang="en-US" sz="700" i="1" dirty="0">
                <a:solidFill>
                  <a:srgbClr val="002060"/>
                </a:solidFill>
                <a:latin typeface="Aptos Narrow"/>
                <a:cs typeface="Arial"/>
              </a:rPr>
              <a:t> </a:t>
            </a:r>
            <a:r>
              <a:rPr lang="en-US" sz="700" i="1" dirty="0" err="1">
                <a:solidFill>
                  <a:srgbClr val="002060"/>
                </a:solidFill>
                <a:latin typeface="Aptos Narrow"/>
                <a:cs typeface="Arial"/>
              </a:rPr>
              <a:t>chứng</a:t>
            </a:r>
            <a:r>
              <a:rPr lang="en-US" sz="700" i="1" dirty="0">
                <a:solidFill>
                  <a:srgbClr val="002060"/>
                </a:solidFill>
                <a:latin typeface="Aptos Narrow"/>
                <a:cs typeface="Arial"/>
              </a:rPr>
              <a:t> khoán, </a:t>
            </a:r>
            <a:r>
              <a:rPr lang="en-US" sz="700" i="1" dirty="0" err="1">
                <a:solidFill>
                  <a:srgbClr val="002060"/>
                </a:solidFill>
                <a:latin typeface="Aptos Narrow"/>
                <a:cs typeface="Arial"/>
              </a:rPr>
              <a:t>phương</a:t>
            </a:r>
            <a:r>
              <a:rPr lang="en-US" sz="700" i="1" dirty="0">
                <a:solidFill>
                  <a:srgbClr val="002060"/>
                </a:solidFill>
                <a:latin typeface="Aptos Narrow"/>
                <a:cs typeface="Arial"/>
              </a:rPr>
              <a:t> </a:t>
            </a:r>
            <a:r>
              <a:rPr lang="en-US" sz="700" i="1" dirty="0" err="1">
                <a:solidFill>
                  <a:srgbClr val="002060"/>
                </a:solidFill>
                <a:latin typeface="Aptos Narrow"/>
                <a:cs typeface="Arial"/>
              </a:rPr>
              <a:t>thức</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loại</a:t>
            </a:r>
            <a:r>
              <a:rPr lang="en-US" sz="700" i="1" dirty="0">
                <a:solidFill>
                  <a:srgbClr val="002060"/>
                </a:solidFill>
                <a:latin typeface="Aptos Narrow"/>
                <a:cs typeface="Arial"/>
              </a:rPr>
              <a:t> </a:t>
            </a:r>
            <a:r>
              <a:rPr lang="en-US" sz="700" i="1" dirty="0" err="1">
                <a:solidFill>
                  <a:srgbClr val="002060"/>
                </a:solidFill>
                <a:latin typeface="Aptos Narrow"/>
                <a:cs typeface="Arial"/>
              </a:rPr>
              <a:t>lệnh</a:t>
            </a:r>
            <a:r>
              <a:rPr lang="en-US" sz="700" i="1" dirty="0">
                <a:solidFill>
                  <a:srgbClr val="002060"/>
                </a:solidFill>
                <a:latin typeface="Aptos Narrow"/>
                <a:cs typeface="Arial"/>
              </a:rPr>
              <a:t>, </a:t>
            </a:r>
            <a:r>
              <a:rPr lang="en-US" sz="700" i="1" dirty="0" err="1">
                <a:solidFill>
                  <a:srgbClr val="002060"/>
                </a:solidFill>
                <a:latin typeface="Aptos Narrow"/>
                <a:cs typeface="Arial"/>
              </a:rPr>
              <a:t>số</a:t>
            </a:r>
            <a:r>
              <a:rPr lang="en-US" sz="700" i="1" dirty="0">
                <a:solidFill>
                  <a:srgbClr val="002060"/>
                </a:solidFill>
                <a:latin typeface="Aptos Narrow"/>
                <a:cs typeface="Arial"/>
              </a:rPr>
              <a:t> </a:t>
            </a:r>
            <a:r>
              <a:rPr lang="en-US" sz="700" i="1" dirty="0" err="1">
                <a:solidFill>
                  <a:srgbClr val="002060"/>
                </a:solidFill>
                <a:latin typeface="Aptos Narrow"/>
                <a:cs typeface="Arial"/>
              </a:rPr>
              <a:t>lượng</a:t>
            </a:r>
            <a:r>
              <a:rPr lang="en-US" sz="700" i="1" dirty="0">
                <a:solidFill>
                  <a:srgbClr val="002060"/>
                </a:solidFill>
                <a:latin typeface="Aptos Narrow"/>
                <a:cs typeface="Arial"/>
              </a:rPr>
              <a:t> </a:t>
            </a:r>
            <a:r>
              <a:rPr lang="en-US" sz="700" i="1" dirty="0" err="1">
                <a:solidFill>
                  <a:srgbClr val="002060"/>
                </a:solidFill>
                <a:latin typeface="Aptos Narrow"/>
                <a:cs typeface="Arial"/>
              </a:rPr>
              <a:t>và</a:t>
            </a:r>
            <a:r>
              <a:rPr lang="en-US" sz="700" i="1" dirty="0">
                <a:solidFill>
                  <a:srgbClr val="002060"/>
                </a:solidFill>
                <a:latin typeface="Aptos Narrow"/>
                <a:cs typeface="Arial"/>
              </a:rPr>
              <a:t> </a:t>
            </a:r>
            <a:r>
              <a:rPr lang="en-US" sz="700" i="1" dirty="0" err="1">
                <a:solidFill>
                  <a:srgbClr val="002060"/>
                </a:solidFill>
                <a:latin typeface="Aptos Narrow"/>
                <a:cs typeface="Arial"/>
              </a:rPr>
              <a:t>giá</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hình</a:t>
            </a:r>
            <a:r>
              <a:rPr lang="en-US" sz="700" i="1" dirty="0">
                <a:solidFill>
                  <a:srgbClr val="002060"/>
                </a:solidFill>
                <a:latin typeface="Aptos Narrow"/>
                <a:cs typeface="Arial"/>
              </a:rPr>
              <a:t> </a:t>
            </a:r>
            <a:r>
              <a:rPr lang="en-US" sz="700" i="1" dirty="0" err="1">
                <a:solidFill>
                  <a:srgbClr val="002060"/>
                </a:solidFill>
                <a:latin typeface="Aptos Narrow"/>
                <a:cs typeface="Arial"/>
              </a:rPr>
              <a:t>thức</a:t>
            </a:r>
            <a:r>
              <a:rPr lang="en-US" sz="700" i="1" dirty="0">
                <a:solidFill>
                  <a:srgbClr val="002060"/>
                </a:solidFill>
                <a:latin typeface="Aptos Narrow"/>
                <a:cs typeface="Arial"/>
              </a:rPr>
              <a:t> </a:t>
            </a:r>
            <a:r>
              <a:rPr lang="en-US" sz="700" i="1" dirty="0" err="1">
                <a:solidFill>
                  <a:srgbClr val="002060"/>
                </a:solidFill>
                <a:latin typeface="Aptos Narrow"/>
                <a:cs typeface="Arial"/>
              </a:rPr>
              <a:t>xác</a:t>
            </a:r>
            <a:r>
              <a:rPr lang="en-US" sz="700" i="1" dirty="0">
                <a:solidFill>
                  <a:srgbClr val="002060"/>
                </a:solidFill>
                <a:latin typeface="Aptos Narrow"/>
                <a:cs typeface="Arial"/>
              </a:rPr>
              <a:t> </a:t>
            </a:r>
            <a:r>
              <a:rPr lang="en-US" sz="700" i="1" dirty="0" err="1">
                <a:solidFill>
                  <a:srgbClr val="002060"/>
                </a:solidFill>
                <a:latin typeface="Aptos Narrow"/>
                <a:cs typeface="Arial"/>
              </a:rPr>
              <a:t>thực</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thời</a:t>
            </a:r>
            <a:r>
              <a:rPr lang="en-US" sz="700" i="1" dirty="0">
                <a:solidFill>
                  <a:srgbClr val="002060"/>
                </a:solidFill>
                <a:latin typeface="Aptos Narrow"/>
                <a:cs typeface="Arial"/>
              </a:rPr>
              <a:t> </a:t>
            </a:r>
            <a:r>
              <a:rPr lang="en-US" sz="700" i="1" dirty="0" err="1">
                <a:solidFill>
                  <a:srgbClr val="002060"/>
                </a:solidFill>
                <a:latin typeface="Aptos Narrow"/>
                <a:cs typeface="Arial"/>
              </a:rPr>
              <a:t>gian</a:t>
            </a:r>
            <a:r>
              <a:rPr lang="en-US" sz="700" i="1" dirty="0">
                <a:solidFill>
                  <a:srgbClr val="002060"/>
                </a:solidFill>
                <a:latin typeface="Aptos Narrow"/>
                <a:cs typeface="Arial"/>
              </a:rPr>
              <a:t> </a:t>
            </a:r>
            <a:r>
              <a:rPr lang="en-US" sz="700" i="1" dirty="0" err="1">
                <a:solidFill>
                  <a:srgbClr val="002060"/>
                </a:solidFill>
                <a:latin typeface="Aptos Narrow"/>
                <a:cs typeface="Arial"/>
              </a:rPr>
              <a:t>xác</a:t>
            </a:r>
            <a:r>
              <a:rPr lang="en-US" sz="700" i="1" dirty="0">
                <a:solidFill>
                  <a:srgbClr val="002060"/>
                </a:solidFill>
                <a:latin typeface="Aptos Narrow"/>
                <a:cs typeface="Arial"/>
              </a:rPr>
              <a:t> </a:t>
            </a:r>
            <a:r>
              <a:rPr lang="en-US" sz="700" i="1" dirty="0" err="1">
                <a:solidFill>
                  <a:srgbClr val="002060"/>
                </a:solidFill>
                <a:latin typeface="Aptos Narrow"/>
                <a:cs typeface="Arial"/>
              </a:rPr>
              <a:t>thực</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thông</a:t>
            </a:r>
            <a:r>
              <a:rPr lang="en-US" sz="700" i="1" dirty="0">
                <a:solidFill>
                  <a:srgbClr val="002060"/>
                </a:solidFill>
                <a:latin typeface="Aptos Narrow"/>
                <a:cs typeface="Arial"/>
              </a:rPr>
              <a:t> tin </a:t>
            </a:r>
            <a:r>
              <a:rPr lang="en-US" sz="700" i="1" dirty="0" err="1">
                <a:solidFill>
                  <a:srgbClr val="002060"/>
                </a:solidFill>
                <a:latin typeface="Aptos Narrow"/>
                <a:cs typeface="Arial"/>
              </a:rPr>
              <a:t>định</a:t>
            </a:r>
            <a:r>
              <a:rPr lang="en-US" sz="700" i="1" dirty="0">
                <a:solidFill>
                  <a:srgbClr val="002060"/>
                </a:solidFill>
                <a:latin typeface="Aptos Narrow"/>
                <a:cs typeface="Arial"/>
              </a:rPr>
              <a:t> </a:t>
            </a:r>
            <a:r>
              <a:rPr lang="en-US" sz="700" i="1" dirty="0" err="1">
                <a:solidFill>
                  <a:srgbClr val="002060"/>
                </a:solidFill>
                <a:latin typeface="Aptos Narrow"/>
                <a:cs typeface="Arial"/>
              </a:rPr>
              <a:t>danh</a:t>
            </a:r>
            <a:r>
              <a:rPr lang="en-US" sz="700" i="1" dirty="0">
                <a:solidFill>
                  <a:srgbClr val="002060"/>
                </a:solidFill>
                <a:latin typeface="Aptos Narrow"/>
                <a:cs typeface="Arial"/>
              </a:rPr>
              <a:t> </a:t>
            </a:r>
            <a:r>
              <a:rPr lang="en-US" sz="700" i="1" dirty="0" err="1">
                <a:solidFill>
                  <a:srgbClr val="002060"/>
                </a:solidFill>
                <a:latin typeface="Aptos Narrow"/>
                <a:cs typeface="Arial"/>
              </a:rPr>
              <a:t>thiết</a:t>
            </a:r>
            <a:r>
              <a:rPr lang="en-US" sz="700" i="1" dirty="0">
                <a:solidFill>
                  <a:srgbClr val="002060"/>
                </a:solidFill>
                <a:latin typeface="Aptos Narrow"/>
                <a:cs typeface="Arial"/>
              </a:rPr>
              <a:t> </a:t>
            </a:r>
            <a:r>
              <a:rPr lang="en-US" sz="700" i="1" dirty="0" err="1">
                <a:solidFill>
                  <a:srgbClr val="002060"/>
                </a:solidFill>
                <a:latin typeface="Aptos Narrow"/>
                <a:cs typeface="Arial"/>
              </a:rPr>
              <a:t>bị</a:t>
            </a:r>
            <a:r>
              <a:rPr lang="en-US" sz="700" i="1" dirty="0">
                <a:solidFill>
                  <a:srgbClr val="002060"/>
                </a:solidFill>
                <a:latin typeface="Aptos Narrow"/>
                <a:cs typeface="Arial"/>
              </a:rPr>
              <a:t>, </a:t>
            </a:r>
            <a:r>
              <a:rPr lang="en-US" sz="700" i="1" dirty="0" err="1">
                <a:solidFill>
                  <a:srgbClr val="002060"/>
                </a:solidFill>
                <a:latin typeface="Aptos Narrow"/>
                <a:cs typeface="Arial"/>
              </a:rPr>
              <a:t>địa</a:t>
            </a:r>
            <a:r>
              <a:rPr lang="en-US" sz="700" i="1" dirty="0">
                <a:solidFill>
                  <a:srgbClr val="002060"/>
                </a:solidFill>
                <a:latin typeface="Aptos Narrow"/>
                <a:cs typeface="Arial"/>
              </a:rPr>
              <a:t> </a:t>
            </a:r>
            <a:r>
              <a:rPr lang="en-US" sz="700" i="1" dirty="0" err="1">
                <a:solidFill>
                  <a:srgbClr val="002060"/>
                </a:solidFill>
                <a:latin typeface="Aptos Narrow"/>
                <a:cs typeface="Arial"/>
              </a:rPr>
              <a:t>chỉ</a:t>
            </a:r>
            <a:r>
              <a:rPr lang="en-US" sz="700" i="1" dirty="0">
                <a:solidFill>
                  <a:srgbClr val="002060"/>
                </a:solidFill>
                <a:latin typeface="Aptos Narrow"/>
                <a:cs typeface="Arial"/>
              </a:rPr>
              <a:t> IP </a:t>
            </a:r>
            <a:r>
              <a:rPr lang="en-US" sz="700" i="1" dirty="0" err="1">
                <a:solidFill>
                  <a:srgbClr val="002060"/>
                </a:solidFill>
                <a:latin typeface="Aptos Narrow"/>
                <a:cs typeface="Arial"/>
              </a:rPr>
              <a:t>mạng</a:t>
            </a:r>
            <a:r>
              <a:rPr lang="en-US" sz="700" i="1" dirty="0">
                <a:solidFill>
                  <a:srgbClr val="002060"/>
                </a:solidFill>
                <a:latin typeface="Aptos Narrow"/>
                <a:cs typeface="Arial"/>
              </a:rPr>
              <a:t>.</a:t>
            </a:r>
            <a:endParaRPr lang="en-US" sz="700" dirty="0">
              <a:solidFill>
                <a:srgbClr val="002060"/>
              </a:solidFill>
              <a:latin typeface="Aptos Narrow"/>
              <a:cs typeface="Arial"/>
            </a:endParaRPr>
          </a:p>
          <a:p>
            <a:r>
              <a:rPr lang="en-US" sz="700" i="1" dirty="0">
                <a:solidFill>
                  <a:srgbClr val="002060"/>
                </a:solidFill>
                <a:latin typeface="Aptos Narrow"/>
                <a:cs typeface="Arial"/>
              </a:rPr>
              <a:t>5. Nhật </a:t>
            </a:r>
            <a:r>
              <a:rPr lang="en-US" sz="700" i="1" dirty="0" err="1">
                <a:solidFill>
                  <a:srgbClr val="002060"/>
                </a:solidFill>
                <a:latin typeface="Aptos Narrow"/>
                <a:cs typeface="Arial"/>
              </a:rPr>
              <a:t>ký</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rút</a:t>
            </a:r>
            <a:r>
              <a:rPr lang="en-US" sz="700" i="1" dirty="0">
                <a:solidFill>
                  <a:srgbClr val="002060"/>
                </a:solidFill>
                <a:latin typeface="Aptos Narrow"/>
                <a:cs typeface="Arial"/>
              </a:rPr>
              <a:t>, </a:t>
            </a:r>
            <a:r>
              <a:rPr lang="en-US" sz="700" i="1" dirty="0" err="1">
                <a:solidFill>
                  <a:srgbClr val="002060"/>
                </a:solidFill>
                <a:latin typeface="Aptos Narrow"/>
                <a:cs typeface="Arial"/>
              </a:rPr>
              <a:t>chuyển</a:t>
            </a:r>
            <a:r>
              <a:rPr lang="en-US" sz="700" i="1" dirty="0">
                <a:solidFill>
                  <a:srgbClr val="002060"/>
                </a:solidFill>
                <a:latin typeface="Aptos Narrow"/>
                <a:cs typeface="Arial"/>
              </a:rPr>
              <a:t> </a:t>
            </a:r>
            <a:r>
              <a:rPr lang="en-US" sz="700" i="1" dirty="0" err="1">
                <a:solidFill>
                  <a:srgbClr val="002060"/>
                </a:solidFill>
                <a:latin typeface="Aptos Narrow"/>
                <a:cs typeface="Arial"/>
              </a:rPr>
              <a:t>tiền</a:t>
            </a:r>
            <a:r>
              <a:rPr lang="en-US" sz="700" i="1" dirty="0">
                <a:solidFill>
                  <a:srgbClr val="002060"/>
                </a:solidFill>
                <a:latin typeface="Aptos Narrow"/>
                <a:cs typeface="Arial"/>
              </a:rPr>
              <a:t> </a:t>
            </a:r>
            <a:r>
              <a:rPr lang="en-US" sz="700" i="1" dirty="0" err="1">
                <a:solidFill>
                  <a:srgbClr val="002060"/>
                </a:solidFill>
                <a:latin typeface="Aptos Narrow"/>
                <a:cs typeface="Arial"/>
              </a:rPr>
              <a:t>ra</a:t>
            </a:r>
            <a:r>
              <a:rPr lang="en-US" sz="700" i="1" dirty="0">
                <a:solidFill>
                  <a:srgbClr val="002060"/>
                </a:solidFill>
                <a:latin typeface="Aptos Narrow"/>
                <a:cs typeface="Arial"/>
              </a:rPr>
              <a:t> </a:t>
            </a:r>
            <a:r>
              <a:rPr lang="en-US" sz="700" i="1" dirty="0" err="1">
                <a:solidFill>
                  <a:srgbClr val="002060"/>
                </a:solidFill>
                <a:latin typeface="Aptos Narrow"/>
                <a:cs typeface="Arial"/>
              </a:rPr>
              <a:t>khỏi</a:t>
            </a:r>
            <a:r>
              <a:rPr lang="en-US" sz="700" i="1" dirty="0">
                <a:solidFill>
                  <a:srgbClr val="002060"/>
                </a:solidFill>
                <a:latin typeface="Aptos Narrow"/>
                <a:cs typeface="Arial"/>
              </a:rPr>
              <a:t> </a:t>
            </a:r>
            <a:r>
              <a:rPr lang="en-US" sz="700" i="1" dirty="0" err="1">
                <a:solidFill>
                  <a:srgbClr val="002060"/>
                </a:solidFill>
                <a:latin typeface="Aptos Narrow"/>
                <a:cs typeface="Arial"/>
              </a:rPr>
              <a:t>tài</a:t>
            </a:r>
            <a:r>
              <a:rPr lang="en-US" sz="700" i="1" dirty="0">
                <a:solidFill>
                  <a:srgbClr val="002060"/>
                </a:solidFill>
                <a:latin typeface="Aptos Narrow"/>
                <a:cs typeface="Arial"/>
              </a:rPr>
              <a:t> </a:t>
            </a:r>
            <a:r>
              <a:rPr lang="en-US" sz="700" i="1" dirty="0" err="1">
                <a:solidFill>
                  <a:srgbClr val="002060"/>
                </a:solidFill>
                <a:latin typeface="Aptos Narrow"/>
                <a:cs typeface="Arial"/>
              </a:rPr>
              <a:t>khoản</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chứng</a:t>
            </a:r>
            <a:r>
              <a:rPr lang="en-US" sz="700" i="1" dirty="0">
                <a:solidFill>
                  <a:srgbClr val="002060"/>
                </a:solidFill>
                <a:latin typeface="Aptos Narrow"/>
                <a:cs typeface="Arial"/>
              </a:rPr>
              <a:t> khoán </a:t>
            </a:r>
            <a:r>
              <a:rPr lang="en-US" sz="700" i="1" dirty="0" err="1">
                <a:solidFill>
                  <a:srgbClr val="002060"/>
                </a:solidFill>
                <a:latin typeface="Aptos Narrow"/>
                <a:cs typeface="Arial"/>
              </a:rPr>
              <a:t>gồm</a:t>
            </a:r>
            <a:r>
              <a:rPr lang="en-US" sz="700" i="1" dirty="0">
                <a:solidFill>
                  <a:srgbClr val="002060"/>
                </a:solidFill>
                <a:latin typeface="Aptos Narrow"/>
                <a:cs typeface="Arial"/>
              </a:rPr>
              <a:t> </a:t>
            </a:r>
            <a:r>
              <a:rPr lang="en-US" sz="700" i="1" dirty="0" err="1">
                <a:solidFill>
                  <a:srgbClr val="002060"/>
                </a:solidFill>
                <a:latin typeface="Aptos Narrow"/>
                <a:cs typeface="Arial"/>
              </a:rPr>
              <a:t>các</a:t>
            </a:r>
            <a:r>
              <a:rPr lang="en-US" sz="700" i="1" dirty="0">
                <a:solidFill>
                  <a:srgbClr val="002060"/>
                </a:solidFill>
                <a:latin typeface="Aptos Narrow"/>
                <a:cs typeface="Arial"/>
              </a:rPr>
              <a:t> </a:t>
            </a:r>
            <a:r>
              <a:rPr lang="en-US" sz="700" i="1" dirty="0" err="1">
                <a:solidFill>
                  <a:srgbClr val="002060"/>
                </a:solidFill>
                <a:latin typeface="Aptos Narrow"/>
                <a:cs typeface="Arial"/>
              </a:rPr>
              <a:t>thông</a:t>
            </a:r>
            <a:r>
              <a:rPr lang="en-US" sz="700" i="1" dirty="0">
                <a:solidFill>
                  <a:srgbClr val="002060"/>
                </a:solidFill>
                <a:latin typeface="Aptos Narrow"/>
                <a:cs typeface="Arial"/>
              </a:rPr>
              <a:t> tin </a:t>
            </a:r>
            <a:r>
              <a:rPr lang="en-US" sz="700" i="1" dirty="0" err="1">
                <a:solidFill>
                  <a:srgbClr val="002060"/>
                </a:solidFill>
                <a:latin typeface="Aptos Narrow"/>
                <a:cs typeface="Arial"/>
              </a:rPr>
              <a:t>sau</a:t>
            </a:r>
            <a:r>
              <a:rPr lang="en-US" sz="700" i="1" dirty="0">
                <a:solidFill>
                  <a:srgbClr val="002060"/>
                </a:solidFill>
                <a:latin typeface="Aptos Narrow"/>
                <a:cs typeface="Arial"/>
              </a:rPr>
              <a:t>: </a:t>
            </a:r>
            <a:r>
              <a:rPr lang="en-US" sz="700" i="1" dirty="0" err="1">
                <a:solidFill>
                  <a:srgbClr val="002060"/>
                </a:solidFill>
                <a:latin typeface="Aptos Narrow"/>
                <a:cs typeface="Arial"/>
              </a:rPr>
              <a:t>tên</a:t>
            </a:r>
            <a:r>
              <a:rPr lang="en-US" sz="700" i="1" dirty="0">
                <a:solidFill>
                  <a:srgbClr val="002060"/>
                </a:solidFill>
                <a:latin typeface="Aptos Narrow"/>
                <a:cs typeface="Arial"/>
              </a:rPr>
              <a:t> </a:t>
            </a:r>
            <a:r>
              <a:rPr lang="en-US" sz="700" i="1" dirty="0" err="1">
                <a:solidFill>
                  <a:srgbClr val="002060"/>
                </a:solidFill>
                <a:latin typeface="Aptos Narrow"/>
                <a:cs typeface="Arial"/>
              </a:rPr>
              <a:t>khách</a:t>
            </a:r>
            <a:r>
              <a:rPr lang="en-US" sz="700" i="1" dirty="0">
                <a:solidFill>
                  <a:srgbClr val="002060"/>
                </a:solidFill>
                <a:latin typeface="Aptos Narrow"/>
                <a:cs typeface="Arial"/>
              </a:rPr>
              <a:t> </a:t>
            </a:r>
            <a:r>
              <a:rPr lang="en-US" sz="700" i="1" dirty="0" err="1">
                <a:solidFill>
                  <a:srgbClr val="002060"/>
                </a:solidFill>
                <a:latin typeface="Aptos Narrow"/>
                <a:cs typeface="Arial"/>
              </a:rPr>
              <a:t>hàng</a:t>
            </a:r>
            <a:r>
              <a:rPr lang="en-US" sz="700" i="1" dirty="0">
                <a:solidFill>
                  <a:srgbClr val="002060"/>
                </a:solidFill>
                <a:latin typeface="Aptos Narrow"/>
                <a:cs typeface="Arial"/>
              </a:rPr>
              <a:t>, </a:t>
            </a:r>
            <a:r>
              <a:rPr lang="en-US" sz="700" i="1" dirty="0" err="1">
                <a:solidFill>
                  <a:srgbClr val="002060"/>
                </a:solidFill>
                <a:latin typeface="Aptos Narrow"/>
                <a:cs typeface="Arial"/>
              </a:rPr>
              <a:t>số</a:t>
            </a:r>
            <a:r>
              <a:rPr lang="en-US" sz="700" i="1" dirty="0">
                <a:solidFill>
                  <a:srgbClr val="002060"/>
                </a:solidFill>
                <a:latin typeface="Aptos Narrow"/>
                <a:cs typeface="Arial"/>
              </a:rPr>
              <a:t> </a:t>
            </a:r>
            <a:r>
              <a:rPr lang="en-US" sz="700" i="1" dirty="0" err="1">
                <a:solidFill>
                  <a:srgbClr val="002060"/>
                </a:solidFill>
                <a:latin typeface="Aptos Narrow"/>
                <a:cs typeface="Arial"/>
              </a:rPr>
              <a:t>tài</a:t>
            </a:r>
            <a:r>
              <a:rPr lang="en-US" sz="700" i="1" dirty="0">
                <a:solidFill>
                  <a:srgbClr val="002060"/>
                </a:solidFill>
                <a:latin typeface="Aptos Narrow"/>
                <a:cs typeface="Arial"/>
              </a:rPr>
              <a:t> </a:t>
            </a:r>
            <a:r>
              <a:rPr lang="en-US" sz="700" i="1" dirty="0" err="1">
                <a:solidFill>
                  <a:srgbClr val="002060"/>
                </a:solidFill>
                <a:latin typeface="Aptos Narrow"/>
                <a:cs typeface="Arial"/>
              </a:rPr>
              <a:t>khoản</a:t>
            </a:r>
            <a:r>
              <a:rPr lang="en-US" sz="700" i="1" dirty="0">
                <a:solidFill>
                  <a:srgbClr val="002060"/>
                </a:solidFill>
                <a:latin typeface="Aptos Narrow"/>
                <a:cs typeface="Arial"/>
              </a:rPr>
              <a:t>, </a:t>
            </a:r>
            <a:r>
              <a:rPr lang="en-US" sz="700" i="1" dirty="0" err="1">
                <a:solidFill>
                  <a:srgbClr val="002060"/>
                </a:solidFill>
                <a:latin typeface="Aptos Narrow"/>
                <a:cs typeface="Arial"/>
              </a:rPr>
              <a:t>số</a:t>
            </a:r>
            <a:r>
              <a:rPr lang="en-US" sz="700" i="1" dirty="0">
                <a:solidFill>
                  <a:srgbClr val="002060"/>
                </a:solidFill>
                <a:latin typeface="Aptos Narrow"/>
                <a:cs typeface="Arial"/>
              </a:rPr>
              <a:t> </a:t>
            </a:r>
            <a:r>
              <a:rPr lang="en-US" sz="700" i="1" dirty="0" err="1">
                <a:solidFill>
                  <a:srgbClr val="002060"/>
                </a:solidFill>
                <a:latin typeface="Aptos Narrow"/>
                <a:cs typeface="Arial"/>
              </a:rPr>
              <a:t>tiền</a:t>
            </a:r>
            <a:r>
              <a:rPr lang="en-US" sz="700" i="1" dirty="0">
                <a:solidFill>
                  <a:srgbClr val="002060"/>
                </a:solidFill>
                <a:latin typeface="Aptos Narrow"/>
                <a:cs typeface="Arial"/>
              </a:rPr>
              <a:t>, </a:t>
            </a:r>
            <a:r>
              <a:rPr lang="en-US" sz="700" i="1" dirty="0" err="1">
                <a:solidFill>
                  <a:srgbClr val="002060"/>
                </a:solidFill>
                <a:latin typeface="Aptos Narrow"/>
                <a:cs typeface="Arial"/>
              </a:rPr>
              <a:t>tài</a:t>
            </a:r>
            <a:r>
              <a:rPr lang="en-US" sz="700" i="1" dirty="0">
                <a:solidFill>
                  <a:srgbClr val="002060"/>
                </a:solidFill>
                <a:latin typeface="Aptos Narrow"/>
                <a:cs typeface="Arial"/>
              </a:rPr>
              <a:t> </a:t>
            </a:r>
            <a:r>
              <a:rPr lang="en-US" sz="700" i="1" dirty="0" err="1">
                <a:solidFill>
                  <a:srgbClr val="002060"/>
                </a:solidFill>
                <a:latin typeface="Aptos Narrow"/>
                <a:cs typeface="Arial"/>
              </a:rPr>
              <a:t>khoản</a:t>
            </a:r>
            <a:r>
              <a:rPr lang="en-US" sz="700" i="1" dirty="0">
                <a:solidFill>
                  <a:srgbClr val="002060"/>
                </a:solidFill>
                <a:latin typeface="Aptos Narrow"/>
                <a:cs typeface="Arial"/>
              </a:rPr>
              <a:t> </a:t>
            </a:r>
            <a:r>
              <a:rPr lang="en-US" sz="700" i="1" dirty="0" err="1">
                <a:solidFill>
                  <a:srgbClr val="002060"/>
                </a:solidFill>
                <a:latin typeface="Aptos Narrow"/>
                <a:cs typeface="Arial"/>
              </a:rPr>
              <a:t>ngân</a:t>
            </a:r>
            <a:r>
              <a:rPr lang="en-US" sz="700" i="1" dirty="0">
                <a:solidFill>
                  <a:srgbClr val="002060"/>
                </a:solidFill>
                <a:latin typeface="Aptos Narrow"/>
                <a:cs typeface="Arial"/>
              </a:rPr>
              <a:t> </a:t>
            </a:r>
            <a:r>
              <a:rPr lang="en-US" sz="700" i="1" dirty="0" err="1">
                <a:solidFill>
                  <a:srgbClr val="002060"/>
                </a:solidFill>
                <a:latin typeface="Aptos Narrow"/>
                <a:cs typeface="Arial"/>
              </a:rPr>
              <a:t>hàng</a:t>
            </a:r>
            <a:r>
              <a:rPr lang="en-US" sz="700" i="1" dirty="0">
                <a:solidFill>
                  <a:srgbClr val="002060"/>
                </a:solidFill>
                <a:latin typeface="Aptos Narrow"/>
                <a:cs typeface="Arial"/>
              </a:rPr>
              <a:t> </a:t>
            </a:r>
            <a:r>
              <a:rPr lang="en-US" sz="700" i="1" dirty="0" err="1">
                <a:solidFill>
                  <a:srgbClr val="002060"/>
                </a:solidFill>
                <a:latin typeface="Aptos Narrow"/>
                <a:cs typeface="Arial"/>
              </a:rPr>
              <a:t>nhận</a:t>
            </a:r>
            <a:r>
              <a:rPr lang="en-US" sz="700" i="1" dirty="0">
                <a:solidFill>
                  <a:srgbClr val="002060"/>
                </a:solidFill>
                <a:latin typeface="Aptos Narrow"/>
                <a:cs typeface="Arial"/>
              </a:rPr>
              <a:t> </a:t>
            </a:r>
            <a:r>
              <a:rPr lang="en-US" sz="700" i="1" dirty="0" err="1">
                <a:solidFill>
                  <a:srgbClr val="002060"/>
                </a:solidFill>
                <a:latin typeface="Aptos Narrow"/>
                <a:cs typeface="Arial"/>
              </a:rPr>
              <a:t>tiền</a:t>
            </a:r>
            <a:r>
              <a:rPr lang="en-US" sz="700" i="1" dirty="0">
                <a:solidFill>
                  <a:srgbClr val="002060"/>
                </a:solidFill>
                <a:latin typeface="Aptos Narrow"/>
                <a:cs typeface="Arial"/>
              </a:rPr>
              <a:t>, </a:t>
            </a:r>
            <a:r>
              <a:rPr lang="en-US" sz="700" i="1" dirty="0" err="1">
                <a:solidFill>
                  <a:srgbClr val="002060"/>
                </a:solidFill>
                <a:latin typeface="Aptos Narrow"/>
                <a:cs typeface="Arial"/>
              </a:rPr>
              <a:t>thời</a:t>
            </a:r>
            <a:r>
              <a:rPr lang="en-US" sz="700" i="1" dirty="0">
                <a:solidFill>
                  <a:srgbClr val="002060"/>
                </a:solidFill>
                <a:latin typeface="Aptos Narrow"/>
                <a:cs typeface="Arial"/>
              </a:rPr>
              <a:t> </a:t>
            </a:r>
            <a:r>
              <a:rPr lang="en-US" sz="700" i="1" dirty="0" err="1">
                <a:solidFill>
                  <a:srgbClr val="002060"/>
                </a:solidFill>
                <a:latin typeface="Aptos Narrow"/>
                <a:cs typeface="Arial"/>
              </a:rPr>
              <a:t>gian</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hình</a:t>
            </a:r>
            <a:r>
              <a:rPr lang="en-US" sz="700" i="1" dirty="0">
                <a:solidFill>
                  <a:srgbClr val="002060"/>
                </a:solidFill>
                <a:latin typeface="Aptos Narrow"/>
                <a:cs typeface="Arial"/>
              </a:rPr>
              <a:t> </a:t>
            </a:r>
            <a:r>
              <a:rPr lang="en-US" sz="700" i="1" dirty="0" err="1">
                <a:solidFill>
                  <a:srgbClr val="002060"/>
                </a:solidFill>
                <a:latin typeface="Aptos Narrow"/>
                <a:cs typeface="Arial"/>
              </a:rPr>
              <a:t>thức</a:t>
            </a:r>
            <a:r>
              <a:rPr lang="en-US" sz="700" i="1" dirty="0">
                <a:solidFill>
                  <a:srgbClr val="002060"/>
                </a:solidFill>
                <a:latin typeface="Aptos Narrow"/>
                <a:cs typeface="Arial"/>
              </a:rPr>
              <a:t> </a:t>
            </a:r>
            <a:r>
              <a:rPr lang="en-US" sz="700" i="1" dirty="0" err="1">
                <a:solidFill>
                  <a:srgbClr val="002060"/>
                </a:solidFill>
                <a:latin typeface="Aptos Narrow"/>
                <a:cs typeface="Arial"/>
              </a:rPr>
              <a:t>xác</a:t>
            </a:r>
            <a:r>
              <a:rPr lang="en-US" sz="700" i="1" dirty="0">
                <a:solidFill>
                  <a:srgbClr val="002060"/>
                </a:solidFill>
                <a:latin typeface="Aptos Narrow"/>
                <a:cs typeface="Arial"/>
              </a:rPr>
              <a:t> </a:t>
            </a:r>
            <a:r>
              <a:rPr lang="en-US" sz="700" i="1" dirty="0" err="1">
                <a:solidFill>
                  <a:srgbClr val="002060"/>
                </a:solidFill>
                <a:latin typeface="Aptos Narrow"/>
                <a:cs typeface="Arial"/>
              </a:rPr>
              <a:t>thực</a:t>
            </a:r>
            <a:r>
              <a:rPr lang="en-US" sz="700" i="1" dirty="0">
                <a:solidFill>
                  <a:srgbClr val="002060"/>
                </a:solidFill>
                <a:latin typeface="Aptos Narrow"/>
                <a:cs typeface="Arial"/>
              </a:rPr>
              <a:t> </a:t>
            </a:r>
            <a:r>
              <a:rPr lang="en-US" sz="700" i="1" dirty="0" err="1">
                <a:solidFill>
                  <a:srgbClr val="002060"/>
                </a:solidFill>
                <a:latin typeface="Aptos Narrow"/>
                <a:cs typeface="Arial"/>
              </a:rPr>
              <a:t>giao</a:t>
            </a:r>
            <a:r>
              <a:rPr lang="en-US" sz="700" i="1" dirty="0">
                <a:solidFill>
                  <a:srgbClr val="002060"/>
                </a:solidFill>
                <a:latin typeface="Aptos Narrow"/>
                <a:cs typeface="Arial"/>
              </a:rPr>
              <a:t> </a:t>
            </a:r>
            <a:r>
              <a:rPr lang="en-US" sz="700" i="1" dirty="0" err="1">
                <a:solidFill>
                  <a:srgbClr val="002060"/>
                </a:solidFill>
                <a:latin typeface="Aptos Narrow"/>
                <a:cs typeface="Arial"/>
              </a:rPr>
              <a:t>dịch</a:t>
            </a:r>
            <a:r>
              <a:rPr lang="en-US" sz="700" i="1" dirty="0">
                <a:solidFill>
                  <a:srgbClr val="002060"/>
                </a:solidFill>
                <a:latin typeface="Aptos Narrow"/>
                <a:cs typeface="Arial"/>
              </a:rPr>
              <a:t>, </a:t>
            </a:r>
            <a:r>
              <a:rPr lang="en-US" sz="700" i="1" dirty="0" err="1">
                <a:solidFill>
                  <a:srgbClr val="002060"/>
                </a:solidFill>
                <a:latin typeface="Aptos Narrow"/>
                <a:cs typeface="Arial"/>
              </a:rPr>
              <a:t>thông</a:t>
            </a:r>
            <a:r>
              <a:rPr lang="en-US" sz="700" i="1" dirty="0">
                <a:solidFill>
                  <a:srgbClr val="002060"/>
                </a:solidFill>
                <a:latin typeface="Aptos Narrow"/>
                <a:cs typeface="Arial"/>
              </a:rPr>
              <a:t> tin </a:t>
            </a:r>
            <a:r>
              <a:rPr lang="en-US" sz="700" i="1" dirty="0" err="1">
                <a:solidFill>
                  <a:srgbClr val="002060"/>
                </a:solidFill>
                <a:latin typeface="Aptos Narrow"/>
                <a:cs typeface="Arial"/>
              </a:rPr>
              <a:t>định</a:t>
            </a:r>
            <a:r>
              <a:rPr lang="en-US" sz="700" i="1" dirty="0">
                <a:solidFill>
                  <a:srgbClr val="002060"/>
                </a:solidFill>
                <a:latin typeface="Aptos Narrow"/>
                <a:cs typeface="Arial"/>
              </a:rPr>
              <a:t> </a:t>
            </a:r>
            <a:r>
              <a:rPr lang="en-US" sz="700" i="1" dirty="0" err="1">
                <a:solidFill>
                  <a:srgbClr val="002060"/>
                </a:solidFill>
                <a:latin typeface="Aptos Narrow"/>
                <a:cs typeface="Arial"/>
              </a:rPr>
              <a:t>danh</a:t>
            </a:r>
            <a:r>
              <a:rPr lang="en-US" sz="700" i="1" dirty="0">
                <a:solidFill>
                  <a:srgbClr val="002060"/>
                </a:solidFill>
                <a:latin typeface="Aptos Narrow"/>
                <a:cs typeface="Arial"/>
              </a:rPr>
              <a:t> </a:t>
            </a:r>
            <a:r>
              <a:rPr lang="en-US" sz="700" i="1" dirty="0" err="1">
                <a:solidFill>
                  <a:srgbClr val="002060"/>
                </a:solidFill>
                <a:latin typeface="Aptos Narrow"/>
                <a:cs typeface="Arial"/>
              </a:rPr>
              <a:t>thiết</a:t>
            </a:r>
            <a:r>
              <a:rPr lang="en-US" sz="700" i="1" dirty="0">
                <a:solidFill>
                  <a:srgbClr val="002060"/>
                </a:solidFill>
                <a:latin typeface="Aptos Narrow"/>
                <a:cs typeface="Arial"/>
              </a:rPr>
              <a:t> </a:t>
            </a:r>
            <a:r>
              <a:rPr lang="en-US" sz="700" i="1" dirty="0" err="1">
                <a:solidFill>
                  <a:srgbClr val="002060"/>
                </a:solidFill>
                <a:latin typeface="Aptos Narrow"/>
                <a:cs typeface="Arial"/>
              </a:rPr>
              <a:t>bị</a:t>
            </a:r>
            <a:r>
              <a:rPr lang="en-US" sz="700" i="1" dirty="0">
                <a:solidFill>
                  <a:srgbClr val="002060"/>
                </a:solidFill>
                <a:latin typeface="Aptos Narrow"/>
                <a:cs typeface="Arial"/>
              </a:rPr>
              <a:t>, </a:t>
            </a:r>
            <a:r>
              <a:rPr lang="en-US" sz="700" i="1" dirty="0" err="1">
                <a:solidFill>
                  <a:srgbClr val="002060"/>
                </a:solidFill>
                <a:latin typeface="Aptos Narrow"/>
                <a:cs typeface="Arial"/>
              </a:rPr>
              <a:t>địa</a:t>
            </a:r>
            <a:r>
              <a:rPr lang="en-US" sz="700" i="1" dirty="0">
                <a:solidFill>
                  <a:srgbClr val="002060"/>
                </a:solidFill>
                <a:latin typeface="Aptos Narrow"/>
                <a:cs typeface="Arial"/>
              </a:rPr>
              <a:t> </a:t>
            </a:r>
            <a:r>
              <a:rPr lang="en-US" sz="700" i="1" dirty="0" err="1">
                <a:solidFill>
                  <a:srgbClr val="002060"/>
                </a:solidFill>
                <a:latin typeface="Aptos Narrow"/>
                <a:cs typeface="Arial"/>
              </a:rPr>
              <a:t>chỉ</a:t>
            </a:r>
            <a:r>
              <a:rPr lang="en-US" sz="700" i="1" dirty="0">
                <a:solidFill>
                  <a:srgbClr val="002060"/>
                </a:solidFill>
                <a:latin typeface="Aptos Narrow"/>
                <a:cs typeface="Arial"/>
              </a:rPr>
              <a:t> IP </a:t>
            </a:r>
            <a:r>
              <a:rPr lang="en-US" sz="700" i="1" dirty="0" err="1">
                <a:solidFill>
                  <a:srgbClr val="002060"/>
                </a:solidFill>
                <a:latin typeface="Aptos Narrow"/>
                <a:cs typeface="Arial"/>
              </a:rPr>
              <a:t>mạng</a:t>
            </a:r>
            <a:r>
              <a:rPr lang="en-US" sz="700" i="1" dirty="0">
                <a:solidFill>
                  <a:srgbClr val="002060"/>
                </a:solidFill>
                <a:latin typeface="Aptos Narrow"/>
                <a:cs typeface="Arial"/>
              </a:rPr>
              <a:t>.</a:t>
            </a:r>
            <a:r>
              <a:rPr lang="en-US" sz="700" i="1" dirty="0">
                <a:solidFill>
                  <a:srgbClr val="002060"/>
                </a:solidFill>
                <a:latin typeface="Aptos Narrow" panose="020B0004020202020204" pitchFamily="34" charset="0"/>
                <a:cs typeface="Arial" pitchFamily="34" charset="-120"/>
              </a:rPr>
              <a:t> Mobile App </a:t>
            </a:r>
            <a:r>
              <a:rPr lang="en-US" sz="700" i="1" dirty="0" err="1">
                <a:solidFill>
                  <a:srgbClr val="002060"/>
                </a:solidFill>
                <a:latin typeface="Aptos Narrow" panose="020B0004020202020204" pitchFamily="34" charset="0"/>
                <a:cs typeface="Arial" pitchFamily="34" charset="-120"/>
              </a:rPr>
              <a:t>cũng</a:t>
            </a:r>
            <a:r>
              <a:rPr lang="en-US" sz="700" i="1" dirty="0">
                <a:solidFill>
                  <a:srgbClr val="002060"/>
                </a:solidFill>
                <a:latin typeface="Aptos Narrow" panose="020B0004020202020204" pitchFamily="34" charset="0"/>
                <a:cs typeface="Arial" pitchFamily="34" charset="-120"/>
              </a:rPr>
              <a:t> </a:t>
            </a:r>
            <a:r>
              <a:rPr lang="en-US" sz="700" i="1" dirty="0" err="1">
                <a:solidFill>
                  <a:srgbClr val="002060"/>
                </a:solidFill>
                <a:latin typeface="Aptos Narrow" panose="020B0004020202020204" pitchFamily="34" charset="0"/>
                <a:cs typeface="Arial" pitchFamily="34" charset="-120"/>
              </a:rPr>
              <a:t>phải</a:t>
            </a:r>
            <a:r>
              <a:rPr lang="en-US" sz="700" i="1" dirty="0">
                <a:solidFill>
                  <a:srgbClr val="002060"/>
                </a:solidFill>
                <a:latin typeface="Aptos Narrow" panose="020B0004020202020204" pitchFamily="34" charset="0"/>
                <a:cs typeface="Arial" pitchFamily="34" charset="-120"/>
              </a:rPr>
              <a:t> </a:t>
            </a:r>
            <a:r>
              <a:rPr lang="en-US" sz="700" i="1" dirty="0" err="1">
                <a:solidFill>
                  <a:srgbClr val="002060"/>
                </a:solidFill>
                <a:latin typeface="Aptos Narrow" panose="020B0004020202020204" pitchFamily="34" charset="0"/>
                <a:cs typeface="Arial" pitchFamily="34" charset="-120"/>
              </a:rPr>
              <a:t>tuân</a:t>
            </a:r>
            <a:r>
              <a:rPr lang="en-US" sz="700" i="1" dirty="0">
                <a:solidFill>
                  <a:srgbClr val="002060"/>
                </a:solidFill>
                <a:latin typeface="Aptos Narrow" panose="020B0004020202020204" pitchFamily="34" charset="0"/>
                <a:cs typeface="Arial" pitchFamily="34" charset="-120"/>
              </a:rPr>
              <a:t> </a:t>
            </a:r>
            <a:r>
              <a:rPr lang="en-US" sz="700" i="1" dirty="0" err="1">
                <a:solidFill>
                  <a:srgbClr val="002060"/>
                </a:solidFill>
                <a:latin typeface="Aptos Narrow" panose="020B0004020202020204" pitchFamily="34" charset="0"/>
                <a:cs typeface="Arial" pitchFamily="34" charset="-120"/>
              </a:rPr>
              <a:t>thủ</a:t>
            </a:r>
            <a:r>
              <a:rPr lang="en-US" sz="700" i="1" dirty="0">
                <a:solidFill>
                  <a:srgbClr val="002060"/>
                </a:solidFill>
                <a:latin typeface="Aptos Narrow" panose="020B0004020202020204" pitchFamily="34" charset="0"/>
                <a:cs typeface="Arial" pitchFamily="34" charset="-120"/>
              </a:rPr>
              <a:t> </a:t>
            </a:r>
            <a:r>
              <a:rPr lang="en-US" sz="700" i="1" dirty="0" err="1">
                <a:solidFill>
                  <a:srgbClr val="002060"/>
                </a:solidFill>
                <a:latin typeface="Aptos Narrow" panose="020B0004020202020204" pitchFamily="34" charset="0"/>
                <a:cs typeface="Arial" pitchFamily="34" charset="-120"/>
              </a:rPr>
              <a:t>các</a:t>
            </a:r>
            <a:r>
              <a:rPr lang="en-US" sz="700" i="1" dirty="0">
                <a:solidFill>
                  <a:srgbClr val="002060"/>
                </a:solidFill>
                <a:latin typeface="Aptos Narrow" panose="020B0004020202020204" pitchFamily="34" charset="0"/>
                <a:cs typeface="Arial" pitchFamily="34" charset="-120"/>
              </a:rPr>
              <a:t> </a:t>
            </a:r>
            <a:r>
              <a:rPr lang="en-US" sz="700" i="1" dirty="0" err="1">
                <a:solidFill>
                  <a:srgbClr val="002060"/>
                </a:solidFill>
                <a:latin typeface="Aptos Narrow" panose="020B0004020202020204" pitchFamily="34" charset="0"/>
                <a:cs typeface="Arial" pitchFamily="34" charset="-120"/>
              </a:rPr>
              <a:t>quy</a:t>
            </a:r>
            <a:r>
              <a:rPr lang="en-US" sz="700" i="1" dirty="0">
                <a:solidFill>
                  <a:srgbClr val="002060"/>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định</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điều</a:t>
            </a:r>
            <a:r>
              <a:rPr lang="en-US" sz="700" i="1" dirty="0">
                <a:solidFill>
                  <a:srgbClr val="12436E"/>
                </a:solidFill>
                <a:latin typeface="Aptos Narrow" panose="020B0004020202020204" pitchFamily="34" charset="0"/>
                <a:cs typeface="Arial" pitchFamily="34" charset="-120"/>
              </a:rPr>
              <a:t> 1-3 </a:t>
            </a:r>
            <a:r>
              <a:rPr lang="en-US" sz="700" i="1" dirty="0" err="1">
                <a:solidFill>
                  <a:srgbClr val="12436E"/>
                </a:solidFill>
                <a:latin typeface="Aptos Narrow" panose="020B0004020202020204" pitchFamily="34" charset="0"/>
                <a:cs typeface="Arial" pitchFamily="34" charset="-120"/>
              </a:rPr>
              <a:t>tại</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điều</a:t>
            </a:r>
            <a:r>
              <a:rPr lang="en-US" sz="700" i="1" dirty="0">
                <a:solidFill>
                  <a:srgbClr val="12436E"/>
                </a:solidFill>
                <a:latin typeface="Aptos Narrow" panose="020B0004020202020204" pitchFamily="34" charset="0"/>
                <a:cs typeface="Arial" pitchFamily="34" charset="-120"/>
              </a:rPr>
              <a:t> 18 </a:t>
            </a:r>
            <a:r>
              <a:rPr lang="en-US" sz="700" i="1" dirty="0" err="1">
                <a:solidFill>
                  <a:srgbClr val="12436E"/>
                </a:solidFill>
                <a:latin typeface="Aptos Narrow" panose="020B0004020202020204" pitchFamily="34" charset="0"/>
                <a:cs typeface="Arial" pitchFamily="34" charset="-120"/>
              </a:rPr>
              <a:t>về</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quản</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lý</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phiên</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bản</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các</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tính</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ngăng</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bắt</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buộc</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có</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đủ</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các</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chức</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năng</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lưu</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trữ</a:t>
            </a:r>
            <a:r>
              <a:rPr lang="en-US" sz="700" i="1" dirty="0">
                <a:solidFill>
                  <a:srgbClr val="12436E"/>
                </a:solidFill>
                <a:latin typeface="Aptos Narrow" panose="020B0004020202020204" pitchFamily="34" charset="0"/>
                <a:cs typeface="Arial" pitchFamily="34" charset="-120"/>
              </a:rPr>
              <a:t> </a:t>
            </a:r>
            <a:r>
              <a:rPr lang="en-US" sz="700" i="1" dirty="0" err="1">
                <a:solidFill>
                  <a:srgbClr val="12436E"/>
                </a:solidFill>
                <a:latin typeface="Aptos Narrow" panose="020B0004020202020204" pitchFamily="34" charset="0"/>
                <a:cs typeface="Arial" pitchFamily="34" charset="-120"/>
              </a:rPr>
              <a:t>thông</a:t>
            </a:r>
            <a:r>
              <a:rPr lang="en-US" sz="700" i="1" dirty="0">
                <a:solidFill>
                  <a:srgbClr val="12436E"/>
                </a:solidFill>
                <a:latin typeface="Aptos Narrow" panose="020B0004020202020204" pitchFamily="34" charset="0"/>
                <a:cs typeface="Arial" pitchFamily="34" charset="-120"/>
              </a:rPr>
              <a:t> tin</a:t>
            </a:r>
          </a:p>
          <a:p>
            <a:r>
              <a:rPr lang="en-US" sz="700" dirty="0">
                <a:solidFill>
                  <a:srgbClr val="FF0000"/>
                </a:solidFill>
                <a:latin typeface="Aptos Narrow"/>
                <a:cs typeface="Arial"/>
              </a:rPr>
              <a:t>1#</a:t>
            </a:r>
            <a:r>
              <a:rPr lang="vi-VN" sz="700" dirty="0">
                <a:solidFill>
                  <a:srgbClr val="FF0000"/>
                </a:solidFill>
                <a:latin typeface="Aptos Narrow"/>
                <a:cs typeface="Arial"/>
              </a:rPr>
              <a:t>Nhật ký GD chứng khoán: Đối với KH giao dịch qua WTS trên điện thoại hoặc thiết bị dùng hệ điều hành MacOS và mở WTS trên trình duyệt khác SAFARI: Đang chưa lấy được thông tin định danh thiết bị</a:t>
            </a:r>
            <a:r>
              <a:rPr lang="en-US" sz="700" dirty="0">
                <a:solidFill>
                  <a:srgbClr val="FF0000"/>
                </a:solidFill>
                <a:latin typeface="Aptos Narrow"/>
                <a:cs typeface="Arial"/>
              </a:rPr>
              <a:t>.</a:t>
            </a:r>
          </a:p>
          <a:p>
            <a:r>
              <a:rPr lang="en-US" sz="700" dirty="0">
                <a:solidFill>
                  <a:srgbClr val="FF0000"/>
                </a:solidFill>
                <a:latin typeface="Aptos Narrow"/>
                <a:cs typeface="Arial"/>
              </a:rPr>
              <a:t>2#</a:t>
            </a:r>
            <a:r>
              <a:rPr lang="vi-VN" sz="700" dirty="0">
                <a:solidFill>
                  <a:srgbClr val="FF0000"/>
                </a:solidFill>
                <a:latin typeface="Aptos Narrow"/>
                <a:cs typeface="Arial"/>
              </a:rPr>
              <a:t>Nhật ký GD rút/chuyển tiền ra khỏi TKCK: Chưa lưu thông tin định danh thiết bị</a:t>
            </a:r>
          </a:p>
          <a:p>
            <a:endParaRPr lang="en-US" sz="700" dirty="0">
              <a:solidFill>
                <a:srgbClr val="FF0000"/>
              </a:solidFill>
              <a:latin typeface="Aptos Narrow"/>
              <a:cs typeface="Arial"/>
            </a:endParaRPr>
          </a:p>
        </p:txBody>
      </p:sp>
      <p:sp>
        <p:nvSpPr>
          <p:cNvPr id="42" name="TextBox 41">
            <a:extLst>
              <a:ext uri="{FF2B5EF4-FFF2-40B4-BE49-F238E27FC236}">
                <a16:creationId xmlns:a16="http://schemas.microsoft.com/office/drawing/2014/main" id="{4F416B0D-476E-6C3B-45A4-3CC4A5714216}"/>
              </a:ext>
            </a:extLst>
          </p:cNvPr>
          <p:cNvSpPr txBox="1"/>
          <p:nvPr/>
        </p:nvSpPr>
        <p:spPr>
          <a:xfrm>
            <a:off x="6611112" y="2248105"/>
            <a:ext cx="640080" cy="461665"/>
          </a:xfrm>
          <a:prstGeom prst="rect">
            <a:avLst/>
          </a:prstGeom>
          <a:noFill/>
        </p:spPr>
        <p:txBody>
          <a:bodyPr wrap="square">
            <a:spAutoFit/>
          </a:bodyPr>
          <a:lstStyle/>
          <a:p>
            <a:r>
              <a:rPr lang="en-US" sz="2400"/>
              <a:t>☑</a:t>
            </a:r>
          </a:p>
        </p:txBody>
      </p:sp>
      <p:sp>
        <p:nvSpPr>
          <p:cNvPr id="64" name="TextBox 63">
            <a:extLst>
              <a:ext uri="{FF2B5EF4-FFF2-40B4-BE49-F238E27FC236}">
                <a16:creationId xmlns:a16="http://schemas.microsoft.com/office/drawing/2014/main" id="{66A9EE84-097F-5F37-5B63-28FCD7DAFF4C}"/>
              </a:ext>
            </a:extLst>
          </p:cNvPr>
          <p:cNvSpPr txBox="1"/>
          <p:nvPr/>
        </p:nvSpPr>
        <p:spPr>
          <a:xfrm>
            <a:off x="6556248" y="3109470"/>
            <a:ext cx="640080" cy="461665"/>
          </a:xfrm>
          <a:prstGeom prst="rect">
            <a:avLst/>
          </a:prstGeom>
          <a:noFill/>
        </p:spPr>
        <p:txBody>
          <a:bodyPr wrap="square">
            <a:spAutoFit/>
          </a:bodyPr>
          <a:lstStyle/>
          <a:p>
            <a:r>
              <a:rPr lang="en-US" sz="2400"/>
              <a:t>☑</a:t>
            </a:r>
          </a:p>
        </p:txBody>
      </p:sp>
      <p:sp>
        <p:nvSpPr>
          <p:cNvPr id="65" name="TextBox 64">
            <a:extLst>
              <a:ext uri="{FF2B5EF4-FFF2-40B4-BE49-F238E27FC236}">
                <a16:creationId xmlns:a16="http://schemas.microsoft.com/office/drawing/2014/main" id="{0CB7DE42-1F36-C9EE-51DE-856FB4AB0426}"/>
              </a:ext>
            </a:extLst>
          </p:cNvPr>
          <p:cNvSpPr txBox="1"/>
          <p:nvPr/>
        </p:nvSpPr>
        <p:spPr>
          <a:xfrm>
            <a:off x="7269480" y="3926434"/>
            <a:ext cx="640080" cy="461665"/>
          </a:xfrm>
          <a:prstGeom prst="rect">
            <a:avLst/>
          </a:prstGeom>
          <a:noFill/>
        </p:spPr>
        <p:txBody>
          <a:bodyPr wrap="square">
            <a:spAutoFit/>
          </a:bodyPr>
          <a:lstStyle/>
          <a:p>
            <a:r>
              <a:rPr lang="en-US" sz="2400" dirty="0"/>
              <a:t>☑</a:t>
            </a:r>
          </a:p>
        </p:txBody>
      </p:sp>
      <p:sp>
        <p:nvSpPr>
          <p:cNvPr id="66" name="TextBox 65">
            <a:extLst>
              <a:ext uri="{FF2B5EF4-FFF2-40B4-BE49-F238E27FC236}">
                <a16:creationId xmlns:a16="http://schemas.microsoft.com/office/drawing/2014/main" id="{78D7E1AC-EC87-7579-F189-1424EEC1D29A}"/>
              </a:ext>
            </a:extLst>
          </p:cNvPr>
          <p:cNvSpPr txBox="1"/>
          <p:nvPr/>
        </p:nvSpPr>
        <p:spPr>
          <a:xfrm>
            <a:off x="6592824" y="4876602"/>
            <a:ext cx="640080" cy="461665"/>
          </a:xfrm>
          <a:prstGeom prst="rect">
            <a:avLst/>
          </a:prstGeom>
          <a:noFill/>
        </p:spPr>
        <p:txBody>
          <a:bodyPr wrap="square">
            <a:spAutoFit/>
          </a:bodyPr>
          <a:lstStyle/>
          <a:p>
            <a:r>
              <a:rPr lang="en-US" sz="2400"/>
              <a:t>☑</a:t>
            </a:r>
          </a:p>
        </p:txBody>
      </p:sp>
      <p:sp>
        <p:nvSpPr>
          <p:cNvPr id="67" name="TextBox 66">
            <a:extLst>
              <a:ext uri="{FF2B5EF4-FFF2-40B4-BE49-F238E27FC236}">
                <a16:creationId xmlns:a16="http://schemas.microsoft.com/office/drawing/2014/main" id="{6A9E9B2A-28D9-6D75-9239-BE8DE919545F}"/>
              </a:ext>
            </a:extLst>
          </p:cNvPr>
          <p:cNvSpPr txBox="1"/>
          <p:nvPr/>
        </p:nvSpPr>
        <p:spPr>
          <a:xfrm>
            <a:off x="6537960" y="5649163"/>
            <a:ext cx="640080" cy="461665"/>
          </a:xfrm>
          <a:prstGeom prst="rect">
            <a:avLst/>
          </a:prstGeom>
          <a:noFill/>
        </p:spPr>
        <p:txBody>
          <a:bodyPr wrap="square">
            <a:spAutoFit/>
          </a:bodyPr>
          <a:lstStyle/>
          <a:p>
            <a:r>
              <a:rPr lang="en-US" sz="2400"/>
              <a:t>☑</a:t>
            </a:r>
          </a:p>
        </p:txBody>
      </p:sp>
      <p:sp>
        <p:nvSpPr>
          <p:cNvPr id="18" name="Shape 38">
            <a:extLst>
              <a:ext uri="{FF2B5EF4-FFF2-40B4-BE49-F238E27FC236}">
                <a16:creationId xmlns:a16="http://schemas.microsoft.com/office/drawing/2014/main" id="{E2423F22-67D7-C957-A78F-A6883A72F925}"/>
              </a:ext>
            </a:extLst>
          </p:cNvPr>
          <p:cNvSpPr/>
          <p:nvPr/>
        </p:nvSpPr>
        <p:spPr>
          <a:xfrm>
            <a:off x="6611112" y="405668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Rectangle 4">
            <a:extLst>
              <a:ext uri="{FF2B5EF4-FFF2-40B4-BE49-F238E27FC236}">
                <a16:creationId xmlns:a16="http://schemas.microsoft.com/office/drawing/2014/main" id="{5315AB2B-C79F-D76C-616B-28BB1A4E04A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Nhật ký GD rút/chuyển tiền ra khỏi TKCK: Chưa lưu thông tin định danh thiết bị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3 · 제3절 — ĐIỀU 19 — </a:t>
            </a:r>
            <a:r>
              <a:rPr lang="en-US" sz="1150" b="1" kern="0" spc="100">
                <a:solidFill>
                  <a:srgbClr val="0E8C8B"/>
                </a:solidFill>
                <a:latin typeface="Aptos Narrow" panose="020B0004020202020204" pitchFamily="34" charset="0"/>
                <a:ea typeface="NanumGothic" pitchFamily="34" charset="-122"/>
                <a:cs typeface="NanumGothic" pitchFamily="34" charset="-120"/>
              </a:rPr>
              <a:t>제19조</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Mạng &amp; đường truyền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네트워크 및 회선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1188720"/>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Mạng: tường lửa phân vùng; không lưu thông tin KH ở phân vùng internet/DMZ; hạn chế dịch vụ/</a:t>
            </a:r>
            <a:r>
              <a:rPr lang="en-US" sz="930" b="1" err="1">
                <a:solidFill>
                  <a:srgbClr val="1E2B38"/>
                </a:solidFill>
                <a:latin typeface="Aptos Narrow" panose="020B0004020202020204" pitchFamily="34" charset="0"/>
                <a:ea typeface="Arial" pitchFamily="34" charset="-122"/>
                <a:cs typeface="Arial" pitchFamily="34" charset="-120"/>
              </a:rPr>
              <a:t>cổng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kết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nối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không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sử</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dụng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hoặc</a:t>
            </a:r>
            <a:r>
              <a:rPr lang="en-US" sz="930" b="1">
                <a:solidFill>
                  <a:srgbClr val="1E2B38"/>
                </a:solidFill>
                <a:latin typeface="Aptos Narrow" panose="020B0004020202020204" pitchFamily="34" charset="0"/>
                <a:ea typeface="Arial" pitchFamily="34" charset="-122"/>
                <a:cs typeface="Arial" pitchFamily="34" charset="-120"/>
              </a:rPr>
              <a:t> không cần thiết (Điều 19).</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네트워크: 구간 방화벽; 인터넷/DMZ 구역에 고객정보 미저장; 불필요 서비스·포트 제한(제19조).</a:t>
            </a:r>
            <a:endParaRPr lang="en-US" sz="930">
              <a:latin typeface="Aptos Narrow" panose="020B0004020202020204" pitchFamily="34" charset="0"/>
            </a:endParaRPr>
          </a:p>
        </p:txBody>
      </p:sp>
      <p:sp>
        <p:nvSpPr>
          <p:cNvPr id="17" name="Shape 15"/>
          <p:cNvSpPr/>
          <p:nvPr/>
        </p:nvSpPr>
        <p:spPr>
          <a:xfrm>
            <a:off x="644652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9" name="Shape 17"/>
          <p:cNvSpPr/>
          <p:nvPr/>
        </p:nvSpPr>
        <p:spPr>
          <a:xfrm>
            <a:off x="717804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54203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54203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4" name="Shape 22"/>
          <p:cNvSpPr/>
          <p:nvPr/>
        </p:nvSpPr>
        <p:spPr>
          <a:xfrm>
            <a:off x="457200" y="3236976"/>
            <a:ext cx="59893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3236976"/>
            <a:ext cx="5733288" cy="1188720"/>
          </a:xfrm>
          <a:prstGeom prst="rect">
            <a:avLst/>
          </a:prstGeom>
          <a:noFill/>
          <a:ln/>
        </p:spPr>
        <p:txBody>
          <a:bodyPr wrap="square" lIns="0" tIns="0" rIns="0" bIns="0" rtlCol="0" anchor="ctr"/>
          <a:lstStyle/>
          <a:p>
            <a:pPr>
              <a:lnSpc>
                <a:spcPct val="98000"/>
              </a:lnSpc>
            </a:pPr>
            <a:r>
              <a:rPr lang="en-US" sz="930" b="1" err="1">
                <a:solidFill>
                  <a:srgbClr val="1E2B38"/>
                </a:solidFill>
                <a:latin typeface="Aptos Narrow" panose="020B0004020202020204" pitchFamily="34" charset="0"/>
                <a:cs typeface="Arial" pitchFamily="34" charset="-120"/>
              </a:rPr>
              <a:t>Kết</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nối</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từ</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bên</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ngoài</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mạng</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nội</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bộ</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vào</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hệ</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thống</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giao</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dịch</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trực</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tuyến</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để</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quản</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trị</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chỉ</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được</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thực</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hiện</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trong</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trường</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hợp</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không</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thể</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kết</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nối</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từ</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mạng</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nội</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bộ</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và</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phải</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tuân</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thủ</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các</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quy</a:t>
            </a:r>
            <a:r>
              <a:rPr lang="en-US" sz="930" b="1">
                <a:solidFill>
                  <a:srgbClr val="1E2B38"/>
                </a:solidFill>
                <a:latin typeface="Aptos Narrow" panose="020B0004020202020204" pitchFamily="34" charset="0"/>
                <a:cs typeface="Arial" pitchFamily="34" charset="-120"/>
              </a:rPr>
              <a:t> </a:t>
            </a:r>
            <a:r>
              <a:rPr lang="en-US" sz="930" b="1" err="1">
                <a:solidFill>
                  <a:srgbClr val="1E2B38"/>
                </a:solidFill>
                <a:latin typeface="Aptos Narrow" panose="020B0004020202020204" pitchFamily="34" charset="0"/>
                <a:cs typeface="Arial" pitchFamily="34" charset="-120"/>
              </a:rPr>
              <a:t>định</a:t>
            </a:r>
            <a:r>
              <a:rPr lang="en-US" sz="930" b="1">
                <a:solidFill>
                  <a:srgbClr val="1E2B38"/>
                </a:solidFill>
                <a:latin typeface="Aptos Narrow" panose="020B0004020202020204" pitchFamily="34" charset="0"/>
                <a:cs typeface="Arial" pitchFamily="34" charset="-120"/>
              </a:rPr>
              <a:t> : </a:t>
            </a:r>
            <a:r>
              <a:rPr lang="en-US" sz="930" b="1" err="1">
                <a:solidFill>
                  <a:srgbClr val="1E2B38"/>
                </a:solidFill>
                <a:latin typeface="Aptos Narrow" panose="020B0004020202020204" pitchFamily="34" charset="0"/>
                <a:ea typeface="Arial" pitchFamily="34" charset="-122"/>
                <a:cs typeface="Arial" pitchFamily="34" charset="-120"/>
              </a:rPr>
              <a:t>được</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cấp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có</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thẩm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quyền</a:t>
            </a:r>
            <a:r>
              <a:rPr lang="en-US" sz="930" b="1">
                <a:solidFill>
                  <a:srgbClr val="1E2B38"/>
                </a:solidFill>
                <a:latin typeface="Aptos Narrow" panose="020B0004020202020204" pitchFamily="34" charset="0"/>
                <a:ea typeface="Arial" pitchFamily="34" charset="-122"/>
                <a:cs typeface="Arial" pitchFamily="34" charset="-120"/>
              </a:rPr>
              <a:t> phê duyệt; dùng VPN/tương đương; thiết bị kết nối được cài đặt phần mềm bảo đảm an toàn, bảo mật; tối thiểu 02 yếu tố xác thực; giao thức mã hóa (Điều 19).</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원격 관리 접속: 승인 필요; VPN/동등 사용; 연결 기기에 보안 SW 설치; 최소 2요소 인증; 암호화 프로토콜(제19조).</a:t>
            </a:r>
            <a:endParaRPr lang="en-US" sz="930">
              <a:latin typeface="Aptos Narrow" panose="020B0004020202020204" pitchFamily="34" charset="0"/>
            </a:endParaRPr>
          </a:p>
        </p:txBody>
      </p:sp>
      <p:sp>
        <p:nvSpPr>
          <p:cNvPr id="28" name="Shape 26"/>
          <p:cNvSpPr/>
          <p:nvPr/>
        </p:nvSpPr>
        <p:spPr>
          <a:xfrm>
            <a:off x="7178040" y="3236976"/>
            <a:ext cx="7315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73075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3236976"/>
            <a:ext cx="7315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73075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3236976"/>
            <a:ext cx="3090672"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Shape 31"/>
          <p:cNvSpPr/>
          <p:nvPr/>
        </p:nvSpPr>
        <p:spPr>
          <a:xfrm>
            <a:off x="457200" y="4425696"/>
            <a:ext cx="59893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603504" y="4425696"/>
            <a:ext cx="5733288" cy="1188720"/>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Đặt lệnh qua điện thoại: </a:t>
            </a:r>
            <a:r>
              <a:rPr lang="en-US" sz="930" b="1" err="1">
                <a:solidFill>
                  <a:srgbClr val="1E2B38"/>
                </a:solidFill>
                <a:latin typeface="Aptos Narrow" panose="020B0004020202020204" pitchFamily="34" charset="0"/>
                <a:ea typeface="Arial" pitchFamily="34" charset="-122"/>
                <a:cs typeface="Arial" pitchFamily="34" charset="-120"/>
              </a:rPr>
              <a:t>công</a:t>
            </a:r>
            <a:r>
              <a:rPr lang="en-US" sz="930" b="1">
                <a:solidFill>
                  <a:srgbClr val="1E2B38"/>
                </a:solidFill>
                <a:latin typeface="Aptos Narrow" panose="020B0004020202020204" pitchFamily="34" charset="0"/>
                <a:ea typeface="Arial" pitchFamily="34" charset="-122"/>
                <a:cs typeface="Arial" pitchFamily="34" charset="-120"/>
              </a:rPr>
              <a:t> ty </a:t>
            </a:r>
            <a:r>
              <a:rPr lang="en-US" sz="930" b="1" err="1">
                <a:solidFill>
                  <a:srgbClr val="1E2B38"/>
                </a:solidFill>
                <a:latin typeface="Aptos Narrow" panose="020B0004020202020204" pitchFamily="34" charset="0"/>
                <a:ea typeface="Arial" pitchFamily="34" charset="-122"/>
                <a:cs typeface="Arial" pitchFamily="34" charset="-120"/>
              </a:rPr>
              <a:t>chứng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khoán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phải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trang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bị</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hệ</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thống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tổng</a:t>
            </a:r>
            <a:r>
              <a:rPr lang="en-US" sz="930" b="1">
                <a:solidFill>
                  <a:srgbClr val="1E2B38"/>
                </a:solidFill>
                <a:latin typeface="Aptos Narrow" panose="020B0004020202020204" pitchFamily="34" charset="0"/>
                <a:ea typeface="Arial" pitchFamily="34" charset="-122"/>
                <a:cs typeface="Arial" pitchFamily="34" charset="-120"/>
              </a:rPr>
              <a:t> đài có ghi âm, quản lý, lưu trữ, tra cứu; đường truyền có dự phòng, sẵn sàng cao, bảo đảm khả năng cung cấp dịch vụ liên tục (Điều 19).</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전화 주문: 녹음·관리·보관·조회 가능한 콜센터; 예비·고가용 회선으로 서비스 연속성 보장(제19조).</a:t>
            </a:r>
            <a:endParaRPr lang="en-US" sz="930">
              <a:latin typeface="Aptos Narrow" panose="020B0004020202020204" pitchFamily="34" charset="0"/>
            </a:endParaRPr>
          </a:p>
        </p:txBody>
      </p:sp>
      <p:sp>
        <p:nvSpPr>
          <p:cNvPr id="37" name="Shape 35"/>
          <p:cNvSpPr/>
          <p:nvPr/>
        </p:nvSpPr>
        <p:spPr>
          <a:xfrm>
            <a:off x="7178040" y="442569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8" name="Shape 36"/>
          <p:cNvSpPr/>
          <p:nvPr/>
        </p:nvSpPr>
        <p:spPr>
          <a:xfrm>
            <a:off x="7443216" y="491947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9" name="Shape 37"/>
          <p:cNvSpPr/>
          <p:nvPr/>
        </p:nvSpPr>
        <p:spPr>
          <a:xfrm>
            <a:off x="7909560" y="4425696"/>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8174736" y="491947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Shape 39"/>
          <p:cNvSpPr/>
          <p:nvPr/>
        </p:nvSpPr>
        <p:spPr>
          <a:xfrm>
            <a:off x="8641080" y="4425696"/>
            <a:ext cx="3090672" cy="1188720"/>
          </a:xfrm>
          <a:prstGeom prst="rect">
            <a:avLst/>
          </a:prstGeom>
          <a:solidFill>
            <a:srgbClr val="FFFFFF"/>
          </a:solidFill>
          <a:ln w="6350">
            <a:solidFill>
              <a:srgbClr val="E2E8ED"/>
            </a:solidFill>
            <a:prstDash val="solid"/>
          </a:ln>
        </p:spPr>
        <p:txBody>
          <a:bodyPr lIns="91440" tIns="45720" rIns="91440" bIns="45720" anchor="t"/>
          <a:lstStyle/>
          <a:p>
            <a:r>
              <a:rPr lang="en-US" sz="800" i="1" err="1">
                <a:solidFill>
                  <a:srgbClr val="FF0000"/>
                </a:solidFill>
                <a:latin typeface="Aptos Narrow"/>
              </a:rPr>
              <a:t>Mọi</a:t>
            </a:r>
            <a:r>
              <a:rPr lang="en-US" sz="800" i="1">
                <a:solidFill>
                  <a:srgbClr val="FF0000"/>
                </a:solidFill>
                <a:latin typeface="Aptos Narrow"/>
              </a:rPr>
              <a:t> </a:t>
            </a:r>
            <a:r>
              <a:rPr lang="en-US" sz="800" i="1" err="1">
                <a:solidFill>
                  <a:srgbClr val="FF0000"/>
                </a:solidFill>
                <a:latin typeface="Aptos Narrow"/>
              </a:rPr>
              <a:t>cuộc</a:t>
            </a:r>
            <a:r>
              <a:rPr lang="en-US" sz="800" i="1">
                <a:solidFill>
                  <a:srgbClr val="FF0000"/>
                </a:solidFill>
                <a:latin typeface="Aptos Narrow"/>
              </a:rPr>
              <a:t> </a:t>
            </a:r>
            <a:r>
              <a:rPr lang="en-US" sz="800" i="1" err="1">
                <a:solidFill>
                  <a:srgbClr val="FF0000"/>
                </a:solidFill>
                <a:latin typeface="Aptos Narrow"/>
              </a:rPr>
              <a:t>gọi</a:t>
            </a:r>
            <a:r>
              <a:rPr lang="en-US" sz="800" i="1">
                <a:solidFill>
                  <a:srgbClr val="FF0000"/>
                </a:solidFill>
                <a:latin typeface="Aptos Narrow"/>
              </a:rPr>
              <a:t> </a:t>
            </a:r>
            <a:r>
              <a:rPr lang="en-US" sz="800" i="1" err="1">
                <a:solidFill>
                  <a:srgbClr val="FF0000"/>
                </a:solidFill>
                <a:latin typeface="Aptos Narrow"/>
              </a:rPr>
              <a:t>phải</a:t>
            </a:r>
            <a:r>
              <a:rPr lang="en-US" sz="800" i="1">
                <a:solidFill>
                  <a:srgbClr val="FF0000"/>
                </a:solidFill>
                <a:latin typeface="Aptos Narrow"/>
              </a:rPr>
              <a:t> </a:t>
            </a:r>
            <a:r>
              <a:rPr lang="en-US" sz="800" i="1" err="1">
                <a:solidFill>
                  <a:srgbClr val="FF0000"/>
                </a:solidFill>
                <a:latin typeface="Aptos Narrow"/>
              </a:rPr>
              <a:t>được</a:t>
            </a:r>
            <a:r>
              <a:rPr lang="en-US" sz="800" i="1">
                <a:solidFill>
                  <a:srgbClr val="FF0000"/>
                </a:solidFill>
                <a:latin typeface="Aptos Narrow"/>
              </a:rPr>
              <a:t> </a:t>
            </a:r>
            <a:r>
              <a:rPr lang="en-US" sz="800" i="1" err="1">
                <a:solidFill>
                  <a:srgbClr val="FF0000"/>
                </a:solidFill>
                <a:latin typeface="Aptos Narrow"/>
              </a:rPr>
              <a:t>ghi</a:t>
            </a:r>
            <a:r>
              <a:rPr lang="en-US" sz="800" i="1">
                <a:solidFill>
                  <a:srgbClr val="FF0000"/>
                </a:solidFill>
                <a:latin typeface="Aptos Narrow"/>
              </a:rPr>
              <a:t> </a:t>
            </a:r>
            <a:r>
              <a:rPr lang="en-US" sz="800" i="1" err="1">
                <a:solidFill>
                  <a:srgbClr val="FF0000"/>
                </a:solidFill>
                <a:latin typeface="Aptos Narrow"/>
              </a:rPr>
              <a:t>âm</a:t>
            </a:r>
            <a:r>
              <a:rPr lang="en-US" sz="800" i="1">
                <a:solidFill>
                  <a:srgbClr val="FF0000"/>
                </a:solidFill>
                <a:latin typeface="Aptos Narrow"/>
              </a:rPr>
              <a:t>, </a:t>
            </a:r>
            <a:r>
              <a:rPr lang="en-US" sz="800" i="1" err="1">
                <a:solidFill>
                  <a:srgbClr val="FF0000"/>
                </a:solidFill>
                <a:latin typeface="Aptos Narrow"/>
              </a:rPr>
              <a:t>lưu</a:t>
            </a:r>
            <a:r>
              <a:rPr lang="en-US" sz="800" i="1">
                <a:solidFill>
                  <a:srgbClr val="FF0000"/>
                </a:solidFill>
                <a:latin typeface="Aptos Narrow"/>
              </a:rPr>
              <a:t> </a:t>
            </a:r>
            <a:r>
              <a:rPr lang="en-US" sz="800" i="1" err="1">
                <a:solidFill>
                  <a:srgbClr val="FF0000"/>
                </a:solidFill>
                <a:latin typeface="Aptos Narrow"/>
              </a:rPr>
              <a:t>trữ</a:t>
            </a:r>
            <a:r>
              <a:rPr lang="en-US" sz="800" i="1">
                <a:solidFill>
                  <a:srgbClr val="FF0000"/>
                </a:solidFill>
                <a:latin typeface="Aptos Narrow"/>
              </a:rPr>
              <a:t> </a:t>
            </a:r>
            <a:r>
              <a:rPr lang="en-US" sz="800" i="1" err="1">
                <a:solidFill>
                  <a:srgbClr val="FF0000"/>
                </a:solidFill>
                <a:latin typeface="Aptos Narrow"/>
              </a:rPr>
              <a:t>đầy</a:t>
            </a:r>
            <a:r>
              <a:rPr lang="en-US" sz="800" i="1">
                <a:solidFill>
                  <a:srgbClr val="FF0000"/>
                </a:solidFill>
                <a:latin typeface="Aptos Narrow"/>
              </a:rPr>
              <a:t> </a:t>
            </a:r>
            <a:r>
              <a:rPr lang="en-US" sz="800" i="1" err="1">
                <a:solidFill>
                  <a:srgbClr val="FF0000"/>
                </a:solidFill>
                <a:latin typeface="Aptos Narrow"/>
              </a:rPr>
              <a:t>đủ</a:t>
            </a:r>
            <a:endParaRPr lang="en-US" sz="800" i="1">
              <a:solidFill>
                <a:srgbClr val="FF0000"/>
              </a:solidFill>
              <a:latin typeface="Aptos Narrow" panose="020B0004020202020204" pitchFamily="34" charset="0"/>
            </a:endParaRPr>
          </a:p>
        </p:txBody>
      </p:sp>
      <p:sp>
        <p:nvSpPr>
          <p:cNvPr id="42" name="Text 40"/>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43" name="Text 41"/>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14</a:t>
            </a:r>
            <a:endParaRPr lang="en-US" sz="900">
              <a:latin typeface="Aptos Narrow" panose="020B0004020202020204" pitchFamily="34" charset="0"/>
            </a:endParaRPr>
          </a:p>
        </p:txBody>
      </p:sp>
      <p:sp>
        <p:nvSpPr>
          <p:cNvPr id="45" name="TextBox 44">
            <a:extLst>
              <a:ext uri="{FF2B5EF4-FFF2-40B4-BE49-F238E27FC236}">
                <a16:creationId xmlns:a16="http://schemas.microsoft.com/office/drawing/2014/main" id="{66F97754-4F1D-11B0-FFB2-A38F6E3A0DB1}"/>
              </a:ext>
            </a:extLst>
          </p:cNvPr>
          <p:cNvSpPr txBox="1"/>
          <p:nvPr/>
        </p:nvSpPr>
        <p:spPr>
          <a:xfrm>
            <a:off x="6515100" y="2411783"/>
            <a:ext cx="640080" cy="461665"/>
          </a:xfrm>
          <a:prstGeom prst="rect">
            <a:avLst/>
          </a:prstGeom>
          <a:noFill/>
        </p:spPr>
        <p:txBody>
          <a:bodyPr wrap="square">
            <a:spAutoFit/>
          </a:bodyPr>
          <a:lstStyle/>
          <a:p>
            <a:r>
              <a:rPr lang="en-US" sz="2400"/>
              <a:t>☑</a:t>
            </a:r>
          </a:p>
        </p:txBody>
      </p:sp>
      <p:sp>
        <p:nvSpPr>
          <p:cNvPr id="46" name="TextBox 45">
            <a:extLst>
              <a:ext uri="{FF2B5EF4-FFF2-40B4-BE49-F238E27FC236}">
                <a16:creationId xmlns:a16="http://schemas.microsoft.com/office/drawing/2014/main" id="{3C6AEF91-516E-BB26-389C-6389D5ADE94B}"/>
              </a:ext>
            </a:extLst>
          </p:cNvPr>
          <p:cNvSpPr txBox="1"/>
          <p:nvPr/>
        </p:nvSpPr>
        <p:spPr>
          <a:xfrm>
            <a:off x="6515100" y="3600503"/>
            <a:ext cx="640080" cy="461665"/>
          </a:xfrm>
          <a:prstGeom prst="rect">
            <a:avLst/>
          </a:prstGeom>
          <a:noFill/>
        </p:spPr>
        <p:txBody>
          <a:bodyPr wrap="square">
            <a:spAutoFit/>
          </a:bodyPr>
          <a:lstStyle/>
          <a:p>
            <a:r>
              <a:rPr lang="en-US" sz="2400"/>
              <a:t>☑</a:t>
            </a:r>
          </a:p>
        </p:txBody>
      </p:sp>
      <p:sp>
        <p:nvSpPr>
          <p:cNvPr id="47" name="TextBox 46">
            <a:extLst>
              <a:ext uri="{FF2B5EF4-FFF2-40B4-BE49-F238E27FC236}">
                <a16:creationId xmlns:a16="http://schemas.microsoft.com/office/drawing/2014/main" id="{D4778265-BBD1-E35F-83F0-5BB32A5AA110}"/>
              </a:ext>
            </a:extLst>
          </p:cNvPr>
          <p:cNvSpPr txBox="1"/>
          <p:nvPr/>
        </p:nvSpPr>
        <p:spPr>
          <a:xfrm>
            <a:off x="6583680" y="4785359"/>
            <a:ext cx="640080" cy="461665"/>
          </a:xfrm>
          <a:prstGeom prst="rect">
            <a:avLst/>
          </a:prstGeom>
          <a:noFill/>
        </p:spPr>
        <p:txBody>
          <a:bodyPr wrap="square">
            <a:spAutoFit/>
          </a:bodyPr>
          <a:lstStyle/>
          <a:p>
            <a:r>
              <a:rPr lang="en-US" sz="240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3 · 제3절 — ĐIỀU 20–22 — </a:t>
            </a:r>
            <a:r>
              <a:rPr lang="en-US" sz="1150" b="1" kern="0" spc="100">
                <a:solidFill>
                  <a:srgbClr val="0E8C8B"/>
                </a:solidFill>
                <a:latin typeface="Aptos Narrow" panose="020B0004020202020204" pitchFamily="34" charset="0"/>
                <a:ea typeface="NanumGothic" pitchFamily="34" charset="-122"/>
                <a:cs typeface="NanumGothic" pitchFamily="34" charset="-120"/>
              </a:rPr>
              <a:t>제20~22조</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Sao lưu - lưu trữ dữ liệu &amp; bảo mật dữ liệu khách hàng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데이터 백업·보관 및 고객 데이터 보안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615261"/>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Định kỳ sao lưu dự phòng: tập tin cấu hình hệ thống; bản dự phòng hệ điều hành máy chủ, hệ quản trị CSDL; dữ liệu, thông tin liên quan đến giao dịch của khách hàng (khoản 1 Điều 20).</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정기 백업: 시스템 구성 파일; 서버 OS·DBMS 예비본; 고객 거래 관련 데이터·정보(제20조 제1항).</a:t>
            </a:r>
            <a:endParaRPr lang="en-US" sz="850">
              <a:latin typeface="Aptos Narrow" panose="020B0004020202020204" pitchFamily="34" charset="0"/>
            </a:endParaRPr>
          </a:p>
        </p:txBody>
      </p:sp>
      <p:sp>
        <p:nvSpPr>
          <p:cNvPr id="17" name="Shape 15"/>
          <p:cNvSpPr/>
          <p:nvPr/>
        </p:nvSpPr>
        <p:spPr>
          <a:xfrm>
            <a:off x="6446520" y="2048256"/>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9" name="Shape 17"/>
          <p:cNvSpPr/>
          <p:nvPr/>
        </p:nvSpPr>
        <p:spPr>
          <a:xfrm>
            <a:off x="7178040" y="2048256"/>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25530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25530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615261"/>
          </a:xfrm>
          <a:prstGeom prst="rect">
            <a:avLst/>
          </a:prstGeom>
          <a:solidFill>
            <a:srgbClr val="FFFFFF"/>
          </a:solidFill>
          <a:ln w="6350">
            <a:solidFill>
              <a:srgbClr val="E2E8ED"/>
            </a:solidFill>
            <a:prstDash val="solid"/>
          </a:ln>
        </p:spPr>
        <p:txBody>
          <a:bodyPr lIns="91440" tIns="45720" rIns="91440" bIns="45720" anchor="t"/>
          <a:lstStyle/>
          <a:p>
            <a:r>
              <a:rPr lang="vi-VN" sz="800" i="1">
                <a:solidFill>
                  <a:srgbClr val="FF0000"/>
                </a:solidFill>
                <a:latin typeface="Arial"/>
                <a:cs typeface="Arial"/>
              </a:rPr>
              <a:t>Việc lưu trữ dữ liệu phải bảo đảm tính an toàn, bảo mật, đầy đủ và toàn vẹn của dữ liệu phục vụ cho công tác kiểm tra, đối chiếu, xác thực khách hàng trong quá trình sử dụng dịch vụ và cung cấp thông tin khi có yêu cầu của cơ quan có thẩm quyền</a:t>
            </a:r>
            <a:endParaRPr lang="en-US" sz="800" i="1">
              <a:solidFill>
                <a:srgbClr val="FF0000"/>
              </a:solidFill>
              <a:latin typeface="Arial"/>
              <a:cs typeface="Arial"/>
            </a:endParaRPr>
          </a:p>
        </p:txBody>
      </p:sp>
      <p:sp>
        <p:nvSpPr>
          <p:cNvPr id="24" name="Shape 22"/>
          <p:cNvSpPr/>
          <p:nvPr/>
        </p:nvSpPr>
        <p:spPr>
          <a:xfrm>
            <a:off x="457200" y="2663517"/>
            <a:ext cx="59893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663517"/>
            <a:ext cx="5733288" cy="615261"/>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Có hệ thống/phương tiện lưu trữ </a:t>
            </a:r>
            <a:r>
              <a:rPr lang="en-US" sz="850" b="1" err="1">
                <a:solidFill>
                  <a:srgbClr val="1E2B38"/>
                </a:solidFill>
                <a:latin typeface="Aptos Narrow" panose="020B0004020202020204" pitchFamily="34" charset="0"/>
                <a:ea typeface="Arial" pitchFamily="34" charset="-122"/>
                <a:cs typeface="Arial" pitchFamily="34" charset="-120"/>
              </a:rPr>
              <a:t>độc</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lập</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để</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sao</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lưu</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dự</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phòng</a:t>
            </a:r>
            <a:r>
              <a:rPr lang="en-US" sz="850" b="1">
                <a:solidFill>
                  <a:srgbClr val="1E2B38"/>
                </a:solidFill>
                <a:latin typeface="Aptos Narrow" panose="020B0004020202020204" pitchFamily="34" charset="0"/>
                <a:ea typeface="Arial" pitchFamily="34" charset="-122"/>
                <a:cs typeface="Arial" pitchFamily="34" charset="-120"/>
              </a:rPr>
              <a:t>; </a:t>
            </a:r>
            <a:r>
              <a:rPr lang="en-US" sz="850" b="1">
                <a:solidFill>
                  <a:srgbClr val="FF0000"/>
                </a:solidFill>
                <a:latin typeface="Aptos Narrow" panose="020B0004020202020204" pitchFamily="34" charset="0"/>
                <a:ea typeface="Arial" pitchFamily="34" charset="-122"/>
                <a:cs typeface="Arial" pitchFamily="34" charset="-120"/>
              </a:rPr>
              <a:t>kiểm tra khả năng khôi phục định kỳ 06 tháng/lần &amp; lập biên bản xác nhận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FF0000"/>
                </a:solidFill>
                <a:latin typeface="Aptos Narrow" panose="020B0004020202020204" pitchFamily="34" charset="0"/>
                <a:ea typeface="Arial" pitchFamily="34" charset="-122"/>
                <a:cs typeface="Arial" pitchFamily="34" charset="-120"/>
              </a:rPr>
              <a:t>biên</a:t>
            </a:r>
            <a:r>
              <a:rPr lang="en-US" sz="850" b="1">
                <a:solidFill>
                  <a:srgbClr val="FF0000"/>
                </a:solidFill>
                <a:latin typeface="Aptos Narrow" panose="020B0004020202020204" pitchFamily="34" charset="0"/>
                <a:ea typeface="Arial" pitchFamily="34" charset="-122"/>
                <a:cs typeface="Arial" pitchFamily="34" charset="-120"/>
              </a:rPr>
              <a:t> </a:t>
            </a:r>
            <a:r>
              <a:rPr lang="en-US" sz="850" b="1" err="1">
                <a:solidFill>
                  <a:srgbClr val="FF0000"/>
                </a:solidFill>
                <a:latin typeface="Aptos Narrow" panose="020B0004020202020204" pitchFamily="34" charset="0"/>
                <a:ea typeface="Arial" pitchFamily="34" charset="-122"/>
                <a:cs typeface="Arial" pitchFamily="34" charset="-120"/>
              </a:rPr>
              <a:t>bản</a:t>
            </a:r>
            <a:r>
              <a:rPr lang="en-US" sz="850" b="1">
                <a:solidFill>
                  <a:srgbClr val="FF0000"/>
                </a:solidFill>
                <a:latin typeface="Aptos Narrow" panose="020B0004020202020204" pitchFamily="34" charset="0"/>
                <a:ea typeface="Arial" pitchFamily="34" charset="-122"/>
                <a:cs typeface="Arial" pitchFamily="34" charset="-120"/>
              </a:rPr>
              <a:t> </a:t>
            </a:r>
            <a:r>
              <a:rPr lang="en-US" sz="850" b="1" err="1">
                <a:solidFill>
                  <a:srgbClr val="FF0000"/>
                </a:solidFill>
                <a:latin typeface="Aptos Narrow" panose="020B0004020202020204" pitchFamily="34" charset="0"/>
                <a:ea typeface="Arial" pitchFamily="34" charset="-122"/>
                <a:cs typeface="Arial" pitchFamily="34" charset="-120"/>
              </a:rPr>
              <a:t>xác</a:t>
            </a:r>
            <a:r>
              <a:rPr lang="en-US" sz="850" b="1">
                <a:solidFill>
                  <a:srgbClr val="FF0000"/>
                </a:solidFill>
                <a:latin typeface="Aptos Narrow" panose="020B0004020202020204" pitchFamily="34" charset="0"/>
                <a:ea typeface="Arial" pitchFamily="34" charset="-122"/>
                <a:cs typeface="Arial" pitchFamily="34" charset="-120"/>
              </a:rPr>
              <a:t> </a:t>
            </a:r>
            <a:r>
              <a:rPr lang="en-US" sz="850" b="1" err="1">
                <a:solidFill>
                  <a:srgbClr val="FF0000"/>
                </a:solidFill>
                <a:latin typeface="Aptos Narrow" panose="020B0004020202020204" pitchFamily="34" charset="0"/>
                <a:ea typeface="Arial" pitchFamily="34" charset="-122"/>
                <a:cs typeface="Arial" pitchFamily="34" charset="-120"/>
              </a:rPr>
              <a:t>nhận</a:t>
            </a:r>
            <a:r>
              <a:rPr lang="en-US" sz="850" b="1">
                <a:solidFill>
                  <a:srgbClr val="FF0000"/>
                </a:solidFill>
                <a:latin typeface="Aptos Narrow" panose="020B0004020202020204" pitchFamily="34" charset="0"/>
                <a:ea typeface="Arial" pitchFamily="34" charset="-122"/>
                <a:cs typeface="Arial" pitchFamily="34" charset="-120"/>
              </a:rPr>
              <a:t> </a:t>
            </a:r>
            <a:r>
              <a:rPr lang="en-US" sz="850" b="1" err="1">
                <a:solidFill>
                  <a:srgbClr val="FF0000"/>
                </a:solidFill>
                <a:latin typeface="Aptos Narrow" panose="020B0004020202020204" pitchFamily="34" charset="0"/>
                <a:ea typeface="Arial" pitchFamily="34" charset="-122"/>
                <a:cs typeface="Arial" pitchFamily="34" charset="-120"/>
              </a:rPr>
              <a:t>lưu</a:t>
            </a:r>
            <a:r>
              <a:rPr lang="en-US" sz="850" b="1">
                <a:solidFill>
                  <a:srgbClr val="FF0000"/>
                </a:solidFill>
                <a:latin typeface="Aptos Narrow" panose="020B0004020202020204" pitchFamily="34" charset="0"/>
                <a:ea typeface="Arial" pitchFamily="34" charset="-122"/>
                <a:cs typeface="Arial" pitchFamily="34" charset="-120"/>
              </a:rPr>
              <a:t> tối thiểu 03 năm </a:t>
            </a:r>
            <a:r>
              <a:rPr lang="en-US" sz="850" b="1">
                <a:solidFill>
                  <a:srgbClr val="1E2B38"/>
                </a:solidFill>
                <a:latin typeface="Aptos Narrow" panose="020B0004020202020204" pitchFamily="34" charset="0"/>
                <a:ea typeface="Arial" pitchFamily="34" charset="-122"/>
                <a:cs typeface="Arial" pitchFamily="34" charset="-120"/>
              </a:rPr>
              <a:t>phục vụ kiểm tra-đánh giá nội bộ hoặc kiểm toán (khoản 2 Điều 20).</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독립 저장 시스템/매체 보유; 6개월마다 복구 점검·확인서 작성, 내부점검·감사 대비 최소 3년 보관(제20조 제2항).</a:t>
            </a:r>
            <a:endParaRPr lang="en-US" sz="850">
              <a:latin typeface="Aptos Narrow" panose="020B0004020202020204" pitchFamily="34" charset="0"/>
            </a:endParaRPr>
          </a:p>
        </p:txBody>
      </p:sp>
      <p:sp>
        <p:nvSpPr>
          <p:cNvPr id="26" name="Shape 24"/>
          <p:cNvSpPr/>
          <p:nvPr/>
        </p:nvSpPr>
        <p:spPr>
          <a:xfrm>
            <a:off x="6446520" y="2663517"/>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8" name="Shape 26"/>
          <p:cNvSpPr/>
          <p:nvPr/>
        </p:nvSpPr>
        <p:spPr>
          <a:xfrm>
            <a:off x="7178040" y="2663517"/>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2870563"/>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2663517"/>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2870563"/>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663517"/>
            <a:ext cx="3090672"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Shape 31"/>
          <p:cNvSpPr/>
          <p:nvPr/>
        </p:nvSpPr>
        <p:spPr>
          <a:xfrm>
            <a:off x="457200" y="3278777"/>
            <a:ext cx="59893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603504" y="3278777"/>
            <a:ext cx="5733288" cy="615261"/>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a:ea typeface="Arial" pitchFamily="34" charset="-122"/>
                <a:cs typeface="Arial"/>
              </a:rPr>
              <a:t>Lưu </a:t>
            </a:r>
            <a:r>
              <a:rPr lang="en-US" sz="850" b="1" err="1">
                <a:solidFill>
                  <a:srgbClr val="1E2B38"/>
                </a:solidFill>
                <a:latin typeface="Aptos Narrow"/>
                <a:ea typeface="Arial" pitchFamily="34" charset="-122"/>
                <a:cs typeface="Arial"/>
              </a:rPr>
              <a:t>trữ</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chứng</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từ</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điện</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tử</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dữ</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liệu</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điện</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tử</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về</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giao</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dịch</a:t>
            </a:r>
            <a:r>
              <a:rPr lang="en-US" sz="850" b="1">
                <a:solidFill>
                  <a:srgbClr val="1E2B38"/>
                </a:solidFill>
                <a:latin typeface="Aptos Narrow"/>
                <a:ea typeface="Arial" pitchFamily="34" charset="-122"/>
                <a:cs typeface="Arial"/>
              </a:rPr>
              <a:t> &amp; </a:t>
            </a:r>
            <a:r>
              <a:rPr lang="en-US" sz="850" b="1" err="1">
                <a:solidFill>
                  <a:srgbClr val="1E2B38"/>
                </a:solidFill>
                <a:latin typeface="Aptos Narrow"/>
                <a:ea typeface="Arial" pitchFamily="34" charset="-122"/>
                <a:cs typeface="Arial"/>
              </a:rPr>
              <a:t>thông</a:t>
            </a:r>
            <a:r>
              <a:rPr lang="en-US" sz="850" b="1">
                <a:solidFill>
                  <a:srgbClr val="1E2B38"/>
                </a:solidFill>
                <a:latin typeface="Aptos Narrow"/>
                <a:ea typeface="Arial" pitchFamily="34" charset="-122"/>
                <a:cs typeface="Arial"/>
              </a:rPr>
              <a:t> tin </a:t>
            </a:r>
            <a:r>
              <a:rPr lang="en-US" sz="850" b="1" err="1">
                <a:solidFill>
                  <a:srgbClr val="1E2B38"/>
                </a:solidFill>
                <a:latin typeface="Aptos Narrow"/>
                <a:ea typeface="Arial" pitchFamily="34" charset="-122"/>
                <a:cs typeface="Arial"/>
              </a:rPr>
              <a:t>của</a:t>
            </a:r>
            <a:r>
              <a:rPr lang="en-US" sz="850" b="1">
                <a:solidFill>
                  <a:srgbClr val="1E2B38"/>
                </a:solidFill>
                <a:latin typeface="Aptos Narrow"/>
                <a:ea typeface="Arial" pitchFamily="34" charset="-122"/>
                <a:cs typeface="Arial"/>
              </a:rPr>
              <a:t> KH </a:t>
            </a:r>
            <a:r>
              <a:rPr lang="en-US" sz="850" b="1" err="1">
                <a:solidFill>
                  <a:srgbClr val="1E2B38"/>
                </a:solidFill>
                <a:latin typeface="Aptos Narrow"/>
                <a:ea typeface="Arial" pitchFamily="34" charset="-122"/>
                <a:cs typeface="Arial"/>
              </a:rPr>
              <a:t>theo</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pháp</a:t>
            </a:r>
            <a:r>
              <a:rPr lang="en-US" sz="850" b="1">
                <a:solidFill>
                  <a:srgbClr val="1E2B38"/>
                </a:solidFill>
                <a:latin typeface="Aptos Narrow"/>
                <a:ea typeface="Arial" pitchFamily="34" charset="-122"/>
                <a:cs typeface="Arial"/>
              </a:rPr>
              <a:t> </a:t>
            </a:r>
            <a:r>
              <a:rPr lang="en-US" sz="850" b="1" err="1">
                <a:solidFill>
                  <a:srgbClr val="1E2B38"/>
                </a:solidFill>
                <a:latin typeface="Aptos Narrow"/>
                <a:ea typeface="Arial" pitchFamily="34" charset="-122"/>
                <a:cs typeface="Arial"/>
              </a:rPr>
              <a:t>luật</a:t>
            </a:r>
            <a:r>
              <a:rPr lang="en-US" sz="850" b="1">
                <a:solidFill>
                  <a:srgbClr val="1E2B38"/>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Dữ</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liệu</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cấu</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hình</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hệ</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thống</a:t>
            </a:r>
            <a:r>
              <a:rPr lang="en-US" sz="850" b="1">
                <a:solidFill>
                  <a:srgbClr val="FF0000"/>
                </a:solidFill>
                <a:latin typeface="Aptos Narrow"/>
                <a:ea typeface="Arial" pitchFamily="34" charset="-122"/>
                <a:cs typeface="Arial"/>
              </a:rPr>
              <a:t> GDTT &amp; </a:t>
            </a:r>
            <a:r>
              <a:rPr lang="en-US" sz="850" b="1" err="1">
                <a:solidFill>
                  <a:srgbClr val="FF0000"/>
                </a:solidFill>
                <a:latin typeface="Aptos Narrow"/>
                <a:ea typeface="Arial" pitchFamily="34" charset="-122"/>
                <a:cs typeface="Arial"/>
              </a:rPr>
              <a:t>thiết</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bị</a:t>
            </a:r>
            <a:r>
              <a:rPr lang="en-US" sz="850" b="1">
                <a:solidFill>
                  <a:srgbClr val="FF0000"/>
                </a:solidFill>
                <a:latin typeface="Aptos Narrow"/>
                <a:ea typeface="Arial" pitchFamily="34" charset="-122"/>
                <a:cs typeface="Arial"/>
              </a:rPr>
              <a:t> an </a:t>
            </a:r>
            <a:r>
              <a:rPr lang="en-US" sz="850" b="1" err="1">
                <a:solidFill>
                  <a:srgbClr val="FF0000"/>
                </a:solidFill>
                <a:latin typeface="Aptos Narrow"/>
                <a:ea typeface="Arial" pitchFamily="34" charset="-122"/>
                <a:cs typeface="Arial"/>
              </a:rPr>
              <a:t>toàn</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bảo</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mật</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tối</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thiểu</a:t>
            </a:r>
            <a:r>
              <a:rPr lang="en-US" sz="850" b="1">
                <a:solidFill>
                  <a:srgbClr val="FF0000"/>
                </a:solidFill>
                <a:latin typeface="Aptos Narrow"/>
                <a:ea typeface="Arial" pitchFamily="34" charset="-122"/>
                <a:cs typeface="Arial"/>
              </a:rPr>
              <a:t> 03 </a:t>
            </a:r>
            <a:r>
              <a:rPr lang="en-US" sz="850" b="1" err="1">
                <a:solidFill>
                  <a:srgbClr val="FF0000"/>
                </a:solidFill>
                <a:latin typeface="Aptos Narrow"/>
                <a:ea typeface="Arial" pitchFamily="34" charset="-122"/>
                <a:cs typeface="Arial"/>
              </a:rPr>
              <a:t>bản</a:t>
            </a:r>
            <a:r>
              <a:rPr lang="en-US" sz="850" b="1">
                <a:solidFill>
                  <a:srgbClr val="FF0000"/>
                </a:solidFill>
                <a:latin typeface="Aptos Narrow"/>
                <a:ea typeface="Arial" pitchFamily="34" charset="-122"/>
                <a:cs typeface="Arial"/>
              </a:rPr>
              <a:t> (02 </a:t>
            </a:r>
            <a:r>
              <a:rPr lang="en-US" sz="850" b="1" err="1">
                <a:solidFill>
                  <a:srgbClr val="FF0000"/>
                </a:solidFill>
                <a:latin typeface="Aptos Narrow"/>
                <a:ea typeface="Arial" pitchFamily="34" charset="-122"/>
                <a:cs typeface="Arial"/>
              </a:rPr>
              <a:t>bản</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trên</a:t>
            </a:r>
            <a:r>
              <a:rPr lang="en-US" sz="850" b="1">
                <a:solidFill>
                  <a:srgbClr val="FF0000"/>
                </a:solidFill>
                <a:latin typeface="Aptos Narrow"/>
                <a:ea typeface="Arial" pitchFamily="34" charset="-122"/>
                <a:cs typeface="Arial"/>
              </a:rPr>
              <a:t> 02 </a:t>
            </a:r>
            <a:r>
              <a:rPr lang="en-US" sz="850" b="1" err="1">
                <a:solidFill>
                  <a:srgbClr val="FF0000"/>
                </a:solidFill>
                <a:latin typeface="Aptos Narrow"/>
                <a:ea typeface="Arial" pitchFamily="34" charset="-122"/>
                <a:cs typeface="Arial"/>
              </a:rPr>
              <a:t>thiết</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bị</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khác</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nhau</a:t>
            </a:r>
            <a:r>
              <a:rPr lang="en-US" sz="850" b="1">
                <a:solidFill>
                  <a:srgbClr val="FF0000"/>
                </a:solidFill>
                <a:latin typeface="Aptos Narrow"/>
                <a:ea typeface="Arial" pitchFamily="34" charset="-122"/>
                <a:cs typeface="Arial"/>
              </a:rPr>
              <a:t>, 01 </a:t>
            </a:r>
            <a:r>
              <a:rPr lang="en-US" sz="850" b="1" err="1">
                <a:solidFill>
                  <a:srgbClr val="FF0000"/>
                </a:solidFill>
                <a:latin typeface="Aptos Narrow"/>
                <a:ea typeface="Arial" pitchFamily="34" charset="-122"/>
                <a:cs typeface="Arial"/>
              </a:rPr>
              <a:t>bản</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độc</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lập</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mã</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hóa</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dữ</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liệu</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trên</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thiết</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bị</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lưu</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trữ</a:t>
            </a:r>
            <a:r>
              <a:rPr lang="en-US" sz="850" b="1">
                <a:solidFill>
                  <a:srgbClr val="FF0000"/>
                </a:solidFill>
                <a:latin typeface="Aptos Narrow"/>
                <a:ea typeface="Arial" pitchFamily="34" charset="-122"/>
                <a:cs typeface="Arial"/>
              </a:rPr>
              <a:t> (</a:t>
            </a:r>
            <a:r>
              <a:rPr lang="en-US" sz="850" b="1" err="1">
                <a:solidFill>
                  <a:srgbClr val="FF0000"/>
                </a:solidFill>
                <a:latin typeface="Aptos Narrow"/>
                <a:ea typeface="Arial" pitchFamily="34" charset="-122"/>
                <a:cs typeface="Arial"/>
              </a:rPr>
              <a:t>khoản</a:t>
            </a:r>
            <a:r>
              <a:rPr lang="en-US" sz="850" b="1">
                <a:solidFill>
                  <a:srgbClr val="FF0000"/>
                </a:solidFill>
                <a:latin typeface="Aptos Narrow"/>
                <a:ea typeface="Arial" pitchFamily="34" charset="-122"/>
                <a:cs typeface="Arial"/>
              </a:rPr>
              <a:t> 3, 5 </a:t>
            </a:r>
            <a:r>
              <a:rPr lang="en-US" sz="850" b="1" err="1">
                <a:solidFill>
                  <a:srgbClr val="FF0000"/>
                </a:solidFill>
                <a:latin typeface="Aptos Narrow"/>
                <a:ea typeface="Arial" pitchFamily="34" charset="-122"/>
                <a:cs typeface="Arial"/>
              </a:rPr>
              <a:t>Điều</a:t>
            </a:r>
            <a:r>
              <a:rPr lang="en-US" sz="850" b="1">
                <a:solidFill>
                  <a:srgbClr val="FF0000"/>
                </a:solidFill>
                <a:latin typeface="Aptos Narrow"/>
                <a:ea typeface="Arial" pitchFamily="34" charset="-122"/>
                <a:cs typeface="Arial"/>
              </a:rPr>
              <a:t> 20).</a:t>
            </a:r>
            <a:endParaRPr lang="en-US" sz="850">
              <a:solidFill>
                <a:srgbClr val="FF0000"/>
              </a:solidFill>
              <a:latin typeface="Aptos Narrow"/>
              <a:cs typeface="Arial"/>
            </a:endParaRPr>
          </a:p>
          <a:p>
            <a:pPr marL="0" indent="0">
              <a:lnSpc>
                <a:spcPct val="98000"/>
              </a:lnSpc>
              <a:buNone/>
            </a:pPr>
            <a:r>
              <a:rPr lang="en-US" sz="750" err="1">
                <a:solidFill>
                  <a:srgbClr val="5B6B79"/>
                </a:solidFill>
                <a:latin typeface="Aptos Narrow"/>
                <a:ea typeface="NanumGothic"/>
                <a:cs typeface="NanumGothic" pitchFamily="34" charset="-120"/>
              </a:rPr>
              <a:t>고객</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거래</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전자증빙·전자데이터</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법령에</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따라</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보관</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온라인거래</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시스템</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데이터·구성</a:t>
            </a:r>
            <a:r>
              <a:rPr lang="en-US" sz="750">
                <a:solidFill>
                  <a:srgbClr val="5B6B79"/>
                </a:solidFill>
                <a:latin typeface="Aptos Narrow"/>
                <a:ea typeface="NanumGothic"/>
                <a:cs typeface="NanumGothic" pitchFamily="34" charset="-120"/>
              </a:rPr>
              <a:t> 및 </a:t>
            </a:r>
            <a:r>
              <a:rPr lang="en-US" sz="750" err="1">
                <a:solidFill>
                  <a:srgbClr val="5B6B79"/>
                </a:solidFill>
                <a:latin typeface="Aptos Narrow"/>
                <a:ea typeface="NanumGothic"/>
                <a:cs typeface="NanumGothic" pitchFamily="34" charset="-120"/>
              </a:rPr>
              <a:t>보안장비</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최소</a:t>
            </a:r>
            <a:r>
              <a:rPr lang="en-US" sz="750">
                <a:solidFill>
                  <a:srgbClr val="5B6B79"/>
                </a:solidFill>
                <a:latin typeface="Aptos Narrow"/>
                <a:ea typeface="NanumGothic"/>
                <a:cs typeface="NanumGothic" pitchFamily="34" charset="-120"/>
              </a:rPr>
              <a:t> 3부(2부는 </a:t>
            </a:r>
            <a:r>
              <a:rPr lang="en-US" sz="750" err="1">
                <a:solidFill>
                  <a:srgbClr val="5B6B79"/>
                </a:solidFill>
                <a:latin typeface="Aptos Narrow"/>
                <a:ea typeface="NanumGothic"/>
                <a:cs typeface="NanumGothic" pitchFamily="34" charset="-120"/>
              </a:rPr>
              <a:t>별개</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기기</a:t>
            </a:r>
            <a:r>
              <a:rPr lang="en-US" sz="750">
                <a:solidFill>
                  <a:srgbClr val="5B6B79"/>
                </a:solidFill>
                <a:latin typeface="Aptos Narrow"/>
                <a:ea typeface="NanumGothic"/>
                <a:cs typeface="NanumGothic" pitchFamily="34" charset="-120"/>
              </a:rPr>
              <a:t>, 1부 </a:t>
            </a:r>
            <a:r>
              <a:rPr lang="en-US" sz="750" err="1">
                <a:solidFill>
                  <a:srgbClr val="5B6B79"/>
                </a:solidFill>
                <a:latin typeface="Aptos Narrow"/>
                <a:ea typeface="NanumGothic"/>
                <a:cs typeface="NanumGothic" pitchFamily="34" charset="-120"/>
              </a:rPr>
              <a:t>독립</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저장장치</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데이터</a:t>
            </a:r>
            <a:r>
              <a:rPr lang="en-US" sz="750">
                <a:solidFill>
                  <a:srgbClr val="5B6B79"/>
                </a:solidFill>
                <a:latin typeface="Aptos Narrow"/>
                <a:ea typeface="NanumGothic"/>
                <a:cs typeface="NanumGothic" pitchFamily="34" charset="-120"/>
              </a:rPr>
              <a:t> </a:t>
            </a:r>
            <a:r>
              <a:rPr lang="en-US" sz="750" err="1">
                <a:solidFill>
                  <a:srgbClr val="5B6B79"/>
                </a:solidFill>
                <a:latin typeface="Aptos Narrow"/>
                <a:ea typeface="NanumGothic"/>
                <a:cs typeface="NanumGothic" pitchFamily="34" charset="-120"/>
              </a:rPr>
              <a:t>암호화</a:t>
            </a:r>
            <a:r>
              <a:rPr lang="en-US" sz="750">
                <a:solidFill>
                  <a:srgbClr val="5B6B79"/>
                </a:solidFill>
                <a:latin typeface="Aptos Narrow"/>
                <a:ea typeface="NanumGothic"/>
                <a:cs typeface="NanumGothic" pitchFamily="34" charset="-120"/>
              </a:rPr>
              <a:t>(제20조 제3·5항).</a:t>
            </a:r>
            <a:endParaRPr lang="en-US" sz="750">
              <a:latin typeface="Aptos Narrow"/>
              <a:ea typeface="NanumGothic"/>
            </a:endParaRPr>
          </a:p>
        </p:txBody>
      </p:sp>
      <p:sp>
        <p:nvSpPr>
          <p:cNvPr id="35" name="Shape 33"/>
          <p:cNvSpPr/>
          <p:nvPr/>
        </p:nvSpPr>
        <p:spPr>
          <a:xfrm>
            <a:off x="6446520" y="3278777"/>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7" name="Shape 35"/>
          <p:cNvSpPr/>
          <p:nvPr/>
        </p:nvSpPr>
        <p:spPr>
          <a:xfrm>
            <a:off x="7178040" y="3278777"/>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8" name="Shape 36"/>
          <p:cNvSpPr/>
          <p:nvPr/>
        </p:nvSpPr>
        <p:spPr>
          <a:xfrm>
            <a:off x="7443216" y="3485823"/>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9" name="Shape 37"/>
          <p:cNvSpPr/>
          <p:nvPr/>
        </p:nvSpPr>
        <p:spPr>
          <a:xfrm>
            <a:off x="7909560" y="3278777"/>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8174736" y="3485823"/>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Shape 39"/>
          <p:cNvSpPr/>
          <p:nvPr/>
        </p:nvSpPr>
        <p:spPr>
          <a:xfrm>
            <a:off x="8641080" y="3278777"/>
            <a:ext cx="3090672"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2" name="Shape 40"/>
          <p:cNvSpPr/>
          <p:nvPr/>
        </p:nvSpPr>
        <p:spPr>
          <a:xfrm>
            <a:off x="457200" y="3894038"/>
            <a:ext cx="59893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3" name="Text 41"/>
          <p:cNvSpPr/>
          <p:nvPr/>
        </p:nvSpPr>
        <p:spPr>
          <a:xfrm>
            <a:off x="603504" y="3894038"/>
            <a:ext cx="5733288" cy="615261"/>
          </a:xfrm>
          <a:prstGeom prst="rect">
            <a:avLst/>
          </a:prstGeom>
          <a:noFill/>
          <a:ln/>
        </p:spPr>
        <p:txBody>
          <a:bodyPr wrap="square" lIns="0" tIns="0" rIns="0" bIns="0" rtlCol="0" anchor="ctr"/>
          <a:lstStyle/>
          <a:p>
            <a:pPr marL="0" indent="0">
              <a:lnSpc>
                <a:spcPct val="98000"/>
              </a:lnSpc>
              <a:buNone/>
            </a:pPr>
            <a:r>
              <a:rPr lang="en-US" sz="850" b="1">
                <a:solidFill>
                  <a:srgbClr val="FF0000"/>
                </a:solidFill>
                <a:latin typeface="Aptos Narrow" panose="020B0004020202020204" pitchFamily="34" charset="0"/>
                <a:ea typeface="Arial" pitchFamily="34" charset="-122"/>
                <a:cs typeface="Arial" pitchFamily="34" charset="-120"/>
              </a:rPr>
              <a:t>Sao lưu hằng ngày đối với dữ liệu giao dịch, dữ liệu khách hàng; định kỳ 01 tháng/lần</a:t>
            </a:r>
            <a:r>
              <a:rPr lang="en-US" sz="850" b="1">
                <a:solidFill>
                  <a:srgbClr val="1E2B38"/>
                </a:solidFill>
                <a:latin typeface="Aptos Narrow" panose="020B0004020202020204" pitchFamily="34" charset="0"/>
                <a:ea typeface="Arial" pitchFamily="34" charset="-122"/>
                <a:cs typeface="Arial" pitchFamily="34" charset="-120"/>
              </a:rPr>
              <a:t> đối với dữ liệu, cấu hình hệ thống GDTT &amp; cấu hình thiết bị an toàn bảo mật (khoản 6 Điều 20).</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거래·고객 데이터 일일 백업; 온라인거래 시스템 데이터·구성 및 보안장비 구성 월 1회 백업(제20조 제6항).</a:t>
            </a:r>
            <a:endParaRPr lang="en-US" sz="850">
              <a:latin typeface="Aptos Narrow" panose="020B0004020202020204" pitchFamily="34" charset="0"/>
            </a:endParaRPr>
          </a:p>
        </p:txBody>
      </p:sp>
      <p:sp>
        <p:nvSpPr>
          <p:cNvPr id="44" name="Shape 42"/>
          <p:cNvSpPr/>
          <p:nvPr/>
        </p:nvSpPr>
        <p:spPr>
          <a:xfrm>
            <a:off x="6446520" y="3894038"/>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6" name="Shape 44"/>
          <p:cNvSpPr/>
          <p:nvPr/>
        </p:nvSpPr>
        <p:spPr>
          <a:xfrm>
            <a:off x="7178040" y="3894038"/>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7" name="Shape 45"/>
          <p:cNvSpPr/>
          <p:nvPr/>
        </p:nvSpPr>
        <p:spPr>
          <a:xfrm>
            <a:off x="744321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8" name="Shape 46"/>
          <p:cNvSpPr/>
          <p:nvPr/>
        </p:nvSpPr>
        <p:spPr>
          <a:xfrm>
            <a:off x="7909560" y="3894038"/>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9" name="Shape 47"/>
          <p:cNvSpPr/>
          <p:nvPr/>
        </p:nvSpPr>
        <p:spPr>
          <a:xfrm>
            <a:off x="817473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0" name="Shape 48"/>
          <p:cNvSpPr/>
          <p:nvPr/>
        </p:nvSpPr>
        <p:spPr>
          <a:xfrm>
            <a:off x="8641080" y="3894038"/>
            <a:ext cx="3090672"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1" name="Shape 49"/>
          <p:cNvSpPr/>
          <p:nvPr/>
        </p:nvSpPr>
        <p:spPr>
          <a:xfrm>
            <a:off x="457200" y="4509298"/>
            <a:ext cx="59893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2" name="Text 50"/>
          <p:cNvSpPr/>
          <p:nvPr/>
        </p:nvSpPr>
        <p:spPr>
          <a:xfrm>
            <a:off x="603504" y="4509298"/>
            <a:ext cx="5733288" cy="615261"/>
          </a:xfrm>
          <a:prstGeom prst="rect">
            <a:avLst/>
          </a:prstGeom>
          <a:no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Lưu trữ, bảo quản đầy đủ, chi tiết thông tin sinh trắc học của KH &amp; kết quả đối chiếu sinh trắc học theo khoản 6 Điều 9 (khoản 4 Điều 20).</a:t>
            </a:r>
            <a:endParaRPr lang="en-US" sz="850">
              <a:latin typeface="Aptos Narrow" panose="020B0004020202020204" pitchFamily="34" charset="0"/>
            </a:endParaRPr>
          </a:p>
          <a:p>
            <a:pPr marL="0" indent="0">
              <a:lnSpc>
                <a:spcPct val="98000"/>
              </a:lnSpc>
              <a:buNone/>
            </a:pPr>
            <a:r>
              <a:rPr lang="en-US" sz="780">
                <a:solidFill>
                  <a:srgbClr val="5B6B79"/>
                </a:solidFill>
                <a:latin typeface="Aptos Narrow" panose="020B0004020202020204" pitchFamily="34" charset="0"/>
                <a:ea typeface="NanumGothic" pitchFamily="34" charset="-122"/>
                <a:cs typeface="NanumGothic" pitchFamily="34" charset="-120"/>
              </a:rPr>
              <a:t>고객 생체정보 및 제9조 제6항에 따른 생체 대조 결과를 완전·상세 보관(제20조 제4항).</a:t>
            </a:r>
            <a:endParaRPr lang="en-US" sz="850">
              <a:latin typeface="Aptos Narrow" panose="020B0004020202020204" pitchFamily="34" charset="0"/>
            </a:endParaRPr>
          </a:p>
        </p:txBody>
      </p:sp>
      <p:sp>
        <p:nvSpPr>
          <p:cNvPr id="55" name="Shape 53"/>
          <p:cNvSpPr/>
          <p:nvPr/>
        </p:nvSpPr>
        <p:spPr>
          <a:xfrm>
            <a:off x="7178040" y="4509298"/>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6" name="Shape 54"/>
          <p:cNvSpPr/>
          <p:nvPr/>
        </p:nvSpPr>
        <p:spPr>
          <a:xfrm>
            <a:off x="7443216" y="4716345"/>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7" name="Shape 55"/>
          <p:cNvSpPr/>
          <p:nvPr/>
        </p:nvSpPr>
        <p:spPr>
          <a:xfrm>
            <a:off x="7909560" y="4509298"/>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8" name="Shape 56"/>
          <p:cNvSpPr/>
          <p:nvPr/>
        </p:nvSpPr>
        <p:spPr>
          <a:xfrm>
            <a:off x="8174736" y="4716345"/>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9" name="Shape 57"/>
          <p:cNvSpPr/>
          <p:nvPr/>
        </p:nvSpPr>
        <p:spPr>
          <a:xfrm>
            <a:off x="8641080" y="4509298"/>
            <a:ext cx="3090672"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0" name="Shape 58"/>
          <p:cNvSpPr/>
          <p:nvPr/>
        </p:nvSpPr>
        <p:spPr>
          <a:xfrm>
            <a:off x="457200" y="5124559"/>
            <a:ext cx="59893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1" name="Text 59"/>
          <p:cNvSpPr/>
          <p:nvPr/>
        </p:nvSpPr>
        <p:spPr>
          <a:xfrm>
            <a:off x="603504" y="5124559"/>
            <a:ext cx="5733288" cy="615261"/>
          </a:xfrm>
          <a:prstGeom prst="rect">
            <a:avLst/>
          </a:prstGeom>
          <a:solidFill>
            <a:schemeClr val="bg1"/>
          </a:solid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Công ty </a:t>
            </a:r>
            <a:r>
              <a:rPr lang="en-US" sz="850" b="1" err="1">
                <a:solidFill>
                  <a:srgbClr val="1E2B38"/>
                </a:solidFill>
                <a:latin typeface="Aptos Narrow" panose="020B0004020202020204" pitchFamily="34" charset="0"/>
                <a:ea typeface="Arial" pitchFamily="34" charset="-122"/>
                <a:cs typeface="Arial" pitchFamily="34" charset="-120"/>
              </a:rPr>
              <a:t>quản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lý</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quỹ</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đại</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lý</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phân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phối</a:t>
            </a:r>
            <a:r>
              <a:rPr lang="en-US" sz="850" b="1">
                <a:solidFill>
                  <a:srgbClr val="1E2B38"/>
                </a:solidFill>
                <a:latin typeface="Aptos Narrow" panose="020B0004020202020204" pitchFamily="34" charset="0"/>
                <a:ea typeface="Arial" pitchFamily="34" charset="-122"/>
                <a:cs typeface="Arial" pitchFamily="34" charset="-120"/>
              </a:rPr>
              <a:t> CCQ: </a:t>
            </a:r>
            <a:r>
              <a:rPr lang="en-US" sz="850" b="1" err="1">
                <a:solidFill>
                  <a:srgbClr val="1E2B38"/>
                </a:solidFill>
                <a:latin typeface="Aptos Narrow" panose="020B0004020202020204" pitchFamily="34" charset="0"/>
                <a:ea typeface="Arial" pitchFamily="34" charset="-122"/>
                <a:cs typeface="Arial" pitchFamily="34" charset="-120"/>
              </a:rPr>
              <a:t>tuân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thủ</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khoản</a:t>
            </a:r>
            <a:r>
              <a:rPr lang="en-US" sz="850" b="1">
                <a:solidFill>
                  <a:srgbClr val="1E2B38"/>
                </a:solidFill>
                <a:latin typeface="Aptos Narrow" panose="020B0004020202020204" pitchFamily="34" charset="0"/>
                <a:ea typeface="Arial" pitchFamily="34" charset="-122"/>
                <a:cs typeface="Arial" pitchFamily="34" charset="-120"/>
              </a:rPr>
              <a:t> 1,3,5,8,9,10,11,14 Điều 16; Điều 17; </a:t>
            </a:r>
            <a:r>
              <a:rPr lang="en-US" sz="850" b="1" err="1">
                <a:solidFill>
                  <a:srgbClr val="1E2B38"/>
                </a:solidFill>
                <a:latin typeface="Aptos Narrow" panose="020B0004020202020204" pitchFamily="34" charset="0"/>
                <a:ea typeface="Arial" pitchFamily="34" charset="-122"/>
                <a:cs typeface="Arial" pitchFamily="34" charset="-120"/>
              </a:rPr>
              <a:t>khoản</a:t>
            </a:r>
            <a:r>
              <a:rPr lang="en-US" sz="850" b="1">
                <a:solidFill>
                  <a:srgbClr val="1E2B38"/>
                </a:solidFill>
                <a:latin typeface="Aptos Narrow" panose="020B0004020202020204" pitchFamily="34" charset="0"/>
                <a:ea typeface="Arial" pitchFamily="34" charset="-122"/>
                <a:cs typeface="Arial" pitchFamily="34" charset="-120"/>
              </a:rPr>
              <a:t> 1, </a:t>
            </a:r>
            <a:r>
              <a:rPr lang="en-US" sz="850" b="1" err="1">
                <a:solidFill>
                  <a:srgbClr val="1E2B38"/>
                </a:solidFill>
                <a:latin typeface="Aptos Narrow" panose="020B0004020202020204" pitchFamily="34" charset="0"/>
                <a:ea typeface="Arial" pitchFamily="34" charset="-122"/>
                <a:cs typeface="Arial" pitchFamily="34" charset="-120"/>
              </a:rPr>
              <a:t>điểm</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a,b,c,d</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khoản</a:t>
            </a:r>
            <a:r>
              <a:rPr lang="en-US" sz="850" b="1">
                <a:solidFill>
                  <a:srgbClr val="1E2B38"/>
                </a:solidFill>
                <a:latin typeface="Aptos Narrow" panose="020B0004020202020204" pitchFamily="34" charset="0"/>
                <a:ea typeface="Arial" pitchFamily="34" charset="-122"/>
                <a:cs typeface="Arial" pitchFamily="34" charset="-120"/>
              </a:rPr>
              <a:t> 2, </a:t>
            </a:r>
            <a:r>
              <a:rPr lang="en-US" sz="850" b="1" err="1">
                <a:solidFill>
                  <a:srgbClr val="1E2B38"/>
                </a:solidFill>
                <a:latin typeface="Aptos Narrow" panose="020B0004020202020204" pitchFamily="34" charset="0"/>
                <a:ea typeface="Arial" pitchFamily="34" charset="-122"/>
                <a:cs typeface="Arial" pitchFamily="34" charset="-120"/>
              </a:rPr>
              <a:t>khoản</a:t>
            </a:r>
            <a:r>
              <a:rPr lang="en-US" sz="850" b="1">
                <a:solidFill>
                  <a:srgbClr val="1E2B38"/>
                </a:solidFill>
                <a:latin typeface="Aptos Narrow" panose="020B0004020202020204" pitchFamily="34" charset="0"/>
                <a:ea typeface="Arial" pitchFamily="34" charset="-122"/>
                <a:cs typeface="Arial" pitchFamily="34" charset="-120"/>
              </a:rPr>
              <a:t> 6,7 Điều 18; Điều 19; Điều 20. Ngân </a:t>
            </a:r>
            <a:r>
              <a:rPr lang="en-US" sz="850" b="1" err="1">
                <a:solidFill>
                  <a:srgbClr val="1E2B38"/>
                </a:solidFill>
                <a:latin typeface="Aptos Narrow" panose="020B0004020202020204" pitchFamily="34" charset="0"/>
                <a:ea typeface="Arial" pitchFamily="34" charset="-122"/>
                <a:cs typeface="Arial" pitchFamily="34" charset="-120"/>
              </a:rPr>
              <a:t>hàng</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lưu</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ký</a:t>
            </a:r>
            <a:r>
              <a:rPr lang="en-US" sz="850" b="1">
                <a:solidFill>
                  <a:srgbClr val="1E2B38"/>
                </a:solidFill>
                <a:latin typeface="Aptos Narrow" panose="020B0004020202020204" pitchFamily="34" charset="0"/>
                <a:ea typeface="Arial" pitchFamily="34" charset="-122"/>
                <a:cs typeface="Arial" pitchFamily="34" charset="-120"/>
              </a:rPr>
              <a:t>/</a:t>
            </a:r>
            <a:r>
              <a:rPr lang="en-US" sz="850" b="1" err="1">
                <a:solidFill>
                  <a:srgbClr val="1E2B38"/>
                </a:solidFill>
                <a:latin typeface="Aptos Narrow" panose="020B0004020202020204" pitchFamily="34" charset="0"/>
                <a:ea typeface="Arial" pitchFamily="34" charset="-122"/>
                <a:cs typeface="Arial" pitchFamily="34" charset="-120"/>
              </a:rPr>
              <a:t>giám</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sát</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đại</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lý</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ký</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danh</a:t>
            </a:r>
            <a:r>
              <a:rPr lang="en-US" sz="850" b="1">
                <a:solidFill>
                  <a:srgbClr val="1E2B38"/>
                </a:solidFill>
                <a:latin typeface="Aptos Narrow" panose="020B0004020202020204" pitchFamily="34" charset="0"/>
                <a:ea typeface="Arial" pitchFamily="34" charset="-122"/>
                <a:cs typeface="Arial" pitchFamily="34" charset="-120"/>
              </a:rPr>
              <a:t>/</a:t>
            </a:r>
            <a:r>
              <a:rPr lang="en-US" sz="850" b="1" err="1">
                <a:solidFill>
                  <a:srgbClr val="1E2B38"/>
                </a:solidFill>
                <a:latin typeface="Aptos Narrow" panose="020B0004020202020204" pitchFamily="34" charset="0"/>
                <a:ea typeface="Arial" pitchFamily="34" charset="-122"/>
                <a:cs typeface="Arial" pitchFamily="34" charset="-120"/>
              </a:rPr>
              <a:t>chuyển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nhượng</a:t>
            </a:r>
            <a:r>
              <a:rPr lang="en-US" sz="850" b="1">
                <a:solidFill>
                  <a:srgbClr val="1E2B38"/>
                </a:solidFill>
                <a:latin typeface="Aptos Narrow" panose="020B0004020202020204" pitchFamily="34" charset="0"/>
                <a:ea typeface="Arial" pitchFamily="34" charset="-122"/>
                <a:cs typeface="Arial" pitchFamily="34" charset="-120"/>
              </a:rPr>
              <a:t> &amp; </a:t>
            </a:r>
            <a:r>
              <a:rPr lang="en-US" sz="850" b="1" err="1">
                <a:solidFill>
                  <a:srgbClr val="1E2B38"/>
                </a:solidFill>
                <a:latin typeface="Aptos Narrow" panose="020B0004020202020204" pitchFamily="34" charset="0"/>
                <a:ea typeface="Arial" pitchFamily="34" charset="-122"/>
                <a:cs typeface="Arial" pitchFamily="34" charset="-120"/>
              </a:rPr>
              <a:t>tổ</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chức</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liên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quan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trang</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bị</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hạ</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tầng</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phù</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hợp</a:t>
            </a:r>
            <a:r>
              <a:rPr lang="en-US" sz="850" b="1">
                <a:solidFill>
                  <a:srgbClr val="1E2B38"/>
                </a:solidFill>
                <a:latin typeface="Aptos Narrow" panose="020B0004020202020204" pitchFamily="34" charset="0"/>
                <a:ea typeface="Arial" pitchFamily="34" charset="-122"/>
                <a:cs typeface="Arial" pitchFamily="34" charset="-120"/>
              </a:rPr>
              <a:t> (Điều 21).</a:t>
            </a:r>
            <a:endParaRPr lang="en-US" sz="850">
              <a:latin typeface="Aptos Narrow" panose="020B0004020202020204" pitchFamily="34" charset="0"/>
            </a:endParaRPr>
          </a:p>
          <a:p>
            <a:pPr marL="0" indent="0">
              <a:lnSpc>
                <a:spcPct val="98000"/>
              </a:lnSpc>
              <a:buNone/>
            </a:pPr>
            <a:r>
              <a:rPr lang="en-US" sz="780" err="1">
                <a:solidFill>
                  <a:srgbClr val="5B6B79"/>
                </a:solidFill>
                <a:latin typeface="Aptos Narrow" panose="020B0004020202020204" pitchFamily="34" charset="0"/>
                <a:ea typeface="NanumGothic" pitchFamily="34" charset="-122"/>
                <a:cs typeface="NanumGothic" pitchFamily="34" charset="-120"/>
              </a:rPr>
              <a:t>자산운용사·펀드</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판매대리점</a:t>
            </a:r>
            <a:r>
              <a:rPr lang="en-US" sz="780">
                <a:solidFill>
                  <a:srgbClr val="5B6B79"/>
                </a:solidFill>
                <a:latin typeface="Aptos Narrow" panose="020B0004020202020204" pitchFamily="34" charset="0"/>
                <a:ea typeface="NanumGothic" pitchFamily="34" charset="-122"/>
                <a:cs typeface="NanumGothic" pitchFamily="34" charset="-120"/>
              </a:rPr>
              <a:t>: 제16조 1,3,5,8,9,10,11,14항; 제17조; 제18조 1항·2항 a~d호·6·7항; 제19조; 제20조 </a:t>
            </a:r>
            <a:r>
              <a:rPr lang="en-US" sz="780" err="1">
                <a:solidFill>
                  <a:srgbClr val="5B6B79"/>
                </a:solidFill>
                <a:latin typeface="Aptos Narrow" panose="020B0004020202020204" pitchFamily="34" charset="0"/>
                <a:ea typeface="NanumGothic" pitchFamily="34" charset="-122"/>
                <a:cs typeface="NanumGothic" pitchFamily="34" charset="-120"/>
              </a:rPr>
              <a:t>준수</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수탁·감독은행</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명의대리·양도대리</a:t>
            </a:r>
            <a:r>
              <a:rPr lang="en-US" sz="780">
                <a:solidFill>
                  <a:srgbClr val="5B6B79"/>
                </a:solidFill>
                <a:latin typeface="Aptos Narrow" panose="020B0004020202020204" pitchFamily="34" charset="0"/>
                <a:ea typeface="NanumGothic" pitchFamily="34" charset="-122"/>
                <a:cs typeface="NanumGothic" pitchFamily="34" charset="-120"/>
              </a:rPr>
              <a:t> 및 </a:t>
            </a:r>
            <a:r>
              <a:rPr lang="en-US" sz="780" err="1">
                <a:solidFill>
                  <a:srgbClr val="5B6B79"/>
                </a:solidFill>
                <a:latin typeface="Aptos Narrow" panose="020B0004020202020204" pitchFamily="34" charset="0"/>
                <a:ea typeface="NanumGothic" pitchFamily="34" charset="-122"/>
                <a:cs typeface="NanumGothic" pitchFamily="34" charset="-120"/>
              </a:rPr>
              <a:t>관련</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기관은</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적합한</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인프라</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구비</a:t>
            </a:r>
            <a:r>
              <a:rPr lang="en-US" sz="780">
                <a:solidFill>
                  <a:srgbClr val="5B6B79"/>
                </a:solidFill>
                <a:latin typeface="Aptos Narrow" panose="020B0004020202020204" pitchFamily="34" charset="0"/>
                <a:ea typeface="NanumGothic" pitchFamily="34" charset="-122"/>
                <a:cs typeface="NanumGothic" pitchFamily="34" charset="-120"/>
              </a:rPr>
              <a:t>(제21조).</a:t>
            </a:r>
            <a:endParaRPr lang="en-US" sz="850">
              <a:latin typeface="Aptos Narrow" panose="020B0004020202020204" pitchFamily="34" charset="0"/>
            </a:endParaRPr>
          </a:p>
        </p:txBody>
      </p:sp>
      <p:sp>
        <p:nvSpPr>
          <p:cNvPr id="62" name="Shape 60"/>
          <p:cNvSpPr/>
          <p:nvPr/>
        </p:nvSpPr>
        <p:spPr>
          <a:xfrm>
            <a:off x="6446520" y="5124559"/>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4" name="Shape 62"/>
          <p:cNvSpPr/>
          <p:nvPr/>
        </p:nvSpPr>
        <p:spPr>
          <a:xfrm>
            <a:off x="7178040" y="5124559"/>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5" name="Shape 63"/>
          <p:cNvSpPr/>
          <p:nvPr/>
        </p:nvSpPr>
        <p:spPr>
          <a:xfrm>
            <a:off x="7443216" y="5331605"/>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6" name="Shape 64"/>
          <p:cNvSpPr/>
          <p:nvPr/>
        </p:nvSpPr>
        <p:spPr>
          <a:xfrm>
            <a:off x="7909560" y="5124559"/>
            <a:ext cx="731520" cy="615261"/>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67" name="Shape 65"/>
          <p:cNvSpPr/>
          <p:nvPr/>
        </p:nvSpPr>
        <p:spPr>
          <a:xfrm>
            <a:off x="8174736" y="5331605"/>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68" name="Shape 66"/>
          <p:cNvSpPr/>
          <p:nvPr/>
        </p:nvSpPr>
        <p:spPr>
          <a:xfrm>
            <a:off x="8641080" y="5124559"/>
            <a:ext cx="3090672" cy="615261"/>
          </a:xfrm>
          <a:prstGeom prst="rect">
            <a:avLst/>
          </a:prstGeom>
          <a:solidFill>
            <a:srgbClr val="F4F7F9"/>
          </a:solidFill>
          <a:ln w="6350">
            <a:solidFill>
              <a:srgbClr val="E2E8ED"/>
            </a:solidFill>
            <a:prstDash val="solid"/>
          </a:ln>
        </p:spPr>
        <p:txBody>
          <a:bodyPr/>
          <a:lstStyle/>
          <a:p>
            <a:r>
              <a:rPr lang="en-US" sz="740">
                <a:latin typeface="Aptos Narrow" panose="020B0004020202020204" pitchFamily="34" charset="0"/>
              </a:rPr>
              <a:t>CTYQLQ</a:t>
            </a:r>
          </a:p>
        </p:txBody>
      </p:sp>
      <p:sp>
        <p:nvSpPr>
          <p:cNvPr id="69" name="Shape 67"/>
          <p:cNvSpPr/>
          <p:nvPr/>
        </p:nvSpPr>
        <p:spPr>
          <a:xfrm>
            <a:off x="457200" y="5739819"/>
            <a:ext cx="59893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70" name="Text 68"/>
          <p:cNvSpPr/>
          <p:nvPr/>
        </p:nvSpPr>
        <p:spPr>
          <a:xfrm>
            <a:off x="603504" y="5739819"/>
            <a:ext cx="5733288" cy="615261"/>
          </a:xfrm>
          <a:prstGeom prst="rect">
            <a:avLst/>
          </a:prstGeom>
          <a:solidFill>
            <a:schemeClr val="bg1"/>
          </a:solidFill>
          <a:ln/>
        </p:spPr>
        <p:txBody>
          <a:bodyPr wrap="square" lIns="0" tIns="0" rIns="0" bIns="0" rtlCol="0" anchor="ctr"/>
          <a:lstStyle/>
          <a:p>
            <a:pPr marL="0" indent="0">
              <a:lnSpc>
                <a:spcPct val="98000"/>
              </a:lnSpc>
              <a:buNone/>
            </a:pPr>
            <a:r>
              <a:rPr lang="en-US" sz="850" b="1">
                <a:solidFill>
                  <a:srgbClr val="1E2B38"/>
                </a:solidFill>
                <a:latin typeface="Aptos Narrow" panose="020B0004020202020204" pitchFamily="34" charset="0"/>
                <a:ea typeface="Arial" pitchFamily="34" charset="-122"/>
                <a:cs typeface="Arial" pitchFamily="34" charset="-120"/>
              </a:rPr>
              <a:t>Bảo </a:t>
            </a:r>
            <a:r>
              <a:rPr lang="en-US" sz="850" b="1" err="1">
                <a:solidFill>
                  <a:srgbClr val="1E2B38"/>
                </a:solidFill>
                <a:latin typeface="Aptos Narrow" panose="020B0004020202020204" pitchFamily="34" charset="0"/>
                <a:ea typeface="Arial" pitchFamily="34" charset="-122"/>
                <a:cs typeface="Arial" pitchFamily="34" charset="-120"/>
              </a:rPr>
              <a:t>mật</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dữ</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liệu</a:t>
            </a:r>
            <a:r>
              <a:rPr lang="en-US" sz="850" b="1">
                <a:solidFill>
                  <a:srgbClr val="1E2B38"/>
                </a:solidFill>
                <a:latin typeface="Aptos Narrow" panose="020B0004020202020204" pitchFamily="34" charset="0"/>
                <a:ea typeface="Arial" pitchFamily="34" charset="-122"/>
                <a:cs typeface="Arial" pitchFamily="34" charset="-120"/>
              </a:rPr>
              <a:t> KH: </a:t>
            </a:r>
            <a:r>
              <a:rPr lang="en-US" sz="850" b="1" err="1">
                <a:solidFill>
                  <a:srgbClr val="1E2B38"/>
                </a:solidFill>
                <a:latin typeface="Aptos Narrow" panose="020B0004020202020204" pitchFamily="34" charset="0"/>
                <a:ea typeface="Arial" pitchFamily="34" charset="-122"/>
                <a:cs typeface="Arial" pitchFamily="34" charset="-120"/>
              </a:rPr>
              <a:t>dữ</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liệu</a:t>
            </a:r>
            <a:r>
              <a:rPr lang="en-US" sz="850" b="1">
                <a:solidFill>
                  <a:srgbClr val="1E2B38"/>
                </a:solidFill>
                <a:latin typeface="Aptos Narrow" panose="020B0004020202020204" pitchFamily="34" charset="0"/>
                <a:ea typeface="Arial" pitchFamily="34" charset="-122"/>
                <a:cs typeface="Arial" pitchFamily="34" charset="-120"/>
              </a:rPr>
              <a:t> KH an </a:t>
            </a:r>
            <a:r>
              <a:rPr lang="en-US" sz="850" b="1" err="1">
                <a:solidFill>
                  <a:srgbClr val="1E2B38"/>
                </a:solidFill>
                <a:latin typeface="Aptos Narrow" panose="020B0004020202020204" pitchFamily="34" charset="0"/>
                <a:ea typeface="Arial" pitchFamily="34" charset="-122"/>
                <a:cs typeface="Arial" pitchFamily="34" charset="-120"/>
              </a:rPr>
              <a:t>toàn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theo</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pháp</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luật</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mã</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hóa</a:t>
            </a:r>
            <a:r>
              <a:rPr lang="en-US" sz="850" b="1">
                <a:solidFill>
                  <a:srgbClr val="1E2B38"/>
                </a:solidFill>
                <a:latin typeface="Aptos Narrow" panose="020B0004020202020204" pitchFamily="34" charset="0"/>
                <a:ea typeface="Arial" pitchFamily="34" charset="-122"/>
                <a:cs typeface="Arial" pitchFamily="34" charset="-120"/>
              </a:rPr>
              <a:t>/</a:t>
            </a:r>
            <a:r>
              <a:rPr lang="en-US" sz="850" b="1" err="1">
                <a:solidFill>
                  <a:srgbClr val="1E2B38"/>
                </a:solidFill>
                <a:latin typeface="Aptos Narrow" panose="020B0004020202020204" pitchFamily="34" charset="0"/>
                <a:ea typeface="Arial" pitchFamily="34" charset="-122"/>
                <a:cs typeface="Arial" pitchFamily="34" charset="-120"/>
              </a:rPr>
              <a:t>che</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dấu</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yếu</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tố</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bí</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mật</a:t>
            </a:r>
            <a:r>
              <a:rPr lang="en-US" sz="850" b="1">
                <a:solidFill>
                  <a:srgbClr val="1E2B38"/>
                </a:solidFill>
                <a:latin typeface="Aptos Narrow" panose="020B0004020202020204" pitchFamily="34" charset="0"/>
                <a:ea typeface="Arial" pitchFamily="34" charset="-122"/>
                <a:cs typeface="Arial" pitchFamily="34" charset="-120"/>
              </a:rPr>
              <a:t> &amp; </a:t>
            </a:r>
            <a:r>
              <a:rPr lang="en-US" sz="850" b="1" err="1">
                <a:solidFill>
                  <a:srgbClr val="1E2B38"/>
                </a:solidFill>
                <a:latin typeface="Aptos Narrow" panose="020B0004020202020204" pitchFamily="34" charset="0"/>
                <a:ea typeface="Arial" pitchFamily="34" charset="-122"/>
                <a:cs typeface="Arial" pitchFamily="34" charset="-120"/>
              </a:rPr>
              <a:t>sinh</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trắc</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học</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phân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quyền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truy</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cập</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đúng</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chức</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năng</a:t>
            </a:r>
            <a:r>
              <a:rPr lang="en-US" sz="850" b="1">
                <a:solidFill>
                  <a:srgbClr val="1E2B38"/>
                </a:solidFill>
                <a:latin typeface="Aptos Narrow" panose="020B0004020202020204" pitchFamily="34" charset="0"/>
                <a:ea typeface="Arial" pitchFamily="34" charset="-122"/>
                <a:cs typeface="Arial" pitchFamily="34" charset="-120"/>
              </a:rPr>
              <a:t> &amp; </a:t>
            </a:r>
            <a:r>
              <a:rPr lang="en-US" sz="850" b="1" err="1">
                <a:solidFill>
                  <a:srgbClr val="1E2B38"/>
                </a:solidFill>
                <a:latin typeface="Aptos Narrow" panose="020B0004020202020204" pitchFamily="34" charset="0"/>
                <a:ea typeface="Arial" pitchFamily="34" charset="-122"/>
                <a:cs typeface="Arial" pitchFamily="34" charset="-120"/>
              </a:rPr>
              <a:t>giám</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sát</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mỗi</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lần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truy</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cập</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quản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lý</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truy</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cập</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thiết</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bị</a:t>
            </a:r>
            <a:r>
              <a:rPr lang="en-US" sz="850" b="1">
                <a:solidFill>
                  <a:srgbClr val="1E2B38"/>
                </a:solidFill>
                <a:latin typeface="Aptos Narrow" panose="020B0004020202020204" pitchFamily="34" charset="0"/>
                <a:ea typeface="Arial" pitchFamily="34" charset="-122"/>
                <a:cs typeface="Arial" pitchFamily="34" charset="-120"/>
              </a:rPr>
              <a:t>/</a:t>
            </a:r>
            <a:r>
              <a:rPr lang="en-US" sz="850" b="1" err="1">
                <a:solidFill>
                  <a:srgbClr val="1E2B38"/>
                </a:solidFill>
                <a:latin typeface="Aptos Narrow" panose="020B0004020202020204" pitchFamily="34" charset="0"/>
                <a:ea typeface="Arial" pitchFamily="34" charset="-122"/>
                <a:cs typeface="Arial" pitchFamily="34" charset="-120"/>
              </a:rPr>
              <a:t>phương</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tiện</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lưu</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trữ</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thông</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báo</a:t>
            </a:r>
            <a:r>
              <a:rPr lang="en-US" sz="850" b="1">
                <a:solidFill>
                  <a:srgbClr val="1E2B38"/>
                </a:solidFill>
                <a:latin typeface="Aptos Narrow" panose="020B0004020202020204" pitchFamily="34" charset="0"/>
                <a:ea typeface="Arial" pitchFamily="34" charset="-122"/>
                <a:cs typeface="Arial" pitchFamily="34" charset="-120"/>
              </a:rPr>
              <a:t> KH &amp; </a:t>
            </a:r>
            <a:r>
              <a:rPr lang="en-US" sz="850" b="1" err="1">
                <a:solidFill>
                  <a:srgbClr val="1E2B38"/>
                </a:solidFill>
                <a:latin typeface="Aptos Narrow" panose="020B0004020202020204" pitchFamily="34" charset="0"/>
                <a:ea typeface="Arial" pitchFamily="34" charset="-122"/>
                <a:cs typeface="Arial" pitchFamily="34" charset="-120"/>
              </a:rPr>
              <a:t>báo</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cáo</a:t>
            </a:r>
            <a:r>
              <a:rPr lang="en-US" sz="850" b="1">
                <a:solidFill>
                  <a:srgbClr val="1E2B38"/>
                </a:solidFill>
                <a:latin typeface="Aptos Narrow" panose="020B0004020202020204" pitchFamily="34" charset="0"/>
                <a:ea typeface="Arial" pitchFamily="34" charset="-122"/>
                <a:cs typeface="Arial" pitchFamily="34" charset="-120"/>
              </a:rPr>
              <a:t> UBCKNN </a:t>
            </a:r>
            <a:r>
              <a:rPr lang="en-US" sz="850" b="1" err="1">
                <a:solidFill>
                  <a:srgbClr val="1E2B38"/>
                </a:solidFill>
                <a:latin typeface="Aptos Narrow" panose="020B0004020202020204" pitchFamily="34" charset="0"/>
                <a:ea typeface="Arial" pitchFamily="34" charset="-122"/>
                <a:cs typeface="Arial" pitchFamily="34" charset="-120"/>
              </a:rPr>
              <a:t>khi</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lộ</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lọt</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dữ</a:t>
            </a:r>
            <a:r>
              <a:rPr lang="en-US" sz="850" b="1">
                <a:solidFill>
                  <a:srgbClr val="1E2B38"/>
                </a:solidFill>
                <a:latin typeface="Aptos Narrow" panose="020B0004020202020204" pitchFamily="34" charset="0"/>
                <a:ea typeface="Arial" pitchFamily="34" charset="-122"/>
                <a:cs typeface="Arial" pitchFamily="34" charset="-120"/>
              </a:rPr>
              <a:t> </a:t>
            </a:r>
            <a:r>
              <a:rPr lang="en-US" sz="850" b="1" err="1">
                <a:solidFill>
                  <a:srgbClr val="1E2B38"/>
                </a:solidFill>
                <a:latin typeface="Aptos Narrow" panose="020B0004020202020204" pitchFamily="34" charset="0"/>
                <a:ea typeface="Arial" pitchFamily="34" charset="-122"/>
                <a:cs typeface="Arial" pitchFamily="34" charset="-120"/>
              </a:rPr>
              <a:t>liệu</a:t>
            </a:r>
            <a:r>
              <a:rPr lang="en-US" sz="850" b="1">
                <a:solidFill>
                  <a:srgbClr val="1E2B38"/>
                </a:solidFill>
                <a:latin typeface="Aptos Narrow" panose="020B0004020202020204" pitchFamily="34" charset="0"/>
                <a:ea typeface="Arial" pitchFamily="34" charset="-122"/>
                <a:cs typeface="Arial" pitchFamily="34" charset="-120"/>
              </a:rPr>
              <a:t> (Điều 22).</a:t>
            </a:r>
            <a:endParaRPr lang="en-US" sz="850">
              <a:latin typeface="Aptos Narrow" panose="020B0004020202020204" pitchFamily="34" charset="0"/>
            </a:endParaRPr>
          </a:p>
          <a:p>
            <a:pPr marL="0" indent="0">
              <a:lnSpc>
                <a:spcPct val="98000"/>
              </a:lnSpc>
              <a:buNone/>
            </a:pPr>
            <a:r>
              <a:rPr lang="en-US" sz="780" err="1">
                <a:solidFill>
                  <a:srgbClr val="5B6B79"/>
                </a:solidFill>
                <a:latin typeface="Aptos Narrow" panose="020B0004020202020204" pitchFamily="34" charset="0"/>
                <a:ea typeface="NanumGothic" pitchFamily="34" charset="-122"/>
                <a:cs typeface="NanumGothic" pitchFamily="34" charset="-120"/>
              </a:rPr>
              <a:t>고객</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데이터</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보안</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법령에</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따른</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안전</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보장</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비밀요소·생체정보</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암호화</a:t>
            </a:r>
            <a:r>
              <a:rPr lang="en-US" sz="780">
                <a:solidFill>
                  <a:srgbClr val="5B6B79"/>
                </a:solidFill>
                <a:latin typeface="Aptos Narrow" panose="020B0004020202020204" pitchFamily="34" charset="0"/>
                <a:ea typeface="NanumGothic" pitchFamily="34" charset="-122"/>
                <a:cs typeface="NanumGothic" pitchFamily="34" charset="-120"/>
              </a:rPr>
              <a:t>/</a:t>
            </a:r>
            <a:r>
              <a:rPr lang="en-US" sz="780" err="1">
                <a:solidFill>
                  <a:srgbClr val="5B6B79"/>
                </a:solidFill>
                <a:latin typeface="Aptos Narrow" panose="020B0004020202020204" pitchFamily="34" charset="0"/>
                <a:ea typeface="NanumGothic" pitchFamily="34" charset="-122"/>
                <a:cs typeface="NanumGothic" pitchFamily="34" charset="-120"/>
              </a:rPr>
              <a:t>마스킹</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기능별</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접근권한</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부여</a:t>
            </a:r>
            <a:r>
              <a:rPr lang="en-US" sz="780">
                <a:solidFill>
                  <a:srgbClr val="5B6B79"/>
                </a:solidFill>
                <a:latin typeface="Aptos Narrow" panose="020B0004020202020204" pitchFamily="34" charset="0"/>
                <a:ea typeface="NanumGothic" pitchFamily="34" charset="-122"/>
                <a:cs typeface="NanumGothic" pitchFamily="34" charset="-120"/>
              </a:rPr>
              <a:t> 및 </a:t>
            </a:r>
            <a:r>
              <a:rPr lang="en-US" sz="780" err="1">
                <a:solidFill>
                  <a:srgbClr val="5B6B79"/>
                </a:solidFill>
                <a:latin typeface="Aptos Narrow" panose="020B0004020202020204" pitchFamily="34" charset="0"/>
                <a:ea typeface="NanumGothic" pitchFamily="34" charset="-122"/>
                <a:cs typeface="NanumGothic" pitchFamily="34" charset="-120"/>
              </a:rPr>
              <a:t>접근</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시마다</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감시</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저장</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장치·매체</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접근</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관리</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유출</a:t>
            </a:r>
            <a:r>
              <a:rPr lang="en-US" sz="780">
                <a:solidFill>
                  <a:srgbClr val="5B6B79"/>
                </a:solidFill>
                <a:latin typeface="Aptos Narrow" panose="020B0004020202020204" pitchFamily="34" charset="0"/>
                <a:ea typeface="NanumGothic" pitchFamily="34" charset="-122"/>
                <a:cs typeface="NanumGothic" pitchFamily="34" charset="-120"/>
              </a:rPr>
              <a:t> 시 </a:t>
            </a:r>
            <a:r>
              <a:rPr lang="en-US" sz="780" err="1">
                <a:solidFill>
                  <a:srgbClr val="5B6B79"/>
                </a:solidFill>
                <a:latin typeface="Aptos Narrow" panose="020B0004020202020204" pitchFamily="34" charset="0"/>
                <a:ea typeface="NanumGothic" pitchFamily="34" charset="-122"/>
                <a:cs typeface="NanumGothic" pitchFamily="34" charset="-120"/>
              </a:rPr>
              <a:t>고객</a:t>
            </a:r>
            <a:r>
              <a:rPr lang="en-US" sz="780">
                <a:solidFill>
                  <a:srgbClr val="5B6B79"/>
                </a:solidFill>
                <a:latin typeface="Aptos Narrow" panose="020B0004020202020204" pitchFamily="34" charset="0"/>
                <a:ea typeface="NanumGothic" pitchFamily="34" charset="-122"/>
                <a:cs typeface="NanumGothic" pitchFamily="34" charset="-120"/>
              </a:rPr>
              <a:t> </a:t>
            </a:r>
            <a:r>
              <a:rPr lang="en-US" sz="780" err="1">
                <a:solidFill>
                  <a:srgbClr val="5B6B79"/>
                </a:solidFill>
                <a:latin typeface="Aptos Narrow" panose="020B0004020202020204" pitchFamily="34" charset="0"/>
                <a:ea typeface="NanumGothic" pitchFamily="34" charset="-122"/>
                <a:cs typeface="NanumGothic" pitchFamily="34" charset="-120"/>
              </a:rPr>
              <a:t>통지</a:t>
            </a:r>
            <a:r>
              <a:rPr lang="en-US" sz="780">
                <a:solidFill>
                  <a:srgbClr val="5B6B79"/>
                </a:solidFill>
                <a:latin typeface="Aptos Narrow" panose="020B0004020202020204" pitchFamily="34" charset="0"/>
                <a:ea typeface="NanumGothic" pitchFamily="34" charset="-122"/>
                <a:cs typeface="NanumGothic" pitchFamily="34" charset="-120"/>
              </a:rPr>
              <a:t> 및 UBCKNN </a:t>
            </a:r>
            <a:r>
              <a:rPr lang="en-US" sz="780" err="1">
                <a:solidFill>
                  <a:srgbClr val="5B6B79"/>
                </a:solidFill>
                <a:latin typeface="Aptos Narrow" panose="020B0004020202020204" pitchFamily="34" charset="0"/>
                <a:ea typeface="NanumGothic" pitchFamily="34" charset="-122"/>
                <a:cs typeface="NanumGothic" pitchFamily="34" charset="-120"/>
              </a:rPr>
              <a:t>보고</a:t>
            </a:r>
            <a:r>
              <a:rPr lang="en-US" sz="780">
                <a:solidFill>
                  <a:srgbClr val="5B6B79"/>
                </a:solidFill>
                <a:latin typeface="Aptos Narrow" panose="020B0004020202020204" pitchFamily="34" charset="0"/>
                <a:ea typeface="NanumGothic" pitchFamily="34" charset="-122"/>
                <a:cs typeface="NanumGothic" pitchFamily="34" charset="-120"/>
              </a:rPr>
              <a:t>(제22조).</a:t>
            </a:r>
            <a:endParaRPr lang="en-US" sz="850">
              <a:latin typeface="Aptos Narrow" panose="020B0004020202020204" pitchFamily="34" charset="0"/>
            </a:endParaRPr>
          </a:p>
        </p:txBody>
      </p:sp>
      <p:sp>
        <p:nvSpPr>
          <p:cNvPr id="71" name="Shape 69"/>
          <p:cNvSpPr/>
          <p:nvPr/>
        </p:nvSpPr>
        <p:spPr>
          <a:xfrm>
            <a:off x="6446520" y="5739819"/>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73" name="Shape 71"/>
          <p:cNvSpPr/>
          <p:nvPr/>
        </p:nvSpPr>
        <p:spPr>
          <a:xfrm>
            <a:off x="7178040" y="5739819"/>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74" name="Shape 72"/>
          <p:cNvSpPr/>
          <p:nvPr/>
        </p:nvSpPr>
        <p:spPr>
          <a:xfrm>
            <a:off x="7443216" y="594686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75" name="Shape 73"/>
          <p:cNvSpPr/>
          <p:nvPr/>
        </p:nvSpPr>
        <p:spPr>
          <a:xfrm>
            <a:off x="7909560" y="5739819"/>
            <a:ext cx="731520"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76" name="Shape 74"/>
          <p:cNvSpPr/>
          <p:nvPr/>
        </p:nvSpPr>
        <p:spPr>
          <a:xfrm>
            <a:off x="8174736" y="594686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77" name="Shape 75"/>
          <p:cNvSpPr/>
          <p:nvPr/>
        </p:nvSpPr>
        <p:spPr>
          <a:xfrm>
            <a:off x="8641080" y="5739819"/>
            <a:ext cx="3090672" cy="615261"/>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78" name="Text 76"/>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79" name="Text 77"/>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15</a:t>
            </a:r>
            <a:endParaRPr lang="en-US" sz="900">
              <a:latin typeface="Aptos Narrow" panose="020B0004020202020204" pitchFamily="34" charset="0"/>
            </a:endParaRPr>
          </a:p>
        </p:txBody>
      </p:sp>
      <p:sp>
        <p:nvSpPr>
          <p:cNvPr id="81" name="TextBox 80">
            <a:extLst>
              <a:ext uri="{FF2B5EF4-FFF2-40B4-BE49-F238E27FC236}">
                <a16:creationId xmlns:a16="http://schemas.microsoft.com/office/drawing/2014/main" id="{60B84A10-481A-B549-F118-3F474384E1B8}"/>
              </a:ext>
            </a:extLst>
          </p:cNvPr>
          <p:cNvSpPr txBox="1"/>
          <p:nvPr/>
        </p:nvSpPr>
        <p:spPr>
          <a:xfrm>
            <a:off x="6647688" y="2124128"/>
            <a:ext cx="640080" cy="461665"/>
          </a:xfrm>
          <a:prstGeom prst="rect">
            <a:avLst/>
          </a:prstGeom>
          <a:noFill/>
        </p:spPr>
        <p:txBody>
          <a:bodyPr wrap="square">
            <a:spAutoFit/>
          </a:bodyPr>
          <a:lstStyle/>
          <a:p>
            <a:r>
              <a:rPr lang="en-US" sz="2400"/>
              <a:t>☑</a:t>
            </a:r>
          </a:p>
        </p:txBody>
      </p:sp>
      <p:sp>
        <p:nvSpPr>
          <p:cNvPr id="82" name="TextBox 81">
            <a:extLst>
              <a:ext uri="{FF2B5EF4-FFF2-40B4-BE49-F238E27FC236}">
                <a16:creationId xmlns:a16="http://schemas.microsoft.com/office/drawing/2014/main" id="{2A92433B-3BEB-4BCE-8045-6ABE328D5554}"/>
              </a:ext>
            </a:extLst>
          </p:cNvPr>
          <p:cNvSpPr txBox="1"/>
          <p:nvPr/>
        </p:nvSpPr>
        <p:spPr>
          <a:xfrm>
            <a:off x="6647688" y="2768780"/>
            <a:ext cx="640080" cy="461665"/>
          </a:xfrm>
          <a:prstGeom prst="rect">
            <a:avLst/>
          </a:prstGeom>
          <a:noFill/>
        </p:spPr>
        <p:txBody>
          <a:bodyPr wrap="square">
            <a:spAutoFit/>
          </a:bodyPr>
          <a:lstStyle/>
          <a:p>
            <a:r>
              <a:rPr lang="en-US" sz="2400"/>
              <a:t>☑</a:t>
            </a:r>
          </a:p>
        </p:txBody>
      </p:sp>
      <p:sp>
        <p:nvSpPr>
          <p:cNvPr id="83" name="TextBox 82">
            <a:extLst>
              <a:ext uri="{FF2B5EF4-FFF2-40B4-BE49-F238E27FC236}">
                <a16:creationId xmlns:a16="http://schemas.microsoft.com/office/drawing/2014/main" id="{37DBDF39-30C5-BE7F-720B-75BBC3BEE294}"/>
              </a:ext>
            </a:extLst>
          </p:cNvPr>
          <p:cNvSpPr txBox="1"/>
          <p:nvPr/>
        </p:nvSpPr>
        <p:spPr>
          <a:xfrm>
            <a:off x="6647688" y="3355574"/>
            <a:ext cx="640080" cy="461665"/>
          </a:xfrm>
          <a:prstGeom prst="rect">
            <a:avLst/>
          </a:prstGeom>
          <a:noFill/>
        </p:spPr>
        <p:txBody>
          <a:bodyPr wrap="square">
            <a:spAutoFit/>
          </a:bodyPr>
          <a:lstStyle/>
          <a:p>
            <a:r>
              <a:rPr lang="en-US" sz="2400"/>
              <a:t>☑</a:t>
            </a:r>
          </a:p>
        </p:txBody>
      </p:sp>
      <p:sp>
        <p:nvSpPr>
          <p:cNvPr id="84" name="TextBox 83">
            <a:extLst>
              <a:ext uri="{FF2B5EF4-FFF2-40B4-BE49-F238E27FC236}">
                <a16:creationId xmlns:a16="http://schemas.microsoft.com/office/drawing/2014/main" id="{355AA122-ADEB-3E45-3759-A39E303C5D36}"/>
              </a:ext>
            </a:extLst>
          </p:cNvPr>
          <p:cNvSpPr txBox="1"/>
          <p:nvPr/>
        </p:nvSpPr>
        <p:spPr>
          <a:xfrm>
            <a:off x="6647688" y="3970834"/>
            <a:ext cx="640080" cy="461665"/>
          </a:xfrm>
          <a:prstGeom prst="rect">
            <a:avLst/>
          </a:prstGeom>
          <a:noFill/>
        </p:spPr>
        <p:txBody>
          <a:bodyPr wrap="square">
            <a:spAutoFit/>
          </a:bodyPr>
          <a:lstStyle/>
          <a:p>
            <a:r>
              <a:rPr lang="en-US" sz="2400"/>
              <a:t>☑</a:t>
            </a:r>
          </a:p>
        </p:txBody>
      </p:sp>
      <p:sp>
        <p:nvSpPr>
          <p:cNvPr id="85" name="TextBox 84">
            <a:extLst>
              <a:ext uri="{FF2B5EF4-FFF2-40B4-BE49-F238E27FC236}">
                <a16:creationId xmlns:a16="http://schemas.microsoft.com/office/drawing/2014/main" id="{EA18F618-0BFB-8408-C7DE-26123CA68FE3}"/>
              </a:ext>
            </a:extLst>
          </p:cNvPr>
          <p:cNvSpPr txBox="1"/>
          <p:nvPr/>
        </p:nvSpPr>
        <p:spPr>
          <a:xfrm>
            <a:off x="6647688" y="4586802"/>
            <a:ext cx="640080" cy="461665"/>
          </a:xfrm>
          <a:prstGeom prst="rect">
            <a:avLst/>
          </a:prstGeom>
          <a:noFill/>
        </p:spPr>
        <p:txBody>
          <a:bodyPr wrap="square">
            <a:spAutoFit/>
          </a:bodyPr>
          <a:lstStyle/>
          <a:p>
            <a:r>
              <a:rPr lang="en-US" sz="2400"/>
              <a:t>☑</a:t>
            </a:r>
          </a:p>
        </p:txBody>
      </p:sp>
      <p:sp>
        <p:nvSpPr>
          <p:cNvPr id="86" name="TextBox 85">
            <a:extLst>
              <a:ext uri="{FF2B5EF4-FFF2-40B4-BE49-F238E27FC236}">
                <a16:creationId xmlns:a16="http://schemas.microsoft.com/office/drawing/2014/main" id="{4AF431EE-FF7C-9B65-C90C-B812711BDCCE}"/>
              </a:ext>
            </a:extLst>
          </p:cNvPr>
          <p:cNvSpPr txBox="1"/>
          <p:nvPr/>
        </p:nvSpPr>
        <p:spPr>
          <a:xfrm>
            <a:off x="6670548" y="5195534"/>
            <a:ext cx="640080" cy="461665"/>
          </a:xfrm>
          <a:prstGeom prst="rect">
            <a:avLst/>
          </a:prstGeom>
          <a:noFill/>
        </p:spPr>
        <p:txBody>
          <a:bodyPr wrap="square">
            <a:spAutoFit/>
          </a:bodyPr>
          <a:lstStyle/>
          <a:p>
            <a:r>
              <a:rPr lang="en-US" sz="2400"/>
              <a:t>☑</a:t>
            </a:r>
          </a:p>
        </p:txBody>
      </p:sp>
      <p:sp>
        <p:nvSpPr>
          <p:cNvPr id="87" name="TextBox 86">
            <a:extLst>
              <a:ext uri="{FF2B5EF4-FFF2-40B4-BE49-F238E27FC236}">
                <a16:creationId xmlns:a16="http://schemas.microsoft.com/office/drawing/2014/main" id="{716F5101-978C-91A3-2A00-A3B7FC4D7737}"/>
              </a:ext>
            </a:extLst>
          </p:cNvPr>
          <p:cNvSpPr txBox="1"/>
          <p:nvPr/>
        </p:nvSpPr>
        <p:spPr>
          <a:xfrm>
            <a:off x="6647688" y="5810795"/>
            <a:ext cx="640080" cy="461665"/>
          </a:xfrm>
          <a:prstGeom prst="rect">
            <a:avLst/>
          </a:prstGeom>
          <a:noFill/>
        </p:spPr>
        <p:txBody>
          <a:bodyPr wrap="square">
            <a:spAutoFit/>
          </a:bodyPr>
          <a:lstStyle/>
          <a:p>
            <a:r>
              <a:rPr lang="en-US" sz="240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3 · 제3절 — ĐIỀU 25 — </a:t>
            </a:r>
            <a:r>
              <a:rPr lang="en-US" sz="1150" b="1" kern="0" spc="100">
                <a:solidFill>
                  <a:srgbClr val="0E8C8B"/>
                </a:solidFill>
                <a:latin typeface="Aptos Narrow" panose="020B0004020202020204" pitchFamily="34" charset="0"/>
                <a:ea typeface="NanumGothic" pitchFamily="34" charset="-122"/>
                <a:cs typeface="NanumGothic" pitchFamily="34" charset="-120"/>
              </a:rPr>
              <a:t>제25조</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Chế độ báo cáo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보고 제도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chemeClr val="bg2"/>
          </a:solidFill>
          <a:ln/>
        </p:spPr>
        <p:txBody>
          <a:bodyPr/>
          <a:lstStyle/>
          <a:p>
            <a:endParaRPr lang="en-US">
              <a:latin typeface="Aptos Narrow" panose="020B0004020202020204" pitchFamily="34" charset="0"/>
            </a:endParaRPr>
          </a:p>
        </p:txBody>
      </p:sp>
      <p:sp>
        <p:nvSpPr>
          <p:cNvPr id="14" name="Text 12"/>
          <p:cNvSpPr/>
          <p:nvPr/>
        </p:nvSpPr>
        <p:spPr>
          <a:xfrm>
            <a:off x="8686800" y="1481328"/>
            <a:ext cx="2999232" cy="566928"/>
          </a:xfrm>
          <a:prstGeom prst="rect">
            <a:avLst/>
          </a:prstGeom>
          <a:no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FF0000"/>
                </a:solidFill>
                <a:latin typeface="Aptos Narrow" panose="020B0004020202020204" pitchFamily="34" charset="0"/>
                <a:ea typeface="Arial" pitchFamily="34" charset="-122"/>
                <a:cs typeface="Arial" pitchFamily="34" charset="-120"/>
              </a:rPr>
              <a:t>Báo </a:t>
            </a:r>
            <a:r>
              <a:rPr lang="en-US" sz="930" b="1" err="1">
                <a:solidFill>
                  <a:srgbClr val="FF0000"/>
                </a:solidFill>
                <a:latin typeface="Aptos Narrow" panose="020B0004020202020204" pitchFamily="34" charset="0"/>
                <a:ea typeface="Arial" pitchFamily="34" charset="-122"/>
                <a:cs typeface="Arial" pitchFamily="34" charset="-120"/>
              </a:rPr>
              <a:t>cáo</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năm</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về</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hoạt</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động</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cung</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cấp</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dịch</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vụ</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trực</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tuyến</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kèm</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báo</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cáo</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về</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việc</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kiểm</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tra</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đánh</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giá</a:t>
            </a:r>
            <a:r>
              <a:rPr lang="en-US" sz="930" b="1">
                <a:solidFill>
                  <a:srgbClr val="FF0000"/>
                </a:solidFill>
                <a:latin typeface="Aptos Narrow" panose="020B0004020202020204" pitchFamily="34" charset="0"/>
                <a:ea typeface="Arial" pitchFamily="34" charset="-122"/>
                <a:cs typeface="Arial" pitchFamily="34" charset="-120"/>
              </a:rPr>
              <a:t> an </a:t>
            </a:r>
            <a:r>
              <a:rPr lang="en-US" sz="930" b="1" err="1">
                <a:solidFill>
                  <a:srgbClr val="FF0000"/>
                </a:solidFill>
                <a:latin typeface="Aptos Narrow" panose="020B0004020202020204" pitchFamily="34" charset="0"/>
                <a:ea typeface="Arial" pitchFamily="34" charset="-122"/>
                <a:cs typeface="Arial" pitchFamily="34" charset="-120"/>
              </a:rPr>
              <a:t>ninh</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mạng</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định</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FF0000"/>
                </a:solidFill>
                <a:latin typeface="Aptos Narrow" panose="020B0004020202020204" pitchFamily="34" charset="0"/>
                <a:ea typeface="Arial" pitchFamily="34" charset="-122"/>
                <a:cs typeface="Arial" pitchFamily="34" charset="-120"/>
              </a:rPr>
              <a:t>kỳ</a:t>
            </a:r>
            <a:r>
              <a:rPr lang="en-US" sz="930" b="1">
                <a:solidFill>
                  <a:srgbClr val="FF0000"/>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chậm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nhất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ngày</a:t>
            </a:r>
            <a:r>
              <a:rPr lang="en-US" sz="930" b="1">
                <a:solidFill>
                  <a:srgbClr val="1E2B38"/>
                </a:solidFill>
                <a:latin typeface="Aptos Narrow" panose="020B0004020202020204" pitchFamily="34" charset="0"/>
                <a:ea typeface="Arial" pitchFamily="34" charset="-122"/>
                <a:cs typeface="Arial" pitchFamily="34" charset="-120"/>
              </a:rPr>
              <a:t> 31 </a:t>
            </a:r>
            <a:r>
              <a:rPr lang="en-US" sz="930" b="1" err="1">
                <a:solidFill>
                  <a:srgbClr val="1E2B38"/>
                </a:solidFill>
                <a:latin typeface="Aptos Narrow" panose="020B0004020202020204" pitchFamily="34" charset="0"/>
                <a:ea typeface="Arial" pitchFamily="34" charset="-122"/>
                <a:cs typeface="Arial" pitchFamily="34" charset="-120"/>
              </a:rPr>
              <a:t>tháng</a:t>
            </a:r>
            <a:r>
              <a:rPr lang="en-US" sz="930" b="1">
                <a:solidFill>
                  <a:srgbClr val="1E2B38"/>
                </a:solidFill>
                <a:latin typeface="Aptos Narrow" panose="020B0004020202020204" pitchFamily="34" charset="0"/>
                <a:ea typeface="Arial" pitchFamily="34" charset="-122"/>
                <a:cs typeface="Arial" pitchFamily="34" charset="-120"/>
              </a:rPr>
              <a:t> 01 </a:t>
            </a:r>
            <a:r>
              <a:rPr lang="en-US" sz="930" b="1" err="1">
                <a:solidFill>
                  <a:srgbClr val="1E2B38"/>
                </a:solidFill>
                <a:latin typeface="Aptos Narrow" panose="020B0004020202020204" pitchFamily="34" charset="0"/>
                <a:ea typeface="Arial" pitchFamily="34" charset="-122"/>
                <a:cs typeface="Arial" pitchFamily="34" charset="-120"/>
              </a:rPr>
              <a:t>năm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tiếp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theo</a:t>
            </a:r>
            <a:r>
              <a:rPr lang="en-US" sz="930" b="1">
                <a:solidFill>
                  <a:srgbClr val="1E2B38"/>
                </a:solidFill>
                <a:latin typeface="Aptos Narrow" panose="020B0004020202020204" pitchFamily="34" charset="0"/>
                <a:ea typeface="Arial" pitchFamily="34" charset="-122"/>
                <a:cs typeface="Arial" pitchFamily="34" charset="-120"/>
              </a:rPr>
              <a:t> (Điều 25).</a:t>
            </a:r>
            <a:endParaRPr lang="en-US" sz="930">
              <a:latin typeface="Aptos Narrow" panose="020B0004020202020204" pitchFamily="34" charset="0"/>
            </a:endParaRPr>
          </a:p>
          <a:p>
            <a:pPr marL="0" indent="0">
              <a:lnSpc>
                <a:spcPct val="98000"/>
              </a:lnSpc>
              <a:buNone/>
            </a:pPr>
            <a:r>
              <a:rPr lang="en-US" sz="850" err="1">
                <a:solidFill>
                  <a:srgbClr val="5B6B79"/>
                </a:solidFill>
                <a:latin typeface="Aptos Narrow" panose="020B0004020202020204" pitchFamily="34" charset="0"/>
                <a:ea typeface="NanumGothic" pitchFamily="34" charset="-122"/>
                <a:cs typeface="NanumGothic" pitchFamily="34" charset="-120"/>
              </a:rPr>
              <a:t>온라인</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서비스</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제공활동</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연간보고서</a:t>
            </a:r>
            <a:r>
              <a:rPr lang="en-US" sz="850">
                <a:solidFill>
                  <a:srgbClr val="5B6B79"/>
                </a:solidFill>
                <a:latin typeface="Aptos Narrow" panose="020B0004020202020204" pitchFamily="34" charset="0"/>
                <a:ea typeface="NanumGothic" pitchFamily="34" charset="-122"/>
                <a:cs typeface="NanumGothic" pitchFamily="34" charset="-120"/>
              </a:rPr>
              <a:t>(</a:t>
            </a:r>
            <a:r>
              <a:rPr lang="en-US" sz="850" err="1">
                <a:solidFill>
                  <a:srgbClr val="5B6B79"/>
                </a:solidFill>
                <a:latin typeface="Aptos Narrow" panose="020B0004020202020204" pitchFamily="34" charset="0"/>
                <a:ea typeface="NanumGothic" pitchFamily="34" charset="-122"/>
                <a:cs typeface="NanumGothic" pitchFamily="34" charset="-120"/>
              </a:rPr>
              <a:t>정기</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사이버보안</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점검·평가</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보고서</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첨부</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익년</a:t>
            </a:r>
            <a:r>
              <a:rPr lang="en-US" sz="850">
                <a:solidFill>
                  <a:srgbClr val="5B6B79"/>
                </a:solidFill>
                <a:latin typeface="Aptos Narrow" panose="020B0004020202020204" pitchFamily="34" charset="0"/>
                <a:ea typeface="NanumGothic" pitchFamily="34" charset="-122"/>
                <a:cs typeface="NanumGothic" pitchFamily="34" charset="-120"/>
              </a:rPr>
              <a:t> 1월 31일까지(제25조).</a:t>
            </a:r>
            <a:endParaRPr lang="en-US" sz="930">
              <a:latin typeface="Aptos Narrow" panose="020B0004020202020204" pitchFamily="34" charset="0"/>
            </a:endParaRPr>
          </a:p>
        </p:txBody>
      </p:sp>
      <p:sp>
        <p:nvSpPr>
          <p:cNvPr id="17" name="Shape 15"/>
          <p:cNvSpPr/>
          <p:nvPr/>
        </p:nvSpPr>
        <p:spPr>
          <a:xfrm>
            <a:off x="644652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9" name="Shape 17"/>
          <p:cNvSpPr/>
          <p:nvPr/>
        </p:nvSpPr>
        <p:spPr>
          <a:xfrm>
            <a:off x="717804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0" name="Shape 18"/>
          <p:cNvSpPr/>
          <p:nvPr/>
        </p:nvSpPr>
        <p:spPr>
          <a:xfrm>
            <a:off x="744321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1" name="Shape 19"/>
          <p:cNvSpPr/>
          <p:nvPr/>
        </p:nvSpPr>
        <p:spPr>
          <a:xfrm>
            <a:off x="7909560" y="204825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2" name="Shape 20"/>
          <p:cNvSpPr/>
          <p:nvPr/>
        </p:nvSpPr>
        <p:spPr>
          <a:xfrm>
            <a:off x="8174736" y="237835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861365"/>
          </a:xfrm>
          <a:prstGeom prst="rect">
            <a:avLst/>
          </a:prstGeom>
          <a:solidFill>
            <a:srgbClr val="FFFFFF"/>
          </a:solidFill>
          <a:ln w="6350">
            <a:solidFill>
              <a:srgbClr val="E2E8ED"/>
            </a:solidFill>
            <a:prstDash val="solid"/>
          </a:ln>
        </p:spPr>
        <p:txBody>
          <a:bodyPr/>
          <a:lstStyle/>
          <a:p>
            <a:r>
              <a:rPr lang="en-US" sz="740" err="1">
                <a:solidFill>
                  <a:srgbClr val="FF0000"/>
                </a:solidFill>
                <a:latin typeface="Aptos Narrow" panose="020B0004020202020204" pitchFamily="34" charset="0"/>
              </a:rPr>
              <a:t>Mẫu</a:t>
            </a:r>
            <a:r>
              <a:rPr lang="en-US" sz="740">
                <a:solidFill>
                  <a:srgbClr val="FF0000"/>
                </a:solidFill>
                <a:latin typeface="Aptos Narrow" panose="020B0004020202020204" pitchFamily="34" charset="0"/>
              </a:rPr>
              <a:t> </a:t>
            </a:r>
            <a:r>
              <a:rPr lang="en-US" sz="740" err="1">
                <a:solidFill>
                  <a:srgbClr val="FF0000"/>
                </a:solidFill>
                <a:latin typeface="Aptos Narrow" panose="020B0004020202020204" pitchFamily="34" charset="0"/>
              </a:rPr>
              <a:t>phụ</a:t>
            </a:r>
            <a:r>
              <a:rPr lang="en-US" sz="740">
                <a:solidFill>
                  <a:srgbClr val="FF0000"/>
                </a:solidFill>
                <a:latin typeface="Aptos Narrow" panose="020B0004020202020204" pitchFamily="34" charset="0"/>
              </a:rPr>
              <a:t> </a:t>
            </a:r>
            <a:r>
              <a:rPr lang="en-US" sz="740" err="1">
                <a:solidFill>
                  <a:srgbClr val="FF0000"/>
                </a:solidFill>
                <a:latin typeface="Aptos Narrow" panose="020B0004020202020204" pitchFamily="34" charset="0"/>
              </a:rPr>
              <a:t>lục</a:t>
            </a:r>
            <a:r>
              <a:rPr lang="en-US" sz="740">
                <a:solidFill>
                  <a:srgbClr val="FF0000"/>
                </a:solidFill>
                <a:latin typeface="Aptos Narrow" panose="020B0004020202020204" pitchFamily="34" charset="0"/>
              </a:rPr>
              <a:t> II</a:t>
            </a:r>
          </a:p>
        </p:txBody>
      </p:sp>
      <p:sp>
        <p:nvSpPr>
          <p:cNvPr id="24" name="Shape 22"/>
          <p:cNvSpPr/>
          <p:nvPr/>
        </p:nvSpPr>
        <p:spPr>
          <a:xfrm>
            <a:off x="457200" y="2909621"/>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5" name="Text 23"/>
          <p:cNvSpPr/>
          <p:nvPr/>
        </p:nvSpPr>
        <p:spPr>
          <a:xfrm>
            <a:off x="603504" y="2909621"/>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Báo cáo kèm tài liệu liên quan khi nâng cấp, thay đổi hệ thống GDTT (thay đổi core hệ thống, người quản lý hệ thống, địa điểm đặt hệ thống, địa chỉ website/tên phần mềm): 07 ngày làm việc sau khi CTCK thực hiện thay đổi (Điều 25).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온라인거래 시스템 업그레이드·변경(코어, 시스템 관리자, 설치 장소, 웹주소/SW명 변경) 시 관련 문서 첨부 보고: 변경 후 7영업일 이내(제25조).</a:t>
            </a:r>
            <a:endParaRPr lang="en-US" sz="930">
              <a:latin typeface="Aptos Narrow" panose="020B0004020202020204" pitchFamily="34" charset="0"/>
            </a:endParaRPr>
          </a:p>
        </p:txBody>
      </p:sp>
      <p:sp>
        <p:nvSpPr>
          <p:cNvPr id="28" name="Shape 26"/>
          <p:cNvSpPr/>
          <p:nvPr/>
        </p:nvSpPr>
        <p:spPr>
          <a:xfrm>
            <a:off x="717804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9" name="Shape 27"/>
          <p:cNvSpPr/>
          <p:nvPr/>
        </p:nvSpPr>
        <p:spPr>
          <a:xfrm>
            <a:off x="744321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0" name="Shape 28"/>
          <p:cNvSpPr/>
          <p:nvPr/>
        </p:nvSpPr>
        <p:spPr>
          <a:xfrm>
            <a:off x="7909560" y="2909621"/>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8174736" y="323971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2" name="Shape 30"/>
          <p:cNvSpPr/>
          <p:nvPr/>
        </p:nvSpPr>
        <p:spPr>
          <a:xfrm>
            <a:off x="8641080" y="2909621"/>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3" name="Shape 31"/>
          <p:cNvSpPr/>
          <p:nvPr/>
        </p:nvSpPr>
        <p:spPr>
          <a:xfrm>
            <a:off x="457200" y="3770986"/>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603504" y="3770986"/>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Báo cáo UBCKNN về việc triển khai API: tối thiểu 07 ngày làm việc trước khi thực hiện (Điều 25).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API 도입에 관한 UBCKNN 보고: 시행 최소 7영업일 전(제25조).</a:t>
            </a:r>
            <a:endParaRPr lang="en-US" sz="930">
              <a:latin typeface="Aptos Narrow" panose="020B0004020202020204" pitchFamily="34" charset="0"/>
            </a:endParaRPr>
          </a:p>
        </p:txBody>
      </p:sp>
      <p:sp>
        <p:nvSpPr>
          <p:cNvPr id="35" name="Shape 33"/>
          <p:cNvSpPr/>
          <p:nvPr/>
        </p:nvSpPr>
        <p:spPr>
          <a:xfrm>
            <a:off x="644652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7" name="Shape 35"/>
          <p:cNvSpPr/>
          <p:nvPr/>
        </p:nvSpPr>
        <p:spPr>
          <a:xfrm>
            <a:off x="717804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38" name="Shape 36"/>
          <p:cNvSpPr/>
          <p:nvPr/>
        </p:nvSpPr>
        <p:spPr>
          <a:xfrm>
            <a:off x="744321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9" name="Shape 37"/>
          <p:cNvSpPr/>
          <p:nvPr/>
        </p:nvSpPr>
        <p:spPr>
          <a:xfrm>
            <a:off x="7909560" y="3770986"/>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40" name="Shape 38"/>
          <p:cNvSpPr/>
          <p:nvPr/>
        </p:nvSpPr>
        <p:spPr>
          <a:xfrm>
            <a:off x="8174736" y="410108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1" name="Shape 39"/>
          <p:cNvSpPr/>
          <p:nvPr/>
        </p:nvSpPr>
        <p:spPr>
          <a:xfrm>
            <a:off x="8641080" y="3770986"/>
            <a:ext cx="3090672" cy="1082039"/>
          </a:xfrm>
          <a:prstGeom prst="rect">
            <a:avLst/>
          </a:prstGeom>
          <a:solidFill>
            <a:srgbClr val="FFFFFF"/>
          </a:solidFill>
          <a:ln w="6350">
            <a:solidFill>
              <a:srgbClr val="E2E8ED"/>
            </a:solidFill>
            <a:prstDash val="solid"/>
          </a:ln>
        </p:spPr>
        <p:txBody>
          <a:bodyPr/>
          <a:lstStyle/>
          <a:p>
            <a:r>
              <a:rPr lang="en-US" sz="1100" err="1">
                <a:latin typeface="Aptos Narrow" panose="020B0004020202020204" pitchFamily="34" charset="0"/>
              </a:rPr>
              <a:t>Hiện</a:t>
            </a:r>
            <a:r>
              <a:rPr lang="en-US" sz="1100">
                <a:latin typeface="Aptos Narrow" panose="020B0004020202020204" pitchFamily="34" charset="0"/>
              </a:rPr>
              <a:t> </a:t>
            </a:r>
            <a:r>
              <a:rPr lang="en-US" sz="1100" err="1">
                <a:latin typeface="Aptos Narrow" panose="020B0004020202020204" pitchFamily="34" charset="0"/>
              </a:rPr>
              <a:t>tại</a:t>
            </a:r>
            <a:r>
              <a:rPr lang="en-US" sz="1100">
                <a:latin typeface="Aptos Narrow" panose="020B0004020202020204" pitchFamily="34" charset="0"/>
              </a:rPr>
              <a:t> NHSV </a:t>
            </a:r>
            <a:r>
              <a:rPr lang="en-US" sz="1100" err="1">
                <a:latin typeface="Aptos Narrow" panose="020B0004020202020204" pitchFamily="34" charset="0"/>
              </a:rPr>
              <a:t>đã</a:t>
            </a:r>
            <a:r>
              <a:rPr lang="en-US" sz="1100">
                <a:latin typeface="Aptos Narrow" panose="020B0004020202020204" pitchFamily="34" charset="0"/>
              </a:rPr>
              <a:t> </a:t>
            </a:r>
            <a:r>
              <a:rPr lang="en-US" sz="1100" err="1">
                <a:latin typeface="Aptos Narrow" panose="020B0004020202020204" pitchFamily="34" charset="0"/>
              </a:rPr>
              <a:t>cung</a:t>
            </a:r>
            <a:r>
              <a:rPr lang="en-US" sz="1100">
                <a:latin typeface="Aptos Narrow" panose="020B0004020202020204" pitchFamily="34" charset="0"/>
              </a:rPr>
              <a:t> </a:t>
            </a:r>
            <a:r>
              <a:rPr lang="en-US" sz="1100" err="1">
                <a:latin typeface="Aptos Narrow" panose="020B0004020202020204" pitchFamily="34" charset="0"/>
              </a:rPr>
              <a:t>cấp</a:t>
            </a:r>
            <a:r>
              <a:rPr lang="en-US" sz="1100">
                <a:latin typeface="Aptos Narrow" panose="020B0004020202020204" pitchFamily="34" charset="0"/>
              </a:rPr>
              <a:t> API </a:t>
            </a:r>
            <a:r>
              <a:rPr lang="en-US" sz="1100" err="1">
                <a:latin typeface="Aptos Narrow" panose="020B0004020202020204" pitchFamily="34" charset="0"/>
              </a:rPr>
              <a:t>cho</a:t>
            </a:r>
            <a:r>
              <a:rPr lang="en-US" sz="1100">
                <a:latin typeface="Aptos Narrow" panose="020B0004020202020204" pitchFamily="34" charset="0"/>
              </a:rPr>
              <a:t> </a:t>
            </a:r>
            <a:r>
              <a:rPr lang="en-US" sz="1100" err="1">
                <a:latin typeface="Aptos Narrow" panose="020B0004020202020204" pitchFamily="34" charset="0"/>
              </a:rPr>
              <a:t>đối</a:t>
            </a:r>
            <a:r>
              <a:rPr lang="en-US" sz="1100">
                <a:latin typeface="Aptos Narrow" panose="020B0004020202020204" pitchFamily="34" charset="0"/>
              </a:rPr>
              <a:t> </a:t>
            </a:r>
            <a:r>
              <a:rPr lang="en-US" sz="1100" err="1">
                <a:latin typeface="Aptos Narrow" panose="020B0004020202020204" pitchFamily="34" charset="0"/>
              </a:rPr>
              <a:t>tác</a:t>
            </a:r>
            <a:r>
              <a:rPr lang="en-US" sz="1100">
                <a:latin typeface="Aptos Narrow" panose="020B0004020202020204" pitchFamily="34" charset="0"/>
              </a:rPr>
              <a:t> Stag, </a:t>
            </a:r>
            <a:r>
              <a:rPr lang="en-US" sz="1100" err="1">
                <a:latin typeface="Aptos Narrow" panose="020B0004020202020204" pitchFamily="34" charset="0"/>
              </a:rPr>
              <a:t>và</a:t>
            </a:r>
            <a:r>
              <a:rPr lang="en-US" sz="1100">
                <a:latin typeface="Aptos Narrow" panose="020B0004020202020204" pitchFamily="34" charset="0"/>
              </a:rPr>
              <a:t> </a:t>
            </a:r>
            <a:r>
              <a:rPr lang="en-US" sz="1100" err="1">
                <a:latin typeface="Aptos Narrow" panose="020B0004020202020204" pitchFamily="34" charset="0"/>
              </a:rPr>
              <a:t>đã</a:t>
            </a:r>
            <a:r>
              <a:rPr lang="en-US" sz="1100">
                <a:latin typeface="Aptos Narrow" panose="020B0004020202020204" pitchFamily="34" charset="0"/>
              </a:rPr>
              <a:t> </a:t>
            </a:r>
            <a:r>
              <a:rPr lang="en-US" sz="1100" err="1">
                <a:latin typeface="Aptos Narrow" panose="020B0004020202020204" pitchFamily="34" charset="0"/>
              </a:rPr>
              <a:t>có</a:t>
            </a:r>
            <a:r>
              <a:rPr lang="en-US" sz="1100">
                <a:latin typeface="Aptos Narrow" panose="020B0004020202020204" pitchFamily="34" charset="0"/>
              </a:rPr>
              <a:t> </a:t>
            </a:r>
            <a:r>
              <a:rPr lang="en-US" sz="1100" err="1">
                <a:latin typeface="Aptos Narrow" panose="020B0004020202020204" pitchFamily="34" charset="0"/>
              </a:rPr>
              <a:t>báo</a:t>
            </a:r>
            <a:r>
              <a:rPr lang="en-US" sz="1100">
                <a:latin typeface="Aptos Narrow" panose="020B0004020202020204" pitchFamily="34" charset="0"/>
              </a:rPr>
              <a:t> </a:t>
            </a:r>
            <a:r>
              <a:rPr lang="en-US" sz="1100" err="1">
                <a:latin typeface="Aptos Narrow" panose="020B0004020202020204" pitchFamily="34" charset="0"/>
              </a:rPr>
              <a:t>cáo</a:t>
            </a:r>
            <a:r>
              <a:rPr lang="en-US" sz="1100">
                <a:latin typeface="Aptos Narrow" panose="020B0004020202020204" pitchFamily="34" charset="0"/>
              </a:rPr>
              <a:t> </a:t>
            </a:r>
            <a:r>
              <a:rPr lang="vi-VN" sz="1100">
                <a:latin typeface="Aptos Narrow" panose="020B0004020202020204" pitchFamily="34" charset="0"/>
              </a:rPr>
              <a:t>Phụ lục số 03. Báo cáo thiết kế hệ thống giao dịch chứng khoán trực tuyến</a:t>
            </a:r>
            <a:r>
              <a:rPr lang="en-US" sz="1100">
                <a:latin typeface="Aptos Narrow" panose="020B0004020202020204" pitchFamily="34" charset="0"/>
              </a:rPr>
              <a:t> </a:t>
            </a:r>
            <a:r>
              <a:rPr lang="en-US" sz="1100" err="1">
                <a:latin typeface="Aptos Narrow" panose="020B0004020202020204" pitchFamily="34" charset="0"/>
              </a:rPr>
              <a:t>chứng</a:t>
            </a:r>
            <a:r>
              <a:rPr lang="en-US" sz="1100">
                <a:latin typeface="Aptos Narrow" panose="020B0004020202020204" pitchFamily="34" charset="0"/>
              </a:rPr>
              <a:t> </a:t>
            </a:r>
            <a:r>
              <a:rPr lang="en-US" sz="1100" err="1">
                <a:latin typeface="Aptos Narrow" panose="020B0004020202020204" pitchFamily="34" charset="0"/>
              </a:rPr>
              <a:t>chỉ</a:t>
            </a:r>
            <a:r>
              <a:rPr lang="en-US" sz="1100">
                <a:latin typeface="Aptos Narrow" panose="020B0004020202020204" pitchFamily="34" charset="0"/>
              </a:rPr>
              <a:t> </a:t>
            </a:r>
            <a:r>
              <a:rPr lang="en-US" sz="1100" err="1">
                <a:latin typeface="Aptos Narrow" panose="020B0004020202020204" pitchFamily="34" charset="0"/>
              </a:rPr>
              <a:t>Quỹ</a:t>
            </a:r>
            <a:endParaRPr lang="en-US" sz="1100">
              <a:latin typeface="Aptos Narrow" panose="020B0004020202020204" pitchFamily="34" charset="0"/>
            </a:endParaRPr>
          </a:p>
          <a:p>
            <a:endParaRPr lang="en-US">
              <a:latin typeface="Aptos Narrow" panose="020B0004020202020204" pitchFamily="34" charset="0"/>
            </a:endParaRPr>
          </a:p>
        </p:txBody>
      </p:sp>
      <p:sp>
        <p:nvSpPr>
          <p:cNvPr id="42" name="Shape 40"/>
          <p:cNvSpPr/>
          <p:nvPr/>
        </p:nvSpPr>
        <p:spPr>
          <a:xfrm>
            <a:off x="457200" y="4632350"/>
            <a:ext cx="59893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3" name="Text 41"/>
          <p:cNvSpPr/>
          <p:nvPr/>
        </p:nvSpPr>
        <p:spPr>
          <a:xfrm>
            <a:off x="603504" y="4632350"/>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Báo </a:t>
            </a:r>
            <a:r>
              <a:rPr lang="en-US" sz="930" b="1" err="1">
                <a:solidFill>
                  <a:srgbClr val="1E2B38"/>
                </a:solidFill>
                <a:latin typeface="Aptos Narrow" panose="020B0004020202020204" pitchFamily="34" charset="0"/>
                <a:ea typeface="Arial" pitchFamily="34" charset="-122"/>
                <a:cs typeface="Arial" pitchFamily="34" charset="-120"/>
              </a:rPr>
              <a:t>cáo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trong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thời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hạn</a:t>
            </a:r>
            <a:r>
              <a:rPr lang="en-US" sz="930" b="1">
                <a:solidFill>
                  <a:srgbClr val="1E2B38"/>
                </a:solidFill>
                <a:latin typeface="Aptos Narrow" panose="020B0004020202020204" pitchFamily="34" charset="0"/>
                <a:ea typeface="Arial" pitchFamily="34" charset="-122"/>
                <a:cs typeface="Arial" pitchFamily="34" charset="-120"/>
              </a:rPr>
              <a:t> 24 </a:t>
            </a:r>
            <a:r>
              <a:rPr lang="en-US" sz="930" b="1" err="1">
                <a:solidFill>
                  <a:srgbClr val="1E2B38"/>
                </a:solidFill>
                <a:latin typeface="Aptos Narrow" panose="020B0004020202020204" pitchFamily="34" charset="0"/>
                <a:ea typeface="Arial" pitchFamily="34" charset="-122"/>
                <a:cs typeface="Arial" pitchFamily="34" charset="-120"/>
              </a:rPr>
              <a:t>giờ</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kể</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từ</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khi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xảy</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ra</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các</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sự</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cố</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nghiêm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trọng</a:t>
            </a:r>
            <a:r>
              <a:rPr lang="en-US" sz="930" b="1">
                <a:solidFill>
                  <a:srgbClr val="1E2B38"/>
                </a:solidFill>
                <a:latin typeface="Aptos Narrow" panose="020B0004020202020204" pitchFamily="34" charset="0"/>
                <a:ea typeface="Arial" pitchFamily="34" charset="-122"/>
                <a:cs typeface="Arial" pitchFamily="34" charset="-120"/>
              </a:rPr>
              <a:t>. Trường </a:t>
            </a:r>
            <a:r>
              <a:rPr lang="en-US" sz="930" b="1" err="1">
                <a:solidFill>
                  <a:srgbClr val="1E2B38"/>
                </a:solidFill>
                <a:latin typeface="Aptos Narrow" panose="020B0004020202020204" pitchFamily="34" charset="0"/>
                <a:ea typeface="Arial" pitchFamily="34" charset="-122"/>
                <a:cs typeface="Arial" pitchFamily="34" charset="-120"/>
              </a:rPr>
              <a:t>hợp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sự</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cố</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nghiêm</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trọng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về</a:t>
            </a:r>
            <a:r>
              <a:rPr lang="en-US" sz="930" b="1">
                <a:solidFill>
                  <a:srgbClr val="1E2B38"/>
                </a:solidFill>
                <a:latin typeface="Aptos Narrow" panose="020B0004020202020204" pitchFamily="34" charset="0"/>
                <a:ea typeface="Arial" pitchFamily="34" charset="-122"/>
                <a:cs typeface="Arial" pitchFamily="34" charset="-120"/>
              </a:rPr>
              <a:t> ANM </a:t>
            </a:r>
            <a:r>
              <a:rPr lang="en-US" sz="930" b="1" err="1">
                <a:solidFill>
                  <a:srgbClr val="1E2B38"/>
                </a:solidFill>
                <a:latin typeface="Aptos Narrow" panose="020B0004020202020204" pitchFamily="34" charset="0"/>
                <a:ea typeface="Arial" pitchFamily="34" charset="-122"/>
                <a:cs typeface="Arial" pitchFamily="34" charset="-120"/>
              </a:rPr>
              <a:t>vượt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ngoài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khả</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năng</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xử</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lý</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kịp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thời</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báo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cáo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cơ</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quan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chuyên</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trách</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theo</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pháp</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luật</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về</a:t>
            </a:r>
            <a:r>
              <a:rPr lang="en-US" sz="930" b="1">
                <a:solidFill>
                  <a:srgbClr val="1E2B38"/>
                </a:solidFill>
                <a:latin typeface="Aptos Narrow" panose="020B0004020202020204" pitchFamily="34" charset="0"/>
                <a:ea typeface="Arial" pitchFamily="34" charset="-122"/>
                <a:cs typeface="Arial" pitchFamily="34" charset="-120"/>
              </a:rPr>
              <a:t> an </a:t>
            </a:r>
            <a:r>
              <a:rPr lang="en-US" sz="930" b="1" err="1">
                <a:solidFill>
                  <a:srgbClr val="1E2B38"/>
                </a:solidFill>
                <a:latin typeface="Aptos Narrow" panose="020B0004020202020204" pitchFamily="34" charset="0"/>
                <a:ea typeface="Arial" pitchFamily="34" charset="-122"/>
                <a:cs typeface="Arial" pitchFamily="34" charset="-120"/>
              </a:rPr>
              <a:t>ninh</a:t>
            </a:r>
            <a:r>
              <a:rPr lang="en-US" sz="930" b="1">
                <a:solidFill>
                  <a:srgbClr val="1E2B38"/>
                </a:solidFill>
                <a:latin typeface="Aptos Narrow" panose="020B0004020202020204" pitchFamily="34" charset="0"/>
                <a:ea typeface="Arial" pitchFamily="34" charset="-122"/>
                <a:cs typeface="Arial" pitchFamily="34" charset="-120"/>
              </a:rPr>
              <a:t> </a:t>
            </a:r>
            <a:r>
              <a:rPr lang="en-US" sz="930" b="1" err="1">
                <a:solidFill>
                  <a:srgbClr val="1E2B38"/>
                </a:solidFill>
                <a:latin typeface="Aptos Narrow" panose="020B0004020202020204" pitchFamily="34" charset="0"/>
                <a:ea typeface="Arial" pitchFamily="34" charset="-122"/>
                <a:cs typeface="Arial" pitchFamily="34" charset="-120"/>
              </a:rPr>
              <a:t>mạng</a:t>
            </a:r>
            <a:r>
              <a:rPr lang="en-US" sz="930" b="1">
                <a:solidFill>
                  <a:srgbClr val="1E2B38"/>
                </a:solidFill>
                <a:latin typeface="Aptos Narrow" panose="020B0004020202020204" pitchFamily="34" charset="0"/>
                <a:ea typeface="Arial" pitchFamily="34" charset="-122"/>
                <a:cs typeface="Arial" pitchFamily="34" charset="-120"/>
              </a:rPr>
              <a:t> (Điều 25).</a:t>
            </a:r>
            <a:endParaRPr lang="en-US" sz="930">
              <a:latin typeface="Aptos Narrow" panose="020B0004020202020204" pitchFamily="34" charset="0"/>
            </a:endParaRPr>
          </a:p>
          <a:p>
            <a:pPr marL="0" indent="0">
              <a:lnSpc>
                <a:spcPct val="98000"/>
              </a:lnSpc>
              <a:buNone/>
            </a:pPr>
            <a:r>
              <a:rPr lang="en-US" sz="850" err="1">
                <a:solidFill>
                  <a:srgbClr val="5B6B79"/>
                </a:solidFill>
                <a:latin typeface="Aptos Narrow" panose="020B0004020202020204" pitchFamily="34" charset="0"/>
                <a:ea typeface="NanumGothic" pitchFamily="34" charset="-122"/>
                <a:cs typeface="NanumGothic" pitchFamily="34" charset="-120"/>
              </a:rPr>
              <a:t>중대사고</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발생</a:t>
            </a:r>
            <a:r>
              <a:rPr lang="en-US" sz="850">
                <a:solidFill>
                  <a:srgbClr val="5B6B79"/>
                </a:solidFill>
                <a:latin typeface="Aptos Narrow" panose="020B0004020202020204" pitchFamily="34" charset="0"/>
                <a:ea typeface="NanumGothic" pitchFamily="34" charset="-122"/>
                <a:cs typeface="NanumGothic" pitchFamily="34" charset="-120"/>
              </a:rPr>
              <a:t> 시 24시간 </a:t>
            </a:r>
            <a:r>
              <a:rPr lang="en-US" sz="850" err="1">
                <a:solidFill>
                  <a:srgbClr val="5B6B79"/>
                </a:solidFill>
                <a:latin typeface="Aptos Narrow" panose="020B0004020202020204" pitchFamily="34" charset="0"/>
                <a:ea typeface="NanumGothic" pitchFamily="34" charset="-122"/>
                <a:cs typeface="NanumGothic" pitchFamily="34" charset="-120"/>
              </a:rPr>
              <a:t>이내</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보고</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처리</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능력을</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초과하는</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중대</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사이버보안</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사고</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사이버보안</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법령에</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따라</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전담기관에</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즉시</a:t>
            </a:r>
            <a:r>
              <a:rPr lang="en-US" sz="850">
                <a:solidFill>
                  <a:srgbClr val="5B6B79"/>
                </a:solidFill>
                <a:latin typeface="Aptos Narrow" panose="020B0004020202020204" pitchFamily="34" charset="0"/>
                <a:ea typeface="NanumGothic" pitchFamily="34" charset="-122"/>
                <a:cs typeface="NanumGothic" pitchFamily="34" charset="-120"/>
              </a:rPr>
              <a:t> </a:t>
            </a:r>
            <a:r>
              <a:rPr lang="en-US" sz="850" err="1">
                <a:solidFill>
                  <a:srgbClr val="5B6B79"/>
                </a:solidFill>
                <a:latin typeface="Aptos Narrow" panose="020B0004020202020204" pitchFamily="34" charset="0"/>
                <a:ea typeface="NanumGothic" pitchFamily="34" charset="-122"/>
                <a:cs typeface="NanumGothic" pitchFamily="34" charset="-120"/>
              </a:rPr>
              <a:t>보고</a:t>
            </a:r>
            <a:r>
              <a:rPr lang="en-US" sz="850">
                <a:solidFill>
                  <a:srgbClr val="5B6B79"/>
                </a:solidFill>
                <a:latin typeface="Aptos Narrow" panose="020B0004020202020204" pitchFamily="34" charset="0"/>
                <a:ea typeface="NanumGothic" pitchFamily="34" charset="-122"/>
                <a:cs typeface="NanumGothic" pitchFamily="34" charset="-120"/>
              </a:rPr>
              <a:t>(제25조).</a:t>
            </a:r>
            <a:endParaRPr lang="en-US" sz="930">
              <a:latin typeface="Aptos Narrow" panose="020B0004020202020204" pitchFamily="34" charset="0"/>
            </a:endParaRPr>
          </a:p>
        </p:txBody>
      </p:sp>
      <p:sp>
        <p:nvSpPr>
          <p:cNvPr id="44" name="Shape 42"/>
          <p:cNvSpPr/>
          <p:nvPr/>
        </p:nvSpPr>
        <p:spPr>
          <a:xfrm>
            <a:off x="644652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5" name="Shape 43"/>
          <p:cNvSpPr/>
          <p:nvPr/>
        </p:nvSpPr>
        <p:spPr>
          <a:xfrm>
            <a:off x="671169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6" name="Shape 44"/>
          <p:cNvSpPr/>
          <p:nvPr/>
        </p:nvSpPr>
        <p:spPr>
          <a:xfrm>
            <a:off x="7178040" y="4632350"/>
            <a:ext cx="731520"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47" name="Shape 45"/>
          <p:cNvSpPr/>
          <p:nvPr/>
        </p:nvSpPr>
        <p:spPr>
          <a:xfrm>
            <a:off x="7443216" y="4962449"/>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0" name="Shape 48"/>
          <p:cNvSpPr/>
          <p:nvPr/>
        </p:nvSpPr>
        <p:spPr>
          <a:xfrm>
            <a:off x="8641080" y="4632350"/>
            <a:ext cx="3090672" cy="861365"/>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51" name="Shape 49"/>
          <p:cNvSpPr/>
          <p:nvPr/>
        </p:nvSpPr>
        <p:spPr>
          <a:xfrm>
            <a:off x="457200" y="5493715"/>
            <a:ext cx="59893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2" name="Text 50"/>
          <p:cNvSpPr/>
          <p:nvPr/>
        </p:nvSpPr>
        <p:spPr>
          <a:xfrm>
            <a:off x="603504" y="5493715"/>
            <a:ext cx="5733288" cy="861365"/>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Đại lý phân phối CCQ: báo cáo UBCKNN tối thiểu 05 ngày làm việc trước ngày triển khai hệ thống GDTT cho khách hàng; báo cáo năm về hoạt động cung cấp dịch vụ trực tuyến chậm nhất ngày 31 tháng 01 năm tiếp theo (Điều 25).</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펀드 판매대리점: 고객 대상 온라인거래 시스템 시행 최소 5영업일 전 UBCKNN 보고; 온라인 서비스 연간보고서 익년 1월 31일까지(제25조).</a:t>
            </a:r>
            <a:endParaRPr lang="en-US" sz="930">
              <a:latin typeface="Aptos Narrow" panose="020B0004020202020204" pitchFamily="34" charset="0"/>
            </a:endParaRPr>
          </a:p>
        </p:txBody>
      </p:sp>
      <p:sp>
        <p:nvSpPr>
          <p:cNvPr id="53" name="Shape 51"/>
          <p:cNvSpPr/>
          <p:nvPr/>
        </p:nvSpPr>
        <p:spPr>
          <a:xfrm>
            <a:off x="644652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5" name="Shape 53"/>
          <p:cNvSpPr/>
          <p:nvPr/>
        </p:nvSpPr>
        <p:spPr>
          <a:xfrm>
            <a:off x="717804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6" name="Shape 54"/>
          <p:cNvSpPr/>
          <p:nvPr/>
        </p:nvSpPr>
        <p:spPr>
          <a:xfrm>
            <a:off x="744321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7" name="Shape 55"/>
          <p:cNvSpPr/>
          <p:nvPr/>
        </p:nvSpPr>
        <p:spPr>
          <a:xfrm>
            <a:off x="7909560" y="5493715"/>
            <a:ext cx="731520"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58" name="Shape 56"/>
          <p:cNvSpPr/>
          <p:nvPr/>
        </p:nvSpPr>
        <p:spPr>
          <a:xfrm>
            <a:off x="8174736" y="5823814"/>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59" name="Shape 57"/>
          <p:cNvSpPr/>
          <p:nvPr/>
        </p:nvSpPr>
        <p:spPr>
          <a:xfrm>
            <a:off x="8641080" y="5493715"/>
            <a:ext cx="3090672" cy="861365"/>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60" name="Text 58"/>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61" name="Text 59"/>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16</a:t>
            </a:r>
            <a:endParaRPr lang="en-US" sz="900">
              <a:latin typeface="Aptos Narrow" panose="020B0004020202020204" pitchFamily="34" charset="0"/>
            </a:endParaRPr>
          </a:p>
        </p:txBody>
      </p:sp>
      <p:sp>
        <p:nvSpPr>
          <p:cNvPr id="63" name="TextBox 62">
            <a:extLst>
              <a:ext uri="{FF2B5EF4-FFF2-40B4-BE49-F238E27FC236}">
                <a16:creationId xmlns:a16="http://schemas.microsoft.com/office/drawing/2014/main" id="{FAFF6EB4-3DBA-395B-3616-30D447526916}"/>
              </a:ext>
            </a:extLst>
          </p:cNvPr>
          <p:cNvSpPr txBox="1"/>
          <p:nvPr/>
        </p:nvSpPr>
        <p:spPr>
          <a:xfrm>
            <a:off x="6560820" y="2248105"/>
            <a:ext cx="640080" cy="461665"/>
          </a:xfrm>
          <a:prstGeom prst="rect">
            <a:avLst/>
          </a:prstGeom>
          <a:noFill/>
        </p:spPr>
        <p:txBody>
          <a:bodyPr wrap="square">
            <a:spAutoFit/>
          </a:bodyPr>
          <a:lstStyle/>
          <a:p>
            <a:r>
              <a:rPr lang="en-US" sz="2400"/>
              <a:t>☑</a:t>
            </a:r>
          </a:p>
        </p:txBody>
      </p:sp>
      <p:sp>
        <p:nvSpPr>
          <p:cNvPr id="64" name="TextBox 63">
            <a:extLst>
              <a:ext uri="{FF2B5EF4-FFF2-40B4-BE49-F238E27FC236}">
                <a16:creationId xmlns:a16="http://schemas.microsoft.com/office/drawing/2014/main" id="{C40811EF-00E2-9C31-8DE6-3412D1E698A1}"/>
              </a:ext>
            </a:extLst>
          </p:cNvPr>
          <p:cNvSpPr txBox="1"/>
          <p:nvPr/>
        </p:nvSpPr>
        <p:spPr>
          <a:xfrm>
            <a:off x="6537960" y="3078489"/>
            <a:ext cx="640080" cy="461665"/>
          </a:xfrm>
          <a:prstGeom prst="rect">
            <a:avLst/>
          </a:prstGeom>
          <a:noFill/>
        </p:spPr>
        <p:txBody>
          <a:bodyPr wrap="square">
            <a:spAutoFit/>
          </a:bodyPr>
          <a:lstStyle/>
          <a:p>
            <a:r>
              <a:rPr lang="en-US" sz="2400"/>
              <a:t>☑</a:t>
            </a:r>
          </a:p>
        </p:txBody>
      </p:sp>
      <p:sp>
        <p:nvSpPr>
          <p:cNvPr id="18" name="TextBox 17">
            <a:extLst>
              <a:ext uri="{FF2B5EF4-FFF2-40B4-BE49-F238E27FC236}">
                <a16:creationId xmlns:a16="http://schemas.microsoft.com/office/drawing/2014/main" id="{464898D6-C258-F4F2-922A-F4BA6DA2E3C5}"/>
              </a:ext>
            </a:extLst>
          </p:cNvPr>
          <p:cNvSpPr txBox="1"/>
          <p:nvPr/>
        </p:nvSpPr>
        <p:spPr>
          <a:xfrm>
            <a:off x="6560820" y="3999478"/>
            <a:ext cx="640080" cy="461665"/>
          </a:xfrm>
          <a:prstGeom prst="rect">
            <a:avLst/>
          </a:prstGeom>
          <a:noFill/>
        </p:spPr>
        <p:txBody>
          <a:bodyPr wrap="square">
            <a:spAutoFit/>
          </a:bodyPr>
          <a:lstStyle/>
          <a:p>
            <a:r>
              <a:rPr lang="en-US" sz="2400"/>
              <a:t>☑</a:t>
            </a:r>
          </a:p>
        </p:txBody>
      </p:sp>
      <p:sp>
        <p:nvSpPr>
          <p:cNvPr id="26" name="TextBox 25">
            <a:extLst>
              <a:ext uri="{FF2B5EF4-FFF2-40B4-BE49-F238E27FC236}">
                <a16:creationId xmlns:a16="http://schemas.microsoft.com/office/drawing/2014/main" id="{67F0082D-1B48-94CC-012A-96A4AADAD934}"/>
              </a:ext>
            </a:extLst>
          </p:cNvPr>
          <p:cNvSpPr txBox="1"/>
          <p:nvPr/>
        </p:nvSpPr>
        <p:spPr>
          <a:xfrm>
            <a:off x="8055864" y="4853026"/>
            <a:ext cx="640080" cy="461665"/>
          </a:xfrm>
          <a:prstGeom prst="rect">
            <a:avLst/>
          </a:prstGeom>
          <a:noFill/>
        </p:spPr>
        <p:txBody>
          <a:bodyPr wrap="square">
            <a:spAutoFit/>
          </a:bodyPr>
          <a:lstStyle/>
          <a:p>
            <a:r>
              <a:rPr lang="en-US" sz="2400"/>
              <a:t>☑</a:t>
            </a:r>
          </a:p>
        </p:txBody>
      </p:sp>
      <p:sp>
        <p:nvSpPr>
          <p:cNvPr id="27" name="TextBox 26">
            <a:extLst>
              <a:ext uri="{FF2B5EF4-FFF2-40B4-BE49-F238E27FC236}">
                <a16:creationId xmlns:a16="http://schemas.microsoft.com/office/drawing/2014/main" id="{933EFD6D-693A-52D2-8A98-C4308F6696B9}"/>
              </a:ext>
            </a:extLst>
          </p:cNvPr>
          <p:cNvSpPr txBox="1"/>
          <p:nvPr/>
        </p:nvSpPr>
        <p:spPr>
          <a:xfrm>
            <a:off x="6515100" y="5649163"/>
            <a:ext cx="640080" cy="461665"/>
          </a:xfrm>
          <a:prstGeom prst="rect">
            <a:avLst/>
          </a:prstGeom>
          <a:noFill/>
        </p:spPr>
        <p:txBody>
          <a:bodyPr wrap="square">
            <a:spAutoFit/>
          </a:bodyPr>
          <a:lstStyle/>
          <a:p>
            <a:r>
              <a:rPr lang="en-US" sz="240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MỤC 3 · 제3절 — ĐIỀU 26 — </a:t>
            </a:r>
            <a:r>
              <a:rPr lang="en-US" sz="1150" b="1" kern="0" spc="100">
                <a:solidFill>
                  <a:srgbClr val="0E8C8B"/>
                </a:solidFill>
                <a:latin typeface="Aptos Narrow" panose="020B0004020202020204" pitchFamily="34" charset="0"/>
                <a:ea typeface="NanumGothic" pitchFamily="34" charset="-122"/>
                <a:cs typeface="NanumGothic" pitchFamily="34" charset="-120"/>
              </a:rPr>
              <a:t>제26조</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Công bố thông tin  (tiếp theo)</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buNone/>
            </a:pPr>
            <a:r>
              <a:rPr lang="en-US" sz="1300" b="1">
                <a:solidFill>
                  <a:srgbClr val="5B6B79"/>
                </a:solidFill>
                <a:latin typeface="Aptos Narrow" panose="020B0004020202020204" pitchFamily="34" charset="0"/>
                <a:ea typeface="NanumGothic" pitchFamily="34" charset="-122"/>
                <a:cs typeface="NanumGothic" pitchFamily="34" charset="-120"/>
              </a:rPr>
              <a:t>정보 공시 (계속)</a:t>
            </a:r>
            <a:endParaRPr lang="en-US" sz="1300">
              <a:latin typeface="Aptos Narrow" panose="020B0004020202020204" pitchFamily="34" charset="0"/>
            </a:endParaRPr>
          </a:p>
        </p:txBody>
      </p:sp>
      <p:sp>
        <p:nvSpPr>
          <p:cNvPr id="5" name="Shape 3"/>
          <p:cNvSpPr/>
          <p:nvPr/>
        </p:nvSpPr>
        <p:spPr>
          <a:xfrm>
            <a:off x="457200" y="1481328"/>
            <a:ext cx="5989320" cy="566928"/>
          </a:xfrm>
          <a:prstGeom prst="rect">
            <a:avLst/>
          </a:prstGeom>
          <a:solidFill>
            <a:schemeClr val="bg2"/>
          </a:solidFill>
          <a:ln/>
        </p:spPr>
        <p:txBody>
          <a:bodyPr/>
          <a:lstStyle/>
          <a:p>
            <a:endParaRPr lang="en-US">
              <a:latin typeface="Aptos Narrow" panose="020B0004020202020204" pitchFamily="34" charset="0"/>
            </a:endParaRPr>
          </a:p>
        </p:txBody>
      </p:sp>
      <p:sp>
        <p:nvSpPr>
          <p:cNvPr id="6" name="Text 4"/>
          <p:cNvSpPr/>
          <p:nvPr/>
        </p:nvSpPr>
        <p:spPr>
          <a:xfrm>
            <a:off x="621792" y="1481328"/>
            <a:ext cx="5715000" cy="566928"/>
          </a:xfrm>
          <a:prstGeom prst="rect">
            <a:avLst/>
          </a:prstGeom>
          <a:noFill/>
          <a:ln/>
        </p:spPr>
        <p:txBody>
          <a:bodyPr wrap="square" lIns="0" tIns="0" rIns="0" bIns="0" rtlCol="0" anchor="ctr"/>
          <a:lstStyle/>
          <a:p>
            <a:pPr marL="0" indent="0" algn="l">
              <a:lnSpc>
                <a:spcPct val="95000"/>
              </a:lnSpc>
              <a:buNone/>
            </a:pPr>
            <a:r>
              <a:rPr lang="en-US" sz="1200" b="1">
                <a:latin typeface="Aptos Narrow" panose="020B0004020202020204" pitchFamily="34" charset="0"/>
                <a:ea typeface="Arial" pitchFamily="34" charset="-122"/>
                <a:cs typeface="Arial" pitchFamily="34" charset="-120"/>
              </a:rPr>
              <a:t>Yêu cầu</a:t>
            </a:r>
            <a:endParaRPr lang="en-US" sz="1200">
              <a:latin typeface="Aptos Narrow" panose="020B0004020202020204" pitchFamily="34" charset="0"/>
            </a:endParaRPr>
          </a:p>
          <a:p>
            <a:pPr marL="0" indent="0" algn="l">
              <a:lnSpc>
                <a:spcPct val="95000"/>
              </a:lnSpc>
              <a:buNone/>
            </a:pPr>
            <a:r>
              <a:rPr lang="en-US" sz="950">
                <a:latin typeface="Aptos Narrow" panose="020B0004020202020204" pitchFamily="34" charset="0"/>
                <a:ea typeface="NanumGothic" pitchFamily="34" charset="-122"/>
                <a:cs typeface="NanumGothic" pitchFamily="34" charset="-120"/>
              </a:rPr>
              <a:t>요건</a:t>
            </a:r>
            <a:endParaRPr lang="en-US" sz="1200">
              <a:latin typeface="Aptos Narrow" panose="020B0004020202020204" pitchFamily="34" charset="0"/>
            </a:endParaRPr>
          </a:p>
        </p:txBody>
      </p:sp>
      <p:sp>
        <p:nvSpPr>
          <p:cNvPr id="7" name="Shape 5"/>
          <p:cNvSpPr/>
          <p:nvPr/>
        </p:nvSpPr>
        <p:spPr>
          <a:xfrm>
            <a:off x="6446520" y="1481328"/>
            <a:ext cx="731520" cy="566928"/>
          </a:xfrm>
          <a:prstGeom prst="rect">
            <a:avLst/>
          </a:prstGeom>
          <a:solidFill>
            <a:srgbClr val="0E8C8B"/>
          </a:solidFill>
          <a:ln/>
        </p:spPr>
        <p:txBody>
          <a:bodyPr/>
          <a:lstStyle/>
          <a:p>
            <a:endParaRPr lang="en-US">
              <a:latin typeface="Aptos Narrow" panose="020B0004020202020204" pitchFamily="34" charset="0"/>
            </a:endParaRPr>
          </a:p>
        </p:txBody>
      </p:sp>
      <p:sp>
        <p:nvSpPr>
          <p:cNvPr id="8" name="Text 6"/>
          <p:cNvSpPr/>
          <p:nvPr/>
        </p:nvSpPr>
        <p:spPr>
          <a:xfrm>
            <a:off x="649224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Có</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예</a:t>
            </a:r>
            <a:endParaRPr lang="en-US" sz="1100">
              <a:latin typeface="Aptos Narrow" panose="020B0004020202020204" pitchFamily="34" charset="0"/>
            </a:endParaRPr>
          </a:p>
        </p:txBody>
      </p:sp>
      <p:sp>
        <p:nvSpPr>
          <p:cNvPr id="9" name="Shape 7"/>
          <p:cNvSpPr/>
          <p:nvPr/>
        </p:nvSpPr>
        <p:spPr>
          <a:xfrm>
            <a:off x="7178040" y="1481328"/>
            <a:ext cx="731520" cy="566928"/>
          </a:xfrm>
          <a:prstGeom prst="rect">
            <a:avLst/>
          </a:prstGeom>
          <a:solidFill>
            <a:srgbClr val="5B6B79"/>
          </a:solidFill>
          <a:ln/>
        </p:spPr>
        <p:txBody>
          <a:bodyPr/>
          <a:lstStyle/>
          <a:p>
            <a:endParaRPr lang="en-US">
              <a:latin typeface="Aptos Narrow" panose="020B0004020202020204" pitchFamily="34" charset="0"/>
            </a:endParaRPr>
          </a:p>
        </p:txBody>
      </p:sp>
      <p:sp>
        <p:nvSpPr>
          <p:cNvPr id="10" name="Text 8"/>
          <p:cNvSpPr/>
          <p:nvPr/>
        </p:nvSpPr>
        <p:spPr>
          <a:xfrm>
            <a:off x="722376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Không</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아니오</a:t>
            </a:r>
            <a:endParaRPr lang="en-US" sz="1100">
              <a:latin typeface="Aptos Narrow" panose="020B0004020202020204" pitchFamily="34" charset="0"/>
            </a:endParaRPr>
          </a:p>
        </p:txBody>
      </p:sp>
      <p:sp>
        <p:nvSpPr>
          <p:cNvPr id="11" name="Shape 9"/>
          <p:cNvSpPr/>
          <p:nvPr/>
        </p:nvSpPr>
        <p:spPr>
          <a:xfrm>
            <a:off x="7909560" y="1481328"/>
            <a:ext cx="731520" cy="566928"/>
          </a:xfrm>
          <a:prstGeom prst="rect">
            <a:avLst/>
          </a:prstGeom>
          <a:solidFill>
            <a:srgbClr val="8AA0AE"/>
          </a:solidFill>
          <a:ln/>
        </p:spPr>
        <p:txBody>
          <a:bodyPr/>
          <a:lstStyle/>
          <a:p>
            <a:endParaRPr lang="en-US">
              <a:latin typeface="Aptos Narrow" panose="020B0004020202020204" pitchFamily="34" charset="0"/>
            </a:endParaRPr>
          </a:p>
        </p:txBody>
      </p:sp>
      <p:sp>
        <p:nvSpPr>
          <p:cNvPr id="12" name="Text 10"/>
          <p:cNvSpPr/>
          <p:nvPr/>
        </p:nvSpPr>
        <p:spPr>
          <a:xfrm>
            <a:off x="7955280" y="1481328"/>
            <a:ext cx="640080"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Aptos Narrow" panose="020B0004020202020204" pitchFamily="34" charset="0"/>
                <a:ea typeface="Arial" pitchFamily="34" charset="-122"/>
                <a:cs typeface="Arial" pitchFamily="34" charset="-120"/>
              </a:rPr>
              <a:t>N/A</a:t>
            </a:r>
            <a:endParaRPr lang="en-US" sz="1100">
              <a:latin typeface="Aptos Narrow" panose="020B0004020202020204" pitchFamily="34" charset="0"/>
            </a:endParaRPr>
          </a:p>
          <a:p>
            <a:pPr marL="0" indent="0" algn="ctr">
              <a:lnSpc>
                <a:spcPct val="95000"/>
              </a:lnSpc>
              <a:buNone/>
            </a:pPr>
            <a:r>
              <a:rPr lang="en-US" sz="900">
                <a:solidFill>
                  <a:srgbClr val="FFFFFF"/>
                </a:solidFill>
                <a:latin typeface="Aptos Narrow" panose="020B0004020202020204" pitchFamily="34" charset="0"/>
                <a:ea typeface="NanumGothic" pitchFamily="34" charset="-122"/>
                <a:cs typeface="NanumGothic" pitchFamily="34" charset="-120"/>
              </a:rPr>
              <a:t>해당없음</a:t>
            </a:r>
            <a:endParaRPr lang="en-US" sz="1100">
              <a:latin typeface="Aptos Narrow" panose="020B0004020202020204" pitchFamily="34" charset="0"/>
            </a:endParaRPr>
          </a:p>
        </p:txBody>
      </p:sp>
      <p:sp>
        <p:nvSpPr>
          <p:cNvPr id="13" name="Shape 11"/>
          <p:cNvSpPr/>
          <p:nvPr/>
        </p:nvSpPr>
        <p:spPr>
          <a:xfrm>
            <a:off x="8641080" y="1481328"/>
            <a:ext cx="3090672" cy="566928"/>
          </a:xfrm>
          <a:prstGeom prst="rect">
            <a:avLst/>
          </a:prstGeom>
          <a:solidFill>
            <a:srgbClr val="12436E"/>
          </a:solidFill>
          <a:ln/>
        </p:spPr>
        <p:txBody>
          <a:bodyPr/>
          <a:lstStyle/>
          <a:p>
            <a:endParaRPr lang="en-US">
              <a:latin typeface="Aptos Narrow" panose="020B0004020202020204" pitchFamily="34" charset="0"/>
            </a:endParaRPr>
          </a:p>
        </p:txBody>
      </p:sp>
      <p:sp>
        <p:nvSpPr>
          <p:cNvPr id="14" name="Text 12"/>
          <p:cNvSpPr/>
          <p:nvPr/>
        </p:nvSpPr>
        <p:spPr>
          <a:xfrm>
            <a:off x="8686800" y="1481328"/>
            <a:ext cx="3090672" cy="566928"/>
          </a:xfrm>
          <a:prstGeom prst="rect">
            <a:avLst/>
          </a:prstGeom>
          <a:solidFill>
            <a:schemeClr val="bg2"/>
          </a:solidFill>
          <a:ln/>
        </p:spPr>
        <p:txBody>
          <a:bodyPr wrap="square" lIns="0" tIns="0" rIns="0" bIns="0" rtlCol="0" anchor="ctr"/>
          <a:lstStyle/>
          <a:p>
            <a:pPr marL="0" indent="0" algn="ctr">
              <a:lnSpc>
                <a:spcPct val="95000"/>
              </a:lnSpc>
              <a:buNone/>
            </a:pPr>
            <a:r>
              <a:rPr lang="en-US" sz="1100" b="1">
                <a:latin typeface="Aptos Narrow" panose="020B0004020202020204" pitchFamily="34" charset="0"/>
                <a:ea typeface="Arial" pitchFamily="34" charset="-122"/>
                <a:cs typeface="Arial" pitchFamily="34" charset="-120"/>
              </a:rPr>
              <a:t>Ghi chú</a:t>
            </a:r>
            <a:endParaRPr lang="en-US" sz="1100">
              <a:latin typeface="Aptos Narrow" panose="020B0004020202020204" pitchFamily="34" charset="0"/>
            </a:endParaRPr>
          </a:p>
          <a:p>
            <a:pPr marL="0" indent="0" algn="ctr">
              <a:lnSpc>
                <a:spcPct val="95000"/>
              </a:lnSpc>
              <a:buNone/>
            </a:pPr>
            <a:r>
              <a:rPr lang="en-US" sz="900">
                <a:latin typeface="Aptos Narrow" panose="020B0004020202020204" pitchFamily="34" charset="0"/>
                <a:ea typeface="NanumGothic" pitchFamily="34" charset="-122"/>
                <a:cs typeface="NanumGothic" pitchFamily="34" charset="-120"/>
              </a:rPr>
              <a:t>비고</a:t>
            </a:r>
            <a:endParaRPr lang="en-US" sz="1100">
              <a:latin typeface="Aptos Narrow" panose="020B0004020202020204" pitchFamily="34" charset="0"/>
            </a:endParaRPr>
          </a:p>
        </p:txBody>
      </p:sp>
      <p:sp>
        <p:nvSpPr>
          <p:cNvPr id="15" name="Shape 13"/>
          <p:cNvSpPr/>
          <p:nvPr/>
        </p:nvSpPr>
        <p:spPr>
          <a:xfrm>
            <a:off x="457200" y="2048256"/>
            <a:ext cx="59893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16" name="Text 14"/>
          <p:cNvSpPr/>
          <p:nvPr/>
        </p:nvSpPr>
        <p:spPr>
          <a:xfrm>
            <a:off x="603504" y="2048256"/>
            <a:ext cx="5733288" cy="1188720"/>
          </a:xfrm>
          <a:prstGeom prst="rect">
            <a:avLst/>
          </a:prstGeom>
          <a:noFill/>
          <a:ln/>
        </p:spPr>
        <p:txBody>
          <a:bodyPr wrap="square" lIns="0" tIns="0" rIns="0" bIns="0" rtlCol="0" anchor="ctr"/>
          <a:lstStyle/>
          <a:p>
            <a:pPr marL="0" indent="0">
              <a:lnSpc>
                <a:spcPct val="98000"/>
              </a:lnSpc>
              <a:buNone/>
            </a:pPr>
            <a:r>
              <a:rPr lang="en-US" sz="930" b="1">
                <a:solidFill>
                  <a:srgbClr val="1E2B38"/>
                </a:solidFill>
                <a:latin typeface="Aptos Narrow" panose="020B0004020202020204" pitchFamily="34" charset="0"/>
                <a:ea typeface="Arial" pitchFamily="34" charset="-122"/>
                <a:cs typeface="Arial" pitchFamily="34" charset="-120"/>
              </a:rPr>
              <a:t>Trang thông tin điện tử chính thức &amp; phần mềm ứng dụng chứng khoán trực tuyến phải công bố các quy định về dịch vụ trực tuyến, những rủi ro có thể xảy ra khi KH thực hiện dịch vụ trực tuyến và trách nhiệm bồi thường của mỗi bên khi xảy ra rủi ro (khoản 1 Điều 26).</a:t>
            </a:r>
            <a:endParaRPr lang="en-US" sz="930">
              <a:latin typeface="Aptos Narrow" panose="020B0004020202020204" pitchFamily="34" charset="0"/>
            </a:endParaRPr>
          </a:p>
          <a:p>
            <a:pPr marL="0" indent="0">
              <a:lnSpc>
                <a:spcPct val="98000"/>
              </a:lnSpc>
              <a:buNone/>
            </a:pPr>
            <a:r>
              <a:rPr lang="en-US" sz="850">
                <a:solidFill>
                  <a:srgbClr val="5B6B79"/>
                </a:solidFill>
                <a:latin typeface="Aptos Narrow" panose="020B0004020202020204" pitchFamily="34" charset="0"/>
                <a:ea typeface="NanumGothic" pitchFamily="34" charset="-122"/>
                <a:cs typeface="NanumGothic" pitchFamily="34" charset="-120"/>
              </a:rPr>
              <a:t>공식 웹사이트 및 온라인 증권앱은 온라인 서비스 규정, 고객 이용 시 발생 가능한 위험, 위험 발생 시 각 당사자의 배상책임을 공시(제26조 제1항).</a:t>
            </a:r>
            <a:endParaRPr lang="en-US" sz="930">
              <a:latin typeface="Aptos Narrow" panose="020B0004020202020204" pitchFamily="34" charset="0"/>
            </a:endParaRPr>
          </a:p>
        </p:txBody>
      </p:sp>
      <p:sp>
        <p:nvSpPr>
          <p:cNvPr id="21" name="Shape 19"/>
          <p:cNvSpPr/>
          <p:nvPr/>
        </p:nvSpPr>
        <p:spPr>
          <a:xfrm>
            <a:off x="6665976" y="2020824"/>
            <a:ext cx="731520"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3" name="Shape 21"/>
          <p:cNvSpPr/>
          <p:nvPr/>
        </p:nvSpPr>
        <p:spPr>
          <a:xfrm>
            <a:off x="8641080" y="2048256"/>
            <a:ext cx="3090672" cy="1188720"/>
          </a:xfrm>
          <a:prstGeom prst="rect">
            <a:avLst/>
          </a:prstGeom>
          <a:solidFill>
            <a:srgbClr val="FFFFFF"/>
          </a:solidFill>
          <a:ln w="6350">
            <a:solidFill>
              <a:srgbClr val="E2E8ED"/>
            </a:solidFill>
            <a:prstDash val="solid"/>
          </a:ln>
        </p:spPr>
        <p:txBody>
          <a:bodyPr/>
          <a:lstStyle/>
          <a:p>
            <a:endParaRPr lang="en-US">
              <a:latin typeface="Aptos Narrow" panose="020B0004020202020204" pitchFamily="34" charset="0"/>
            </a:endParaRPr>
          </a:p>
        </p:txBody>
      </p:sp>
      <p:sp>
        <p:nvSpPr>
          <p:cNvPr id="24" name="Text 22"/>
          <p:cNvSpPr/>
          <p:nvPr/>
        </p:nvSpPr>
        <p:spPr>
          <a:xfrm>
            <a:off x="8714232" y="2048256"/>
            <a:ext cx="2944368" cy="1188720"/>
          </a:xfrm>
          <a:prstGeom prst="rect">
            <a:avLst/>
          </a:prstGeom>
          <a:noFill/>
          <a:ln/>
        </p:spPr>
        <p:txBody>
          <a:bodyPr wrap="square" lIns="0" tIns="0" rIns="0" bIns="0" rtlCol="0" anchor="ctr"/>
          <a:lstStyle/>
          <a:p>
            <a:pPr marL="0" indent="0">
              <a:lnSpc>
                <a:spcPct val="95000"/>
              </a:lnSpc>
              <a:buNone/>
            </a:pPr>
            <a:r>
              <a:rPr lang="en-US" sz="740" i="1">
                <a:solidFill>
                  <a:srgbClr val="12436E"/>
                </a:solidFill>
                <a:latin typeface="Aptos Narrow" panose="020B0004020202020204" pitchFamily="34" charset="0"/>
                <a:ea typeface="Arial" pitchFamily="34" charset="-122"/>
                <a:cs typeface="Arial" pitchFamily="34" charset="-120"/>
              </a:rPr>
              <a:t>Các </a:t>
            </a:r>
            <a:r>
              <a:rPr lang="en-US" sz="740" i="1" err="1">
                <a:solidFill>
                  <a:srgbClr val="12436E"/>
                </a:solidFill>
                <a:latin typeface="Aptos Narrow" panose="020B0004020202020204" pitchFamily="34" charset="0"/>
                <a:ea typeface="Arial" pitchFamily="34" charset="-122"/>
                <a:cs typeface="Arial" pitchFamily="34" charset="-120"/>
              </a:rPr>
              <a:t>rủi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ro</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khoản</a:t>
            </a:r>
            <a:r>
              <a:rPr lang="en-US" sz="740" i="1">
                <a:solidFill>
                  <a:srgbClr val="12436E"/>
                </a:solidFill>
                <a:latin typeface="Aptos Narrow" panose="020B0004020202020204" pitchFamily="34" charset="0"/>
                <a:ea typeface="Arial" pitchFamily="34" charset="-122"/>
                <a:cs typeface="Arial" pitchFamily="34" charset="-120"/>
              </a:rPr>
              <a:t> 1 Điều 26): a) </a:t>
            </a:r>
            <a:r>
              <a:rPr lang="en-US" sz="740" i="1" err="1">
                <a:solidFill>
                  <a:srgbClr val="12436E"/>
                </a:solidFill>
                <a:latin typeface="Aptos Narrow" panose="020B0004020202020204" pitchFamily="34" charset="0"/>
                <a:ea typeface="Arial" pitchFamily="34" charset="-122"/>
                <a:cs typeface="Arial" pitchFamily="34" charset="-120"/>
              </a:rPr>
              <a:t>Lệnh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có</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thể</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bị</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treo</a:t>
            </a:r>
            <a:r>
              <a:rPr lang="en-US" sz="740" i="1">
                <a:solidFill>
                  <a:srgbClr val="12436E"/>
                </a:solidFill>
                <a:latin typeface="Aptos Narrow" panose="020B0004020202020204" pitchFamily="34" charset="0"/>
                <a:ea typeface="Arial" pitchFamily="34" charset="-122"/>
                <a:cs typeface="Arial" pitchFamily="34" charset="-120"/>
              </a:rPr>
              <a:t>/</a:t>
            </a:r>
            <a:r>
              <a:rPr lang="en-US" sz="740" i="1" err="1">
                <a:solidFill>
                  <a:srgbClr val="12436E"/>
                </a:solidFill>
                <a:latin typeface="Aptos Narrow" panose="020B0004020202020204" pitchFamily="34" charset="0"/>
                <a:ea typeface="Arial" pitchFamily="34" charset="-122"/>
                <a:cs typeface="Arial" pitchFamily="34" charset="-120"/>
              </a:rPr>
              <a:t>ngừng</a:t>
            </a:r>
            <a:r>
              <a:rPr lang="en-US" sz="740" i="1">
                <a:solidFill>
                  <a:srgbClr val="12436E"/>
                </a:solidFill>
                <a:latin typeface="Aptos Narrow" panose="020B0004020202020204" pitchFamily="34" charset="0"/>
                <a:ea typeface="Arial" pitchFamily="34" charset="-122"/>
                <a:cs typeface="Arial" pitchFamily="34" charset="-120"/>
              </a:rPr>
              <a:t>/</a:t>
            </a:r>
            <a:r>
              <a:rPr lang="en-US" sz="740" i="1" err="1">
                <a:solidFill>
                  <a:srgbClr val="12436E"/>
                </a:solidFill>
                <a:latin typeface="Aptos Narrow" panose="020B0004020202020204" pitchFamily="34" charset="0"/>
                <a:ea typeface="Arial" pitchFamily="34" charset="-122"/>
                <a:cs typeface="Arial" pitchFamily="34" charset="-120"/>
              </a:rPr>
              <a:t>trì</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hoãn</a:t>
            </a:r>
            <a:r>
              <a:rPr lang="en-US" sz="740" i="1">
                <a:solidFill>
                  <a:srgbClr val="12436E"/>
                </a:solidFill>
                <a:latin typeface="Aptos Narrow" panose="020B0004020202020204" pitchFamily="34" charset="0"/>
                <a:ea typeface="Arial" pitchFamily="34" charset="-122"/>
                <a:cs typeface="Arial" pitchFamily="34" charset="-120"/>
              </a:rPr>
              <a:t>/</a:t>
            </a:r>
            <a:r>
              <a:rPr lang="en-US" sz="740" i="1" err="1">
                <a:solidFill>
                  <a:srgbClr val="12436E"/>
                </a:solidFill>
                <a:latin typeface="Aptos Narrow" panose="020B0004020202020204" pitchFamily="34" charset="0"/>
                <a:ea typeface="Arial" pitchFamily="34" charset="-122"/>
                <a:cs typeface="Arial" pitchFamily="34" charset="-120"/>
              </a:rPr>
              <a:t>lỗi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dữ</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liệu</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khi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truyền</a:t>
            </a:r>
            <a:r>
              <a:rPr lang="en-US" sz="740" i="1">
                <a:solidFill>
                  <a:srgbClr val="12436E"/>
                </a:solidFill>
                <a:latin typeface="Aptos Narrow" panose="020B0004020202020204" pitchFamily="34" charset="0"/>
                <a:ea typeface="Arial" pitchFamily="34" charset="-122"/>
                <a:cs typeface="Arial" pitchFamily="34" charset="-120"/>
              </a:rPr>
              <a:t> qua internet; b) </a:t>
            </a:r>
            <a:r>
              <a:rPr lang="en-US" sz="740" i="1" err="1">
                <a:solidFill>
                  <a:srgbClr val="12436E"/>
                </a:solidFill>
                <a:latin typeface="Aptos Narrow" panose="020B0004020202020204" pitchFamily="34" charset="0"/>
                <a:ea typeface="Arial" pitchFamily="34" charset="-122"/>
                <a:cs typeface="Arial" pitchFamily="34" charset="-120"/>
              </a:rPr>
              <a:t>Nhận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dạng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tổ</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chức</a:t>
            </a:r>
            <a:r>
              <a:rPr lang="en-US" sz="740" i="1">
                <a:solidFill>
                  <a:srgbClr val="12436E"/>
                </a:solidFill>
                <a:latin typeface="Aptos Narrow" panose="020B0004020202020204" pitchFamily="34" charset="0"/>
                <a:ea typeface="Arial" pitchFamily="34" charset="-122"/>
                <a:cs typeface="Arial" pitchFamily="34" charset="-120"/>
              </a:rPr>
              <a:t>/KH </a:t>
            </a:r>
            <a:r>
              <a:rPr lang="en-US" sz="740" i="1" err="1">
                <a:solidFill>
                  <a:srgbClr val="12436E"/>
                </a:solidFill>
                <a:latin typeface="Aptos Narrow" panose="020B0004020202020204" pitchFamily="34" charset="0"/>
                <a:ea typeface="Arial" pitchFamily="34" charset="-122"/>
                <a:cs typeface="Arial" pitchFamily="34" charset="-120"/>
              </a:rPr>
              <a:t>có</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thể</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không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chính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xác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lỗi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bảo</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mật</a:t>
            </a:r>
            <a:r>
              <a:rPr lang="en-US" sz="740" i="1">
                <a:solidFill>
                  <a:srgbClr val="12436E"/>
                </a:solidFill>
                <a:latin typeface="Aptos Narrow" panose="020B0004020202020204" pitchFamily="34" charset="0"/>
                <a:ea typeface="Arial" pitchFamily="34" charset="-122"/>
                <a:cs typeface="Arial" pitchFamily="34" charset="-120"/>
              </a:rPr>
              <a:t>; c) </a:t>
            </a:r>
            <a:r>
              <a:rPr lang="en-US" sz="740" i="1" err="1">
                <a:solidFill>
                  <a:srgbClr val="12436E"/>
                </a:solidFill>
                <a:latin typeface="Aptos Narrow" panose="020B0004020202020204" pitchFamily="34" charset="0"/>
                <a:ea typeface="Arial" pitchFamily="34" charset="-122"/>
                <a:cs typeface="Arial" pitchFamily="34" charset="-120"/>
              </a:rPr>
              <a:t>Giá</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thị</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trường</a:t>
            </a:r>
            <a:r>
              <a:rPr lang="en-US" sz="740" i="1">
                <a:solidFill>
                  <a:srgbClr val="12436E"/>
                </a:solidFill>
                <a:latin typeface="Aptos Narrow" panose="020B0004020202020204" pitchFamily="34" charset="0"/>
                <a:ea typeface="Arial" pitchFamily="34" charset="-122"/>
                <a:cs typeface="Arial" pitchFamily="34" charset="-120"/>
              </a:rPr>
              <a:t> &amp; </a:t>
            </a:r>
            <a:r>
              <a:rPr lang="en-US" sz="740" i="1" err="1">
                <a:solidFill>
                  <a:srgbClr val="12436E"/>
                </a:solidFill>
                <a:latin typeface="Aptos Narrow" panose="020B0004020202020204" pitchFamily="34" charset="0"/>
                <a:ea typeface="Arial" pitchFamily="34" charset="-122"/>
                <a:cs typeface="Arial" pitchFamily="34" charset="-120"/>
              </a:rPr>
              <a:t>thông</a:t>
            </a:r>
            <a:r>
              <a:rPr lang="en-US" sz="740" i="1">
                <a:solidFill>
                  <a:srgbClr val="12436E"/>
                </a:solidFill>
                <a:latin typeface="Aptos Narrow" panose="020B0004020202020204" pitchFamily="34" charset="0"/>
                <a:ea typeface="Arial" pitchFamily="34" charset="-122"/>
                <a:cs typeface="Arial" pitchFamily="34" charset="-120"/>
              </a:rPr>
              <a:t> tin CK </a:t>
            </a:r>
            <a:r>
              <a:rPr lang="en-US" sz="740" i="1" err="1">
                <a:solidFill>
                  <a:srgbClr val="12436E"/>
                </a:solidFill>
                <a:latin typeface="Aptos Narrow" panose="020B0004020202020204" pitchFamily="34" charset="0"/>
                <a:ea typeface="Arial" pitchFamily="34" charset="-122"/>
                <a:cs typeface="Arial" pitchFamily="34" charset="-120"/>
              </a:rPr>
              <a:t>khác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có</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thể</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lỗi</a:t>
            </a:r>
            <a:r>
              <a:rPr lang="en-US" sz="740" i="1">
                <a:solidFill>
                  <a:srgbClr val="12436E"/>
                </a:solidFill>
                <a:latin typeface="Aptos Narrow" panose="020B0004020202020204" pitchFamily="34" charset="0"/>
                <a:ea typeface="Arial" pitchFamily="34" charset="-122"/>
                <a:cs typeface="Arial" pitchFamily="34" charset="-120"/>
              </a:rPr>
              <a:t>/</a:t>
            </a:r>
            <a:r>
              <a:rPr lang="en-US" sz="740" i="1" err="1">
                <a:solidFill>
                  <a:srgbClr val="12436E"/>
                </a:solidFill>
                <a:latin typeface="Aptos Narrow" panose="020B0004020202020204" pitchFamily="34" charset="0"/>
                <a:ea typeface="Arial" pitchFamily="34" charset="-122"/>
                <a:cs typeface="Arial" pitchFamily="34" charset="-120"/>
              </a:rPr>
              <a:t>sai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lệch</a:t>
            </a:r>
            <a:r>
              <a:rPr lang="en-US" sz="740" i="1">
                <a:solidFill>
                  <a:srgbClr val="12436E"/>
                </a:solidFill>
                <a:latin typeface="Aptos Narrow" panose="020B0004020202020204" pitchFamily="34" charset="0"/>
                <a:ea typeface="Arial" pitchFamily="34" charset="-122"/>
                <a:cs typeface="Arial" pitchFamily="34" charset="-120"/>
              </a:rPr>
              <a:t>; d) </a:t>
            </a:r>
            <a:r>
              <a:rPr lang="en-US" sz="740" i="1" err="1">
                <a:solidFill>
                  <a:srgbClr val="12436E"/>
                </a:solidFill>
                <a:latin typeface="Aptos Narrow" panose="020B0004020202020204" pitchFamily="34" charset="0"/>
                <a:ea typeface="Arial" pitchFamily="34" charset="-122"/>
                <a:cs typeface="Arial" pitchFamily="34" charset="-120"/>
              </a:rPr>
              <a:t>Rủi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ro</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của</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phương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thức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xác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thực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đặt</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lệnh</a:t>
            </a:r>
            <a:r>
              <a:rPr lang="en-US" sz="740" i="1">
                <a:solidFill>
                  <a:srgbClr val="12436E"/>
                </a:solidFill>
                <a:latin typeface="Aptos Narrow" panose="020B0004020202020204" pitchFamily="34" charset="0"/>
                <a:ea typeface="Arial" pitchFamily="34" charset="-122"/>
                <a:cs typeface="Arial" pitchFamily="34" charset="-120"/>
              </a:rPr>
              <a:t>; đ) </a:t>
            </a:r>
            <a:r>
              <a:rPr lang="en-US" sz="740" i="1" err="1">
                <a:solidFill>
                  <a:srgbClr val="12436E"/>
                </a:solidFill>
                <a:latin typeface="Aptos Narrow" panose="020B0004020202020204" pitchFamily="34" charset="0"/>
                <a:ea typeface="Arial" pitchFamily="34" charset="-122"/>
                <a:cs typeface="Arial" pitchFamily="34" charset="-120"/>
              </a:rPr>
              <a:t>Rủi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ro</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khác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mà</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cơ</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quan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quản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lý</a:t>
            </a:r>
            <a:r>
              <a:rPr lang="en-US" sz="740" i="1">
                <a:solidFill>
                  <a:srgbClr val="12436E"/>
                </a:solidFill>
                <a:latin typeface="Aptos Narrow" panose="020B0004020202020204" pitchFamily="34" charset="0"/>
                <a:ea typeface="Arial" pitchFamily="34" charset="-122"/>
                <a:cs typeface="Arial" pitchFamily="34" charset="-120"/>
              </a:rPr>
              <a:t>/</a:t>
            </a:r>
            <a:r>
              <a:rPr lang="en-US" sz="740" i="1" err="1">
                <a:solidFill>
                  <a:srgbClr val="12436E"/>
                </a:solidFill>
                <a:latin typeface="Aptos Narrow" panose="020B0004020202020204" pitchFamily="34" charset="0"/>
                <a:ea typeface="Arial" pitchFamily="34" charset="-122"/>
                <a:cs typeface="Arial" pitchFamily="34" charset="-120"/>
              </a:rPr>
              <a:t>tổ</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chức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cung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cấp</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dịch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vụ</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thấy</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cần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công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bố</a:t>
            </a:r>
            <a:endParaRPr lang="en-US" sz="740" i="1">
              <a:solidFill>
                <a:srgbClr val="12436E"/>
              </a:solidFill>
              <a:latin typeface="Aptos Narrow" panose="020B0004020202020204" pitchFamily="34" charset="0"/>
              <a:ea typeface="Arial" pitchFamily="34" charset="-122"/>
              <a:cs typeface="Arial" pitchFamily="34" charset="-120"/>
            </a:endParaRPr>
          </a:p>
          <a:p>
            <a:pPr>
              <a:lnSpc>
                <a:spcPct val="95000"/>
              </a:lnSpc>
            </a:pPr>
            <a:r>
              <a:rPr lang="en-US" sz="740" i="1" err="1">
                <a:solidFill>
                  <a:srgbClr val="12436E"/>
                </a:solidFill>
                <a:latin typeface="Aptos Narrow" panose="020B0004020202020204" pitchFamily="34" charset="0"/>
                <a:ea typeface="Arial" pitchFamily="34" charset="-122"/>
                <a:cs typeface="Arial" pitchFamily="34" charset="-120"/>
              </a:rPr>
              <a:t>Đã</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có</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trên</a:t>
            </a:r>
            <a:r>
              <a:rPr lang="en-US" sz="740" i="1">
                <a:solidFill>
                  <a:srgbClr val="12436E"/>
                </a:solidFill>
                <a:latin typeface="Aptos Narrow" panose="020B0004020202020204" pitchFamily="34" charset="0"/>
                <a:ea typeface="Arial" pitchFamily="34" charset="-122"/>
                <a:cs typeface="Arial" pitchFamily="34" charset="-120"/>
              </a:rPr>
              <a:t> Web site nhsv.vn </a:t>
            </a:r>
            <a:r>
              <a:rPr lang="en-US" sz="800">
                <a:hlinkClick r:id="rId3"/>
              </a:rPr>
              <a:t>Cong_bo_rui_ro_GD_truc_tuyen.pdf</a:t>
            </a:r>
            <a:endParaRPr lang="en-US" sz="800"/>
          </a:p>
          <a:p>
            <a:pPr>
              <a:lnSpc>
                <a:spcPct val="95000"/>
              </a:lnSpc>
            </a:pPr>
            <a:r>
              <a:rPr lang="en-US" sz="800" i="1">
                <a:solidFill>
                  <a:srgbClr val="12436E"/>
                </a:solidFill>
                <a:latin typeface="Aptos Narrow" panose="020B0004020202020204" pitchFamily="34" charset="0"/>
                <a:ea typeface="Arial" pitchFamily="34" charset="-122"/>
                <a:cs typeface="Arial" pitchFamily="34" charset="-120"/>
              </a:rPr>
              <a:t>Tuy </a:t>
            </a:r>
            <a:r>
              <a:rPr lang="en-US" sz="800" i="1" err="1">
                <a:solidFill>
                  <a:srgbClr val="12436E"/>
                </a:solidFill>
                <a:latin typeface="Aptos Narrow" panose="020B0004020202020204" pitchFamily="34" charset="0"/>
                <a:ea typeface="Arial" pitchFamily="34" charset="-122"/>
                <a:cs typeface="Arial" pitchFamily="34" charset="-120"/>
              </a:rPr>
              <a:t>nhiên</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trên</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phần</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mềm</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chưa</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thấy</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có</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bản</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công</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bố</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này</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đề</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nghị</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đưa</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bản</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công</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bố</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này</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trên</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tất</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cả</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các</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ứng</a:t>
            </a:r>
            <a:r>
              <a:rPr lang="en-US" sz="800" i="1">
                <a:solidFill>
                  <a:srgbClr val="12436E"/>
                </a:solidFill>
                <a:latin typeface="Aptos Narrow" panose="020B0004020202020204" pitchFamily="34" charset="0"/>
                <a:ea typeface="Arial" pitchFamily="34" charset="-122"/>
                <a:cs typeface="Arial" pitchFamily="34" charset="-120"/>
              </a:rPr>
              <a:t> </a:t>
            </a:r>
            <a:r>
              <a:rPr lang="en-US" sz="800" i="1" err="1">
                <a:solidFill>
                  <a:srgbClr val="12436E"/>
                </a:solidFill>
                <a:latin typeface="Aptos Narrow" panose="020B0004020202020204" pitchFamily="34" charset="0"/>
                <a:ea typeface="Arial" pitchFamily="34" charset="-122"/>
                <a:cs typeface="Arial" pitchFamily="34" charset="-120"/>
              </a:rPr>
              <a:t>dụng</a:t>
            </a:r>
            <a:r>
              <a:rPr lang="en-US" sz="800" i="1">
                <a:solidFill>
                  <a:srgbClr val="12436E"/>
                </a:solidFill>
                <a:latin typeface="Aptos Narrow" panose="020B0004020202020204" pitchFamily="34" charset="0"/>
                <a:ea typeface="Arial" pitchFamily="34" charset="-122"/>
                <a:cs typeface="Arial" pitchFamily="34" charset="-120"/>
              </a:rPr>
              <a:t> trading Online (HTS, WTS,MTS (NHSV Pro)</a:t>
            </a:r>
            <a:endParaRPr lang="en-US" sz="740" i="1">
              <a:solidFill>
                <a:srgbClr val="12436E"/>
              </a:solidFill>
              <a:latin typeface="Aptos Narrow" panose="020B0004020202020204" pitchFamily="34" charset="0"/>
              <a:ea typeface="Arial" pitchFamily="34" charset="-122"/>
              <a:cs typeface="Arial" pitchFamily="34" charset="-120"/>
            </a:endParaRPr>
          </a:p>
          <a:p>
            <a:pPr marL="0" indent="0">
              <a:lnSpc>
                <a:spcPct val="95000"/>
              </a:lnSpc>
              <a:buNone/>
            </a:pPr>
            <a:endParaRPr lang="en-US" sz="740">
              <a:latin typeface="Aptos Narrow" panose="020B0004020202020204" pitchFamily="34" charset="0"/>
            </a:endParaRPr>
          </a:p>
        </p:txBody>
      </p:sp>
      <p:sp>
        <p:nvSpPr>
          <p:cNvPr id="25" name="Shape 23"/>
          <p:cNvSpPr/>
          <p:nvPr/>
        </p:nvSpPr>
        <p:spPr>
          <a:xfrm>
            <a:off x="457200" y="3236976"/>
            <a:ext cx="59893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6" name="Text 24"/>
          <p:cNvSpPr/>
          <p:nvPr/>
        </p:nvSpPr>
        <p:spPr>
          <a:xfrm>
            <a:off x="603504" y="3236976"/>
            <a:ext cx="5733288" cy="1188720"/>
          </a:xfrm>
          <a:prstGeom prst="rect">
            <a:avLst/>
          </a:prstGeom>
          <a:noFill/>
          <a:ln/>
        </p:spPr>
        <p:txBody>
          <a:bodyPr wrap="square" lIns="0" tIns="0" rIns="0" bIns="0" rtlCol="0" anchor="ctr"/>
          <a:lstStyle/>
          <a:p>
            <a:pPr marL="0" indent="0">
              <a:lnSpc>
                <a:spcPct val="98000"/>
              </a:lnSpc>
              <a:buNone/>
            </a:pPr>
            <a:r>
              <a:rPr lang="en-US" sz="930" b="1" dirty="0">
                <a:solidFill>
                  <a:srgbClr val="1E2B38"/>
                </a:solidFill>
                <a:latin typeface="Aptos Narrow" panose="020B0004020202020204" pitchFamily="34" charset="0"/>
                <a:ea typeface="Arial" pitchFamily="34" charset="-122"/>
                <a:cs typeface="Arial" pitchFamily="34" charset="-120"/>
              </a:rPr>
              <a:t>Công </a:t>
            </a:r>
            <a:r>
              <a:rPr lang="en-US" sz="930" b="1" dirty="0" err="1">
                <a:solidFill>
                  <a:srgbClr val="1E2B38"/>
                </a:solidFill>
                <a:latin typeface="Aptos Narrow" panose="020B0004020202020204" pitchFamily="34" charset="0"/>
                <a:ea typeface="Arial" pitchFamily="34" charset="-122"/>
                <a:cs typeface="Arial" pitchFamily="34" charset="-120"/>
              </a:rPr>
              <a:t>khai</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danh</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mục</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các</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dịch</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vụ</a:t>
            </a:r>
            <a:r>
              <a:rPr lang="en-US" sz="930" b="1" dirty="0">
                <a:solidFill>
                  <a:srgbClr val="1E2B38"/>
                </a:solidFill>
                <a:latin typeface="Aptos Narrow" panose="020B0004020202020204" pitchFamily="34" charset="0"/>
                <a:ea typeface="Arial" pitchFamily="34" charset="-122"/>
                <a:cs typeface="Arial" pitchFamily="34" charset="-120"/>
              </a:rPr>
              <a:t> API </a:t>
            </a:r>
            <a:r>
              <a:rPr lang="en-US" sz="930" b="1" dirty="0" err="1">
                <a:solidFill>
                  <a:srgbClr val="1E2B38"/>
                </a:solidFill>
                <a:latin typeface="Aptos Narrow" panose="020B0004020202020204" pitchFamily="34" charset="0"/>
                <a:ea typeface="Arial" pitchFamily="34" charset="-122"/>
                <a:cs typeface="Arial" pitchFamily="34" charset="-120"/>
              </a:rPr>
              <a:t>đang</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triển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khai</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nếu</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có</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để</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cung</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cấp</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dịch</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vụ</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trực</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tuyến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trên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trang</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thông</a:t>
            </a:r>
            <a:r>
              <a:rPr lang="en-US" sz="930" b="1" dirty="0">
                <a:solidFill>
                  <a:srgbClr val="1E2B38"/>
                </a:solidFill>
                <a:latin typeface="Aptos Narrow" panose="020B0004020202020204" pitchFamily="34" charset="0"/>
                <a:ea typeface="Arial" pitchFamily="34" charset="-122"/>
                <a:cs typeface="Arial" pitchFamily="34" charset="-120"/>
              </a:rPr>
              <a:t> tin </a:t>
            </a:r>
            <a:r>
              <a:rPr lang="en-US" sz="930" b="1" dirty="0" err="1">
                <a:solidFill>
                  <a:srgbClr val="1E2B38"/>
                </a:solidFill>
                <a:latin typeface="Aptos Narrow" panose="020B0004020202020204" pitchFamily="34" charset="0"/>
                <a:ea typeface="Arial" pitchFamily="34" charset="-122"/>
                <a:cs typeface="Arial" pitchFamily="34" charset="-120"/>
              </a:rPr>
              <a:t>điện</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tử</a:t>
            </a:r>
            <a:r>
              <a:rPr lang="en-US" sz="930" b="1" dirty="0">
                <a:solidFill>
                  <a:srgbClr val="1E2B38"/>
                </a:solidFill>
                <a:latin typeface="Aptos Narrow" panose="020B0004020202020204" pitchFamily="34" charset="0"/>
                <a:ea typeface="Arial" pitchFamily="34" charset="-122"/>
                <a:cs typeface="Arial" pitchFamily="34" charset="-120"/>
              </a:rPr>
              <a:t> (</a:t>
            </a:r>
            <a:r>
              <a:rPr lang="en-US" sz="930" b="1" dirty="0" err="1">
                <a:solidFill>
                  <a:srgbClr val="1E2B38"/>
                </a:solidFill>
                <a:latin typeface="Aptos Narrow" panose="020B0004020202020204" pitchFamily="34" charset="0"/>
                <a:ea typeface="Arial" pitchFamily="34" charset="-122"/>
                <a:cs typeface="Arial" pitchFamily="34" charset="-120"/>
              </a:rPr>
              <a:t>khoản</a:t>
            </a:r>
            <a:r>
              <a:rPr lang="en-US" sz="930" b="1" dirty="0">
                <a:solidFill>
                  <a:srgbClr val="1E2B38"/>
                </a:solidFill>
                <a:latin typeface="Aptos Narrow" panose="020B0004020202020204" pitchFamily="34" charset="0"/>
                <a:ea typeface="Arial" pitchFamily="34" charset="-122"/>
                <a:cs typeface="Arial" pitchFamily="34" charset="-120"/>
              </a:rPr>
              <a:t> 2 Điều 26).</a:t>
            </a:r>
            <a:endParaRPr lang="en-US" sz="930" dirty="0">
              <a:latin typeface="Aptos Narrow" panose="020B0004020202020204" pitchFamily="34" charset="0"/>
            </a:endParaRPr>
          </a:p>
          <a:p>
            <a:pPr marL="0" indent="0">
              <a:lnSpc>
                <a:spcPct val="98000"/>
              </a:lnSpc>
              <a:buNone/>
            </a:pPr>
            <a:r>
              <a:rPr lang="en-US" sz="850" dirty="0" err="1">
                <a:solidFill>
                  <a:srgbClr val="5B6B79"/>
                </a:solidFill>
                <a:latin typeface="Aptos Narrow" panose="020B0004020202020204" pitchFamily="34" charset="0"/>
                <a:ea typeface="NanumGothic" pitchFamily="34" charset="-122"/>
                <a:cs typeface="NanumGothic" pitchFamily="34" charset="-120"/>
              </a:rPr>
              <a:t>온라인</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서비스</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제공을</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위해</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도입</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중인</a:t>
            </a:r>
            <a:r>
              <a:rPr lang="en-US" sz="850" dirty="0">
                <a:solidFill>
                  <a:srgbClr val="5B6B79"/>
                </a:solidFill>
                <a:latin typeface="Aptos Narrow" panose="020B0004020202020204" pitchFamily="34" charset="0"/>
                <a:ea typeface="NanumGothic" pitchFamily="34" charset="-122"/>
                <a:cs typeface="NanumGothic" pitchFamily="34" charset="-120"/>
              </a:rPr>
              <a:t> API </a:t>
            </a:r>
            <a:r>
              <a:rPr lang="en-US" sz="850" dirty="0" err="1">
                <a:solidFill>
                  <a:srgbClr val="5B6B79"/>
                </a:solidFill>
                <a:latin typeface="Aptos Narrow" panose="020B0004020202020204" pitchFamily="34" charset="0"/>
                <a:ea typeface="NanumGothic" pitchFamily="34" charset="-122"/>
                <a:cs typeface="NanumGothic" pitchFamily="34" charset="-120"/>
              </a:rPr>
              <a:t>서비스</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목록</a:t>
            </a:r>
            <a:r>
              <a:rPr lang="en-US" sz="850" dirty="0">
                <a:solidFill>
                  <a:srgbClr val="5B6B79"/>
                </a:solidFill>
                <a:latin typeface="Aptos Narrow" panose="020B0004020202020204" pitchFamily="34" charset="0"/>
                <a:ea typeface="NanumGothic" pitchFamily="34" charset="-122"/>
                <a:cs typeface="NanumGothic" pitchFamily="34" charset="-120"/>
              </a:rPr>
              <a:t>(</a:t>
            </a:r>
            <a:r>
              <a:rPr lang="en-US" sz="850" dirty="0" err="1">
                <a:solidFill>
                  <a:srgbClr val="5B6B79"/>
                </a:solidFill>
                <a:latin typeface="Aptos Narrow" panose="020B0004020202020204" pitchFamily="34" charset="0"/>
                <a:ea typeface="NanumGothic" pitchFamily="34" charset="-122"/>
                <a:cs typeface="NanumGothic" pitchFamily="34" charset="-120"/>
              </a:rPr>
              <a:t>있는</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경우</a:t>
            </a:r>
            <a:r>
              <a:rPr lang="en-US" sz="850" dirty="0">
                <a:solidFill>
                  <a:srgbClr val="5B6B79"/>
                </a:solidFill>
                <a:latin typeface="Aptos Narrow" panose="020B0004020202020204" pitchFamily="34" charset="0"/>
                <a:ea typeface="NanumGothic" pitchFamily="34" charset="-122"/>
                <a:cs typeface="NanumGothic" pitchFamily="34" charset="-120"/>
              </a:rPr>
              <a:t>)을 </a:t>
            </a:r>
            <a:r>
              <a:rPr lang="en-US" sz="850" dirty="0" err="1">
                <a:solidFill>
                  <a:srgbClr val="5B6B79"/>
                </a:solidFill>
                <a:latin typeface="Aptos Narrow" panose="020B0004020202020204" pitchFamily="34" charset="0"/>
                <a:ea typeface="NanumGothic" pitchFamily="34" charset="-122"/>
                <a:cs typeface="NanumGothic" pitchFamily="34" charset="-120"/>
              </a:rPr>
              <a:t>웹사이트에</a:t>
            </a:r>
            <a:r>
              <a:rPr lang="en-US" sz="850" dirty="0">
                <a:solidFill>
                  <a:srgbClr val="5B6B79"/>
                </a:solidFill>
                <a:latin typeface="Aptos Narrow" panose="020B0004020202020204" pitchFamily="34" charset="0"/>
                <a:ea typeface="NanumGothic" pitchFamily="34" charset="-122"/>
                <a:cs typeface="NanumGothic" pitchFamily="34" charset="-120"/>
              </a:rPr>
              <a:t> </a:t>
            </a:r>
            <a:r>
              <a:rPr lang="en-US" sz="850" dirty="0" err="1">
                <a:solidFill>
                  <a:srgbClr val="5B6B79"/>
                </a:solidFill>
                <a:latin typeface="Aptos Narrow" panose="020B0004020202020204" pitchFamily="34" charset="0"/>
                <a:ea typeface="NanumGothic" pitchFamily="34" charset="-122"/>
                <a:cs typeface="NanumGothic" pitchFamily="34" charset="-120"/>
              </a:rPr>
              <a:t>공개</a:t>
            </a:r>
            <a:r>
              <a:rPr lang="en-US" sz="850" dirty="0">
                <a:solidFill>
                  <a:srgbClr val="5B6B79"/>
                </a:solidFill>
                <a:latin typeface="Aptos Narrow" panose="020B0004020202020204" pitchFamily="34" charset="0"/>
                <a:ea typeface="NanumGothic" pitchFamily="34" charset="-122"/>
                <a:cs typeface="NanumGothic" pitchFamily="34" charset="-120"/>
              </a:rPr>
              <a:t>(제26조 제2항).</a:t>
            </a:r>
            <a:endParaRPr lang="en-US" sz="930" dirty="0">
              <a:latin typeface="Aptos Narrow" panose="020B0004020202020204" pitchFamily="34" charset="0"/>
            </a:endParaRPr>
          </a:p>
        </p:txBody>
      </p:sp>
      <p:sp>
        <p:nvSpPr>
          <p:cNvPr id="27" name="Shape 25"/>
          <p:cNvSpPr/>
          <p:nvPr/>
        </p:nvSpPr>
        <p:spPr>
          <a:xfrm>
            <a:off x="6446520" y="3236976"/>
            <a:ext cx="7315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28" name="Shape 26"/>
          <p:cNvSpPr/>
          <p:nvPr/>
        </p:nvSpPr>
        <p:spPr>
          <a:xfrm>
            <a:off x="6711696" y="373075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29" name="Shape 27"/>
          <p:cNvSpPr/>
          <p:nvPr/>
        </p:nvSpPr>
        <p:spPr>
          <a:xfrm>
            <a:off x="7178040" y="3236976"/>
            <a:ext cx="7315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1" name="Shape 29"/>
          <p:cNvSpPr/>
          <p:nvPr/>
        </p:nvSpPr>
        <p:spPr>
          <a:xfrm>
            <a:off x="7909560" y="3236976"/>
            <a:ext cx="731520"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2" name="Shape 30"/>
          <p:cNvSpPr/>
          <p:nvPr/>
        </p:nvSpPr>
        <p:spPr>
          <a:xfrm>
            <a:off x="8174736" y="3730752"/>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33" name="Shape 31"/>
          <p:cNvSpPr/>
          <p:nvPr/>
        </p:nvSpPr>
        <p:spPr>
          <a:xfrm>
            <a:off x="8641080" y="3236976"/>
            <a:ext cx="3090672" cy="1188720"/>
          </a:xfrm>
          <a:prstGeom prst="rect">
            <a:avLst/>
          </a:prstGeom>
          <a:solidFill>
            <a:srgbClr val="F4F7F9"/>
          </a:solidFill>
          <a:ln w="6350">
            <a:solidFill>
              <a:srgbClr val="E2E8ED"/>
            </a:solidFill>
            <a:prstDash val="solid"/>
          </a:ln>
        </p:spPr>
        <p:txBody>
          <a:bodyPr/>
          <a:lstStyle/>
          <a:p>
            <a:endParaRPr lang="en-US">
              <a:latin typeface="Aptos Narrow" panose="020B0004020202020204" pitchFamily="34" charset="0"/>
            </a:endParaRPr>
          </a:p>
        </p:txBody>
      </p:sp>
      <p:sp>
        <p:nvSpPr>
          <p:cNvPr id="34" name="Text 32"/>
          <p:cNvSpPr/>
          <p:nvPr/>
        </p:nvSpPr>
        <p:spPr>
          <a:xfrm>
            <a:off x="8714232" y="3236976"/>
            <a:ext cx="2944368" cy="1188720"/>
          </a:xfrm>
          <a:prstGeom prst="rect">
            <a:avLst/>
          </a:prstGeom>
          <a:noFill/>
          <a:ln/>
        </p:spPr>
        <p:txBody>
          <a:bodyPr wrap="square" lIns="0" tIns="0" rIns="0" bIns="0" rtlCol="0" anchor="ctr"/>
          <a:lstStyle/>
          <a:p>
            <a:pPr marL="0" indent="0">
              <a:lnSpc>
                <a:spcPct val="95000"/>
              </a:lnSpc>
              <a:buNone/>
            </a:pPr>
            <a:r>
              <a:rPr lang="en-US" sz="740" i="1" err="1">
                <a:solidFill>
                  <a:srgbClr val="12436E"/>
                </a:solidFill>
                <a:latin typeface="Aptos Narrow" panose="020B0004020202020204" pitchFamily="34" charset="0"/>
                <a:ea typeface="Arial" pitchFamily="34" charset="-122"/>
                <a:cs typeface="Arial" pitchFamily="34" charset="-120"/>
              </a:rPr>
              <a:t>Nội</a:t>
            </a:r>
            <a:r>
              <a:rPr lang="en-US" sz="740" i="1">
                <a:solidFill>
                  <a:srgbClr val="12436E"/>
                </a:solidFill>
                <a:latin typeface="Aptos Narrow" panose="020B0004020202020204" pitchFamily="34" charset="0"/>
                <a:ea typeface="Arial" pitchFamily="34" charset="-122"/>
                <a:cs typeface="Arial" pitchFamily="34" charset="-120"/>
              </a:rPr>
              <a:t> dung </a:t>
            </a:r>
            <a:r>
              <a:rPr lang="en-US" sz="740" i="1" err="1">
                <a:solidFill>
                  <a:srgbClr val="12436E"/>
                </a:solidFill>
                <a:latin typeface="Aptos Narrow" panose="020B0004020202020204" pitchFamily="34" charset="0"/>
                <a:ea typeface="Arial" pitchFamily="34" charset="-122"/>
                <a:cs typeface="Arial" pitchFamily="34" charset="-120"/>
              </a:rPr>
              <a:t>công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khai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khoản</a:t>
            </a:r>
            <a:r>
              <a:rPr lang="en-US" sz="740" i="1">
                <a:solidFill>
                  <a:srgbClr val="12436E"/>
                </a:solidFill>
                <a:latin typeface="Aptos Narrow" panose="020B0004020202020204" pitchFamily="34" charset="0"/>
                <a:ea typeface="Arial" pitchFamily="34" charset="-122"/>
                <a:cs typeface="Arial" pitchFamily="34" charset="-120"/>
              </a:rPr>
              <a:t> 2 Điều 26): a) </a:t>
            </a:r>
            <a:r>
              <a:rPr lang="en-US" sz="740" i="1" err="1">
                <a:solidFill>
                  <a:srgbClr val="12436E"/>
                </a:solidFill>
                <a:latin typeface="Aptos Narrow" panose="020B0004020202020204" pitchFamily="34" charset="0"/>
                <a:ea typeface="Arial" pitchFamily="34" charset="-122"/>
                <a:cs typeface="Arial" pitchFamily="34" charset="-120"/>
              </a:rPr>
              <a:t>Tên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dịch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vụ</a:t>
            </a:r>
            <a:r>
              <a:rPr lang="en-US" sz="740" i="1">
                <a:solidFill>
                  <a:srgbClr val="12436E"/>
                </a:solidFill>
                <a:latin typeface="Aptos Narrow" panose="020B0004020202020204" pitchFamily="34" charset="0"/>
                <a:ea typeface="Arial" pitchFamily="34" charset="-122"/>
                <a:cs typeface="Arial" pitchFamily="34" charset="-120"/>
              </a:rPr>
              <a:t> &amp; </a:t>
            </a:r>
            <a:r>
              <a:rPr lang="en-US" sz="740" i="1" err="1">
                <a:solidFill>
                  <a:srgbClr val="12436E"/>
                </a:solidFill>
                <a:latin typeface="Aptos Narrow" panose="020B0004020202020204" pitchFamily="34" charset="0"/>
                <a:ea typeface="Arial" pitchFamily="34" charset="-122"/>
                <a:cs typeface="Arial" pitchFamily="34" charset="-120"/>
              </a:rPr>
              <a:t>mô</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tả</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chức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năng</a:t>
            </a:r>
            <a:r>
              <a:rPr lang="en-US" sz="740" i="1">
                <a:solidFill>
                  <a:srgbClr val="12436E"/>
                </a:solidFill>
                <a:latin typeface="Aptos Narrow" panose="020B0004020202020204" pitchFamily="34" charset="0"/>
                <a:ea typeface="Arial" pitchFamily="34" charset="-122"/>
                <a:cs typeface="Arial" pitchFamily="34" charset="-120"/>
              </a:rPr>
              <a:t>; b) Phạm vi </a:t>
            </a:r>
            <a:r>
              <a:rPr lang="en-US" sz="740" i="1" err="1">
                <a:solidFill>
                  <a:srgbClr val="12436E"/>
                </a:solidFill>
                <a:latin typeface="Aptos Narrow" panose="020B0004020202020204" pitchFamily="34" charset="0"/>
                <a:ea typeface="Arial" pitchFamily="34" charset="-122"/>
                <a:cs typeface="Arial" pitchFamily="34" charset="-120"/>
              </a:rPr>
              <a:t>dữ</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liệu</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được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truy</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cập</a:t>
            </a:r>
            <a:r>
              <a:rPr lang="en-US" sz="740" i="1">
                <a:solidFill>
                  <a:srgbClr val="12436E"/>
                </a:solidFill>
                <a:latin typeface="Aptos Narrow" panose="020B0004020202020204" pitchFamily="34" charset="0"/>
                <a:ea typeface="Arial" pitchFamily="34" charset="-122"/>
                <a:cs typeface="Arial" pitchFamily="34" charset="-120"/>
              </a:rPr>
              <a:t>; c) Thông tin </a:t>
            </a:r>
            <a:r>
              <a:rPr lang="en-US" sz="740" i="1" err="1">
                <a:solidFill>
                  <a:srgbClr val="12436E"/>
                </a:solidFill>
                <a:latin typeface="Aptos Narrow" panose="020B0004020202020204" pitchFamily="34" charset="0"/>
                <a:ea typeface="Arial" pitchFamily="34" charset="-122"/>
                <a:cs typeface="Arial" pitchFamily="34" charset="-120"/>
              </a:rPr>
              <a:t>về</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hình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thức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xác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thực</a:t>
            </a:r>
            <a:r>
              <a:rPr lang="en-US" sz="740" i="1">
                <a:solidFill>
                  <a:srgbClr val="12436E"/>
                </a:solidFill>
                <a:latin typeface="Aptos Narrow" panose="020B0004020202020204" pitchFamily="34" charset="0"/>
                <a:ea typeface="Arial" pitchFamily="34" charset="-122"/>
                <a:cs typeface="Arial" pitchFamily="34" charset="-120"/>
              </a:rPr>
              <a:t> &amp; </a:t>
            </a:r>
            <a:r>
              <a:rPr lang="en-US" sz="740" i="1" err="1">
                <a:solidFill>
                  <a:srgbClr val="12436E"/>
                </a:solidFill>
                <a:latin typeface="Aptos Narrow" panose="020B0004020202020204" pitchFamily="34" charset="0"/>
                <a:ea typeface="Arial" pitchFamily="34" charset="-122"/>
                <a:cs typeface="Arial" pitchFamily="34" charset="-120"/>
              </a:rPr>
              <a:t>bảo</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mật</a:t>
            </a:r>
            <a:r>
              <a:rPr lang="en-US" sz="740" i="1">
                <a:solidFill>
                  <a:srgbClr val="12436E"/>
                </a:solidFill>
                <a:latin typeface="Aptos Narrow" panose="020B0004020202020204" pitchFamily="34" charset="0"/>
                <a:ea typeface="Arial" pitchFamily="34" charset="-122"/>
                <a:cs typeface="Arial" pitchFamily="34" charset="-120"/>
              </a:rPr>
              <a:t>; d) Danh </a:t>
            </a:r>
            <a:r>
              <a:rPr lang="en-US" sz="740" i="1" err="1">
                <a:solidFill>
                  <a:srgbClr val="12436E"/>
                </a:solidFill>
                <a:latin typeface="Aptos Narrow" panose="020B0004020202020204" pitchFamily="34" charset="0"/>
                <a:ea typeface="Arial" pitchFamily="34" charset="-122"/>
                <a:cs typeface="Arial" pitchFamily="34" charset="-120"/>
              </a:rPr>
              <a:t>sách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bên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thứ</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ba</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được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phép</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truy</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cập</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hợp</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pháp</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nếu</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có</a:t>
            </a:r>
            <a:r>
              <a:rPr lang="en-US" sz="740" i="1">
                <a:solidFill>
                  <a:srgbClr val="12436E"/>
                </a:solidFill>
                <a:latin typeface="Aptos Narrow" panose="020B0004020202020204" pitchFamily="34" charset="0"/>
                <a:ea typeface="Arial" pitchFamily="34" charset="-122"/>
                <a:cs typeface="Arial" pitchFamily="34" charset="-120"/>
              </a:rPr>
              <a:t>); đ) Các </a:t>
            </a:r>
            <a:r>
              <a:rPr lang="en-US" sz="740" i="1" err="1">
                <a:solidFill>
                  <a:srgbClr val="12436E"/>
                </a:solidFill>
                <a:latin typeface="Aptos Narrow" panose="020B0004020202020204" pitchFamily="34" charset="0"/>
                <a:ea typeface="Arial" pitchFamily="34" charset="-122"/>
                <a:cs typeface="Arial" pitchFamily="34" charset="-120"/>
              </a:rPr>
              <a:t>nội</a:t>
            </a:r>
            <a:r>
              <a:rPr lang="en-US" sz="740" i="1">
                <a:solidFill>
                  <a:srgbClr val="12436E"/>
                </a:solidFill>
                <a:latin typeface="Aptos Narrow" panose="020B0004020202020204" pitchFamily="34" charset="0"/>
                <a:ea typeface="Arial" pitchFamily="34" charset="-122"/>
                <a:cs typeface="Arial" pitchFamily="34" charset="-120"/>
              </a:rPr>
              <a:t> dung </a:t>
            </a:r>
            <a:r>
              <a:rPr lang="en-US" sz="740" i="1" err="1">
                <a:solidFill>
                  <a:srgbClr val="12436E"/>
                </a:solidFill>
                <a:latin typeface="Aptos Narrow" panose="020B0004020202020204" pitchFamily="34" charset="0"/>
                <a:ea typeface="Arial" pitchFamily="34" charset="-122"/>
                <a:cs typeface="Arial" pitchFamily="34" charset="-120"/>
              </a:rPr>
              <a:t>khác</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liên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quan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đến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dịch</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vụ</a:t>
            </a:r>
            <a:r>
              <a:rPr lang="en-US" sz="740" i="1">
                <a:solidFill>
                  <a:srgbClr val="12436E"/>
                </a:solidFill>
                <a:latin typeface="Aptos Narrow" panose="020B0004020202020204" pitchFamily="34" charset="0"/>
                <a:ea typeface="Arial" pitchFamily="34" charset="-122"/>
                <a:cs typeface="Arial" pitchFamily="34" charset="-120"/>
              </a:rPr>
              <a:t> API </a:t>
            </a:r>
            <a:r>
              <a:rPr lang="en-US" sz="740" i="1" err="1">
                <a:solidFill>
                  <a:srgbClr val="12436E"/>
                </a:solidFill>
                <a:latin typeface="Aptos Narrow" panose="020B0004020202020204" pitchFamily="34" charset="0"/>
                <a:ea typeface="Arial" pitchFamily="34" charset="-122"/>
                <a:cs typeface="Arial" pitchFamily="34" charset="-120"/>
              </a:rPr>
              <a:t>đang</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triển</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khai</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nếu</a:t>
            </a:r>
            <a:r>
              <a:rPr lang="en-US" sz="740" i="1">
                <a:solidFill>
                  <a:srgbClr val="12436E"/>
                </a:solidFill>
                <a:latin typeface="Aptos Narrow" panose="020B0004020202020204" pitchFamily="34" charset="0"/>
                <a:ea typeface="Arial" pitchFamily="34" charset="-122"/>
                <a:cs typeface="Arial" pitchFamily="34" charset="-120"/>
              </a:rPr>
              <a:t> </a:t>
            </a:r>
            <a:r>
              <a:rPr lang="en-US" sz="740" i="1" err="1">
                <a:solidFill>
                  <a:srgbClr val="12436E"/>
                </a:solidFill>
                <a:latin typeface="Aptos Narrow" panose="020B0004020202020204" pitchFamily="34" charset="0"/>
                <a:ea typeface="Arial" pitchFamily="34" charset="-122"/>
                <a:cs typeface="Arial" pitchFamily="34" charset="-120"/>
              </a:rPr>
              <a:t>có</a:t>
            </a:r>
            <a:r>
              <a:rPr lang="en-US" sz="740" i="1">
                <a:solidFill>
                  <a:srgbClr val="12436E"/>
                </a:solidFill>
                <a:latin typeface="Aptos Narrow" panose="020B0004020202020204" pitchFamily="34" charset="0"/>
                <a:ea typeface="Arial" pitchFamily="34" charset="-122"/>
                <a:cs typeface="Arial" pitchFamily="34" charset="-120"/>
              </a:rPr>
              <a:t>).</a:t>
            </a:r>
            <a:endParaRPr lang="en-US" sz="740">
              <a:latin typeface="Aptos Narrow" panose="020B0004020202020204" pitchFamily="34" charset="0"/>
            </a:endParaRPr>
          </a:p>
        </p:txBody>
      </p:sp>
      <p:sp>
        <p:nvSpPr>
          <p:cNvPr id="35" name="Text 33"/>
          <p:cNvSpPr/>
          <p:nvPr/>
        </p:nvSpPr>
        <p:spPr>
          <a:xfrm>
            <a:off x="457200" y="6510528"/>
            <a:ext cx="10241280" cy="256032"/>
          </a:xfrm>
          <a:prstGeom prst="rect">
            <a:avLst/>
          </a:prstGeom>
          <a:noFill/>
          <a:ln/>
        </p:spPr>
        <p:txBody>
          <a:bodyPr wrap="square" lIns="0" tIns="0" rIns="0" bIns="0" rtlCol="0" anchor="ctr"/>
          <a:lstStyle/>
          <a:p>
            <a:pPr marL="0" indent="0" algn="l">
              <a:buNone/>
            </a:pPr>
            <a:r>
              <a:rPr lang="en-US" sz="800">
                <a:solidFill>
                  <a:srgbClr val="5B6B79"/>
                </a:solidFill>
                <a:latin typeface="Aptos Narrow" panose="020B0004020202020204" pitchFamily="34" charset="0"/>
                <a:ea typeface="Arial" pitchFamily="34" charset="-122"/>
                <a:cs typeface="Arial" pitchFamily="34" charset="-120"/>
              </a:rPr>
              <a:t>Checklist tự đánh giá tuân thủ · </a:t>
            </a:r>
            <a:r>
              <a:rPr lang="en-US" sz="800">
                <a:solidFill>
                  <a:srgbClr val="5B6B79"/>
                </a:solidFill>
                <a:latin typeface="Aptos Narrow" panose="020B0004020202020204" pitchFamily="34" charset="0"/>
                <a:ea typeface="NanumGothic" pitchFamily="34" charset="-122"/>
                <a:cs typeface="NanumGothic" pitchFamily="34" charset="-120"/>
              </a:rPr>
              <a:t>자가 준수 점검표</a:t>
            </a:r>
            <a:r>
              <a:rPr lang="en-US" sz="800">
                <a:solidFill>
                  <a:srgbClr val="5B6B79"/>
                </a:solidFill>
                <a:latin typeface="Aptos Narrow" panose="020B0004020202020204" pitchFamily="34" charset="0"/>
                <a:ea typeface="Arial" pitchFamily="34" charset="-122"/>
                <a:cs typeface="Arial" pitchFamily="34" charset="-120"/>
              </a:rPr>
              <a:t> — Chương II / </a:t>
            </a:r>
            <a:r>
              <a:rPr lang="en-US" sz="800">
                <a:solidFill>
                  <a:srgbClr val="5B6B79"/>
                </a:solidFill>
                <a:latin typeface="Aptos Narrow" panose="020B0004020202020204" pitchFamily="34" charset="0"/>
                <a:ea typeface="NanumGothic" pitchFamily="34" charset="-122"/>
                <a:cs typeface="NanumGothic" pitchFamily="34" charset="-120"/>
              </a:rPr>
              <a:t>제2장</a:t>
            </a:r>
            <a:r>
              <a:rPr lang="en-US" sz="800">
                <a:solidFill>
                  <a:srgbClr val="5B6B79"/>
                </a:solidFill>
                <a:latin typeface="Aptos Narrow" panose="020B0004020202020204" pitchFamily="34" charset="0"/>
                <a:ea typeface="Arial" pitchFamily="34" charset="-122"/>
                <a:cs typeface="Arial" pitchFamily="34" charset="-120"/>
              </a:rPr>
              <a:t> · Dự thảo TT .../2026/TT-BTC</a:t>
            </a:r>
            <a:endParaRPr lang="en-US" sz="800">
              <a:latin typeface="Aptos Narrow" panose="020B0004020202020204" pitchFamily="34" charset="0"/>
            </a:endParaRPr>
          </a:p>
        </p:txBody>
      </p:sp>
      <p:sp>
        <p:nvSpPr>
          <p:cNvPr id="36" name="Text 34"/>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17</a:t>
            </a:r>
            <a:endParaRPr lang="en-US" sz="900">
              <a:latin typeface="Aptos Narrow" panose="020B0004020202020204" pitchFamily="34" charset="0"/>
            </a:endParaRPr>
          </a:p>
        </p:txBody>
      </p:sp>
      <p:sp>
        <p:nvSpPr>
          <p:cNvPr id="39" name="Shape 26">
            <a:extLst>
              <a:ext uri="{FF2B5EF4-FFF2-40B4-BE49-F238E27FC236}">
                <a16:creationId xmlns:a16="http://schemas.microsoft.com/office/drawing/2014/main" id="{F943FD5A-7A76-3EBB-9101-400300F4F52C}"/>
              </a:ext>
            </a:extLst>
          </p:cNvPr>
          <p:cNvSpPr/>
          <p:nvPr/>
        </p:nvSpPr>
        <p:spPr>
          <a:xfrm>
            <a:off x="6812280" y="2487168"/>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
        <p:nvSpPr>
          <p:cNvPr id="42" name="TextBox 41">
            <a:extLst>
              <a:ext uri="{FF2B5EF4-FFF2-40B4-BE49-F238E27FC236}">
                <a16:creationId xmlns:a16="http://schemas.microsoft.com/office/drawing/2014/main" id="{3F0793C1-2219-BBCC-9990-EFE24D600EA8}"/>
              </a:ext>
            </a:extLst>
          </p:cNvPr>
          <p:cNvSpPr txBox="1"/>
          <p:nvPr/>
        </p:nvSpPr>
        <p:spPr>
          <a:xfrm>
            <a:off x="7315200" y="3586894"/>
            <a:ext cx="640080" cy="461665"/>
          </a:xfrm>
          <a:prstGeom prst="rect">
            <a:avLst/>
          </a:prstGeom>
          <a:noFill/>
        </p:spPr>
        <p:txBody>
          <a:bodyPr wrap="square">
            <a:spAutoFit/>
          </a:bodyPr>
          <a:lstStyle/>
          <a:p>
            <a:r>
              <a:rPr lang="en-US" sz="2400"/>
              <a:t>☑</a:t>
            </a:r>
          </a:p>
        </p:txBody>
      </p:sp>
      <p:sp>
        <p:nvSpPr>
          <p:cNvPr id="17" name="TextBox 16">
            <a:extLst>
              <a:ext uri="{FF2B5EF4-FFF2-40B4-BE49-F238E27FC236}">
                <a16:creationId xmlns:a16="http://schemas.microsoft.com/office/drawing/2014/main" id="{70161CA2-B188-4BA7-3B82-A700265AEB92}"/>
              </a:ext>
            </a:extLst>
          </p:cNvPr>
          <p:cNvSpPr txBox="1"/>
          <p:nvPr/>
        </p:nvSpPr>
        <p:spPr>
          <a:xfrm>
            <a:off x="7397496" y="2347983"/>
            <a:ext cx="640080" cy="461665"/>
          </a:xfrm>
          <a:prstGeom prst="rect">
            <a:avLst/>
          </a:prstGeom>
          <a:noFill/>
        </p:spPr>
        <p:txBody>
          <a:bodyPr wrap="square">
            <a:spAutoFit/>
          </a:bodyPr>
          <a:lstStyle/>
          <a:p>
            <a:r>
              <a:rPr lang="en-US" sz="2400" dirty="0"/>
              <a:t>☑</a:t>
            </a:r>
          </a:p>
        </p:txBody>
      </p:sp>
      <p:sp>
        <p:nvSpPr>
          <p:cNvPr id="18" name="Shape 26">
            <a:extLst>
              <a:ext uri="{FF2B5EF4-FFF2-40B4-BE49-F238E27FC236}">
                <a16:creationId xmlns:a16="http://schemas.microsoft.com/office/drawing/2014/main" id="{219BC1EB-2661-F3A6-53A2-2B424A682798}"/>
              </a:ext>
            </a:extLst>
          </p:cNvPr>
          <p:cNvSpPr/>
          <p:nvPr/>
        </p:nvSpPr>
        <p:spPr>
          <a:xfrm>
            <a:off x="8110728" y="2490216"/>
            <a:ext cx="201168" cy="201168"/>
          </a:xfrm>
          <a:prstGeom prst="rect">
            <a:avLst/>
          </a:prstGeom>
          <a:solidFill>
            <a:srgbClr val="FFFFFF"/>
          </a:solidFill>
          <a:ln w="15240">
            <a:solidFill>
              <a:srgbClr val="0E8C8B"/>
            </a:solidFill>
            <a:prstDash val="solid"/>
          </a:ln>
        </p:spPr>
        <p:txBody>
          <a:bodyPr/>
          <a:lstStyle/>
          <a:p>
            <a:endParaRPr lang="en-US">
              <a:latin typeface="Aptos Narrow" panose="020B00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chemeClr val="bg2"/>
        </a:solidFill>
        <a:effectLst/>
      </p:bgPr>
    </p:bg>
    <p:spTree>
      <p:nvGrpSpPr>
        <p:cNvPr id="1" name=""/>
        <p:cNvGrpSpPr/>
        <p:nvPr/>
      </p:nvGrpSpPr>
      <p:grpSpPr>
        <a:xfrm>
          <a:off x="0" y="0"/>
          <a:ext cx="0" cy="0"/>
          <a:chOff x="0" y="0"/>
          <a:chExt cx="0" cy="0"/>
        </a:xfrm>
      </p:grpSpPr>
      <p:sp>
        <p:nvSpPr>
          <p:cNvPr id="4" name="Text 2"/>
          <p:cNvSpPr/>
          <p:nvPr/>
        </p:nvSpPr>
        <p:spPr>
          <a:xfrm>
            <a:off x="822960" y="914400"/>
            <a:ext cx="10058400" cy="365760"/>
          </a:xfrm>
          <a:prstGeom prst="rect">
            <a:avLst/>
          </a:prstGeom>
          <a:noFill/>
          <a:ln/>
        </p:spPr>
        <p:txBody>
          <a:bodyPr wrap="square" lIns="0" tIns="0" rIns="0" bIns="0" rtlCol="0" anchor="ctr"/>
          <a:lstStyle/>
          <a:p>
            <a:pPr marL="0" indent="0">
              <a:buNone/>
            </a:pPr>
            <a:r>
              <a:rPr lang="en-US" sz="1300" b="1">
                <a:latin typeface="Aptos Narrow" panose="020B0004020202020204" pitchFamily="34" charset="0"/>
                <a:ea typeface="Arial" pitchFamily="34" charset="-122"/>
                <a:cs typeface="Arial" pitchFamily="34" charset="-120"/>
              </a:rPr>
              <a:t>HƯỚNG DẪN</a:t>
            </a:r>
            <a:endParaRPr lang="en-US" sz="1300">
              <a:latin typeface="Aptos Narrow" panose="020B0004020202020204" pitchFamily="34" charset="0"/>
            </a:endParaRPr>
          </a:p>
        </p:txBody>
      </p:sp>
      <p:sp>
        <p:nvSpPr>
          <p:cNvPr id="5" name="Text 3"/>
          <p:cNvSpPr/>
          <p:nvPr/>
        </p:nvSpPr>
        <p:spPr>
          <a:xfrm>
            <a:off x="822960" y="1280160"/>
            <a:ext cx="10058400" cy="502920"/>
          </a:xfrm>
          <a:prstGeom prst="rect">
            <a:avLst/>
          </a:prstGeom>
          <a:noFill/>
          <a:ln/>
        </p:spPr>
        <p:txBody>
          <a:bodyPr wrap="square" lIns="0" tIns="0" rIns="0" bIns="0" rtlCol="0" anchor="ctr"/>
          <a:lstStyle/>
          <a:p>
            <a:pPr marL="0" indent="0">
              <a:buNone/>
            </a:pPr>
            <a:r>
              <a:rPr lang="en-US" sz="2700" b="1">
                <a:latin typeface="Aptos Narrow" panose="020B0004020202020204" pitchFamily="34" charset="0"/>
                <a:ea typeface="Arial" pitchFamily="34" charset="-122"/>
                <a:cs typeface="Arial" pitchFamily="34" charset="-120"/>
              </a:rPr>
              <a:t>Sau </a:t>
            </a:r>
            <a:r>
              <a:rPr lang="en-US" sz="2700" b="1" err="1">
                <a:latin typeface="Aptos Narrow" panose="020B0004020202020204" pitchFamily="34" charset="0"/>
                <a:ea typeface="Arial" pitchFamily="34" charset="-122"/>
                <a:cs typeface="Arial" pitchFamily="34" charset="-120"/>
              </a:rPr>
              <a:t>khi</a:t>
            </a:r>
            <a:r>
              <a:rPr lang="en-US" sz="2700" b="1">
                <a:latin typeface="Aptos Narrow" panose="020B0004020202020204" pitchFamily="34" charset="0"/>
                <a:ea typeface="Arial" pitchFamily="34" charset="-122"/>
                <a:cs typeface="Arial" pitchFamily="34" charset="-120"/>
              </a:rPr>
              <a:t> </a:t>
            </a:r>
            <a:r>
              <a:rPr lang="en-US" sz="2700" b="1" err="1">
                <a:latin typeface="Aptos Narrow" panose="020B0004020202020204" pitchFamily="34" charset="0"/>
                <a:ea typeface="Arial" pitchFamily="34" charset="-122"/>
                <a:cs typeface="Arial" pitchFamily="34" charset="-120"/>
              </a:rPr>
              <a:t>hoàn</a:t>
            </a:r>
            <a:r>
              <a:rPr lang="en-US" sz="2700" b="1">
                <a:latin typeface="Aptos Narrow" panose="020B0004020202020204" pitchFamily="34" charset="0"/>
                <a:ea typeface="Arial" pitchFamily="34" charset="-122"/>
                <a:cs typeface="Arial" pitchFamily="34" charset="-120"/>
              </a:rPr>
              <a:t> </a:t>
            </a:r>
            <a:r>
              <a:rPr lang="en-US" sz="2700" b="1" err="1">
                <a:latin typeface="Aptos Narrow" panose="020B0004020202020204" pitchFamily="34" charset="0"/>
                <a:ea typeface="Arial" pitchFamily="34" charset="-122"/>
                <a:cs typeface="Arial" pitchFamily="34" charset="-120"/>
              </a:rPr>
              <a:t>thành</a:t>
            </a:r>
            <a:r>
              <a:rPr lang="en-US" sz="2700" b="1">
                <a:latin typeface="Aptos Narrow" panose="020B0004020202020204" pitchFamily="34" charset="0"/>
                <a:ea typeface="Arial" pitchFamily="34" charset="-122"/>
                <a:cs typeface="Arial" pitchFamily="34" charset="-120"/>
              </a:rPr>
              <a:t> checklist</a:t>
            </a:r>
            <a:endParaRPr lang="en-US" sz="2700">
              <a:latin typeface="Aptos Narrow" panose="020B0004020202020204" pitchFamily="34" charset="0"/>
            </a:endParaRPr>
          </a:p>
        </p:txBody>
      </p:sp>
      <p:sp>
        <p:nvSpPr>
          <p:cNvPr id="6" name="Text 4"/>
          <p:cNvSpPr/>
          <p:nvPr/>
        </p:nvSpPr>
        <p:spPr>
          <a:xfrm>
            <a:off x="822960" y="1783080"/>
            <a:ext cx="10058400" cy="457200"/>
          </a:xfrm>
          <a:prstGeom prst="rect">
            <a:avLst/>
          </a:prstGeom>
          <a:noFill/>
          <a:ln/>
        </p:spPr>
        <p:txBody>
          <a:bodyPr wrap="square" lIns="0" tIns="0" rIns="0" bIns="0" rtlCol="0" anchor="ctr"/>
          <a:lstStyle/>
          <a:p>
            <a:pPr marL="0" indent="0">
              <a:buNone/>
            </a:pPr>
            <a:r>
              <a:rPr lang="en-US" sz="2300" b="1">
                <a:latin typeface="Aptos Narrow" panose="020B0004020202020204" pitchFamily="34" charset="0"/>
                <a:ea typeface="NanumGothic" pitchFamily="34" charset="-122"/>
                <a:cs typeface="NanumGothic" pitchFamily="34" charset="-120"/>
              </a:rPr>
              <a:t>점검표 작성 후</a:t>
            </a:r>
            <a:endParaRPr lang="en-US" sz="2300">
              <a:latin typeface="Aptos Narrow" panose="020B0004020202020204" pitchFamily="34" charset="0"/>
            </a:endParaRPr>
          </a:p>
        </p:txBody>
      </p:sp>
      <p:pic>
        <p:nvPicPr>
          <p:cNvPr id="8" name="Image 0" descr="/tmp/icons/ic_check_g.png"/>
          <p:cNvPicPr>
            <a:picLocks noChangeAspect="1"/>
          </p:cNvPicPr>
          <p:nvPr/>
        </p:nvPicPr>
        <p:blipFill>
          <a:blip r:embed="rId3"/>
          <a:stretch>
            <a:fillRect/>
          </a:stretch>
        </p:blipFill>
        <p:spPr>
          <a:xfrm>
            <a:off x="905256" y="2624328"/>
            <a:ext cx="219456" cy="219456"/>
          </a:xfrm>
          <a:prstGeom prst="rect">
            <a:avLst/>
          </a:prstGeom>
        </p:spPr>
      </p:pic>
      <p:sp>
        <p:nvSpPr>
          <p:cNvPr id="9" name="Text 6"/>
          <p:cNvSpPr/>
          <p:nvPr/>
        </p:nvSpPr>
        <p:spPr>
          <a:xfrm>
            <a:off x="1371600" y="2468880"/>
            <a:ext cx="10058400" cy="411480"/>
          </a:xfrm>
          <a:prstGeom prst="rect">
            <a:avLst/>
          </a:prstGeom>
          <a:noFill/>
          <a:ln/>
        </p:spPr>
        <p:txBody>
          <a:bodyPr wrap="square" lIns="0" tIns="0" rIns="0" bIns="0" rtlCol="0" anchor="t"/>
          <a:lstStyle/>
          <a:p>
            <a:pPr marL="0" indent="0">
              <a:buNone/>
            </a:pPr>
            <a:r>
              <a:rPr lang="en-US" sz="1300" b="1">
                <a:latin typeface="Aptos Narrow" panose="020B0004020202020204" pitchFamily="34" charset="0"/>
                <a:ea typeface="Arial" pitchFamily="34" charset="-122"/>
                <a:cs typeface="Arial" pitchFamily="34" charset="-120"/>
              </a:rPr>
              <a:t>Mọi mục “Không” cần lập kế hoạch khắc phục trước khi cung cấp dịch vụ.</a:t>
            </a:r>
            <a:endParaRPr lang="en-US" sz="1300">
              <a:latin typeface="Aptos Narrow" panose="020B0004020202020204" pitchFamily="34" charset="0"/>
            </a:endParaRPr>
          </a:p>
        </p:txBody>
      </p:sp>
      <p:sp>
        <p:nvSpPr>
          <p:cNvPr id="10" name="Text 7"/>
          <p:cNvSpPr/>
          <p:nvPr/>
        </p:nvSpPr>
        <p:spPr>
          <a:xfrm>
            <a:off x="1371600" y="2880360"/>
            <a:ext cx="10058400" cy="411480"/>
          </a:xfrm>
          <a:prstGeom prst="rect">
            <a:avLst/>
          </a:prstGeom>
          <a:noFill/>
          <a:ln/>
        </p:spPr>
        <p:txBody>
          <a:bodyPr wrap="square" lIns="0" tIns="0" rIns="0" bIns="0" rtlCol="0" anchor="t"/>
          <a:lstStyle/>
          <a:p>
            <a:pPr marL="0" indent="0">
              <a:buNone/>
            </a:pPr>
            <a:r>
              <a:rPr lang="en-US" sz="1150">
                <a:latin typeface="Aptos Narrow" panose="020B0004020202020204" pitchFamily="34" charset="0"/>
                <a:ea typeface="NanumGothic" pitchFamily="34" charset="-122"/>
                <a:cs typeface="NanumGothic" pitchFamily="34" charset="-120"/>
              </a:rPr>
              <a:t>‘아니오’ 항목은 서비스 제공 전 개선 계획 수립이 필요합니다.</a:t>
            </a:r>
            <a:endParaRPr lang="en-US" sz="1150">
              <a:latin typeface="Aptos Narrow" panose="020B0004020202020204" pitchFamily="34" charset="0"/>
            </a:endParaRPr>
          </a:p>
        </p:txBody>
      </p:sp>
      <p:pic>
        <p:nvPicPr>
          <p:cNvPr id="12" name="Image 1" descr="/tmp/icons/ic_check_g.png"/>
          <p:cNvPicPr>
            <a:picLocks noChangeAspect="1"/>
          </p:cNvPicPr>
          <p:nvPr/>
        </p:nvPicPr>
        <p:blipFill>
          <a:blip r:embed="rId3"/>
          <a:stretch>
            <a:fillRect/>
          </a:stretch>
        </p:blipFill>
        <p:spPr>
          <a:xfrm>
            <a:off x="905256" y="3557016"/>
            <a:ext cx="219456" cy="219456"/>
          </a:xfrm>
          <a:prstGeom prst="rect">
            <a:avLst/>
          </a:prstGeom>
        </p:spPr>
      </p:pic>
      <p:sp>
        <p:nvSpPr>
          <p:cNvPr id="13" name="Text 9"/>
          <p:cNvSpPr/>
          <p:nvPr/>
        </p:nvSpPr>
        <p:spPr>
          <a:xfrm>
            <a:off x="1371600" y="3401568"/>
            <a:ext cx="10058400" cy="411480"/>
          </a:xfrm>
          <a:prstGeom prst="rect">
            <a:avLst/>
          </a:prstGeom>
          <a:noFill/>
          <a:ln/>
        </p:spPr>
        <p:txBody>
          <a:bodyPr wrap="square" lIns="0" tIns="0" rIns="0" bIns="0" rtlCol="0" anchor="t"/>
          <a:lstStyle/>
          <a:p>
            <a:pPr marL="0" indent="0">
              <a:buNone/>
            </a:pPr>
            <a:r>
              <a:rPr lang="en-US" sz="1300" b="1">
                <a:latin typeface="Aptos Narrow" panose="020B0004020202020204" pitchFamily="34" charset="0"/>
                <a:ea typeface="Arial" pitchFamily="34" charset="-122"/>
                <a:cs typeface="Arial" pitchFamily="34" charset="-120"/>
              </a:rPr>
              <a:t>Lưu hồ sơ bằng chứng (quy trình, hợp đồng, biên bản, báo cáo đánh giá ANM) cho mỗi mục “Có”.</a:t>
            </a:r>
            <a:endParaRPr lang="en-US" sz="1300">
              <a:latin typeface="Aptos Narrow" panose="020B0004020202020204" pitchFamily="34" charset="0"/>
            </a:endParaRPr>
          </a:p>
        </p:txBody>
      </p:sp>
      <p:sp>
        <p:nvSpPr>
          <p:cNvPr id="14" name="Text 10"/>
          <p:cNvSpPr/>
          <p:nvPr/>
        </p:nvSpPr>
        <p:spPr>
          <a:xfrm>
            <a:off x="1371600" y="3813048"/>
            <a:ext cx="10058400" cy="411480"/>
          </a:xfrm>
          <a:prstGeom prst="rect">
            <a:avLst/>
          </a:prstGeom>
          <a:noFill/>
          <a:ln/>
        </p:spPr>
        <p:txBody>
          <a:bodyPr wrap="square" lIns="0" tIns="0" rIns="0" bIns="0" rtlCol="0" anchor="t"/>
          <a:lstStyle/>
          <a:p>
            <a:pPr marL="0" indent="0">
              <a:buNone/>
            </a:pPr>
            <a:r>
              <a:rPr lang="en-US" sz="1150">
                <a:latin typeface="Aptos Narrow" panose="020B0004020202020204" pitchFamily="34" charset="0"/>
                <a:ea typeface="NanumGothic" pitchFamily="34" charset="-122"/>
                <a:cs typeface="NanumGothic" pitchFamily="34" charset="-120"/>
              </a:rPr>
              <a:t>‘예’ 항목별로 근거 자료(절차·계약·확인서·보안평가 보고서)를 보관하십시오.</a:t>
            </a:r>
            <a:endParaRPr lang="en-US" sz="1150">
              <a:latin typeface="Aptos Narrow" panose="020B0004020202020204" pitchFamily="34" charset="0"/>
            </a:endParaRPr>
          </a:p>
        </p:txBody>
      </p:sp>
      <p:pic>
        <p:nvPicPr>
          <p:cNvPr id="16" name="Image 2" descr="/tmp/icons/ic_check_g.png"/>
          <p:cNvPicPr>
            <a:picLocks noChangeAspect="1"/>
          </p:cNvPicPr>
          <p:nvPr/>
        </p:nvPicPr>
        <p:blipFill>
          <a:blip r:embed="rId3"/>
          <a:stretch>
            <a:fillRect/>
          </a:stretch>
        </p:blipFill>
        <p:spPr>
          <a:xfrm>
            <a:off x="905256" y="4489704"/>
            <a:ext cx="219456" cy="219456"/>
          </a:xfrm>
          <a:prstGeom prst="rect">
            <a:avLst/>
          </a:prstGeom>
        </p:spPr>
      </p:pic>
      <p:sp>
        <p:nvSpPr>
          <p:cNvPr id="17" name="Text 12"/>
          <p:cNvSpPr/>
          <p:nvPr/>
        </p:nvSpPr>
        <p:spPr>
          <a:xfrm>
            <a:off x="1371600" y="4334256"/>
            <a:ext cx="10058400" cy="411480"/>
          </a:xfrm>
          <a:prstGeom prst="rect">
            <a:avLst/>
          </a:prstGeom>
          <a:noFill/>
          <a:ln/>
        </p:spPr>
        <p:txBody>
          <a:bodyPr wrap="square" lIns="0" tIns="0" rIns="0" bIns="0" rtlCol="0" anchor="t"/>
          <a:lstStyle/>
          <a:p>
            <a:pPr marL="0" indent="0">
              <a:buNone/>
            </a:pPr>
            <a:r>
              <a:rPr lang="en-US" sz="1300" b="1">
                <a:latin typeface="Aptos Narrow" panose="020B0004020202020204" pitchFamily="34" charset="0"/>
                <a:ea typeface="Arial" pitchFamily="34" charset="-122"/>
                <a:cs typeface="Arial" pitchFamily="34" charset="-120"/>
              </a:rPr>
              <a:t>Đối chiếu mốc chuyển tiếp: 03 tháng (báo cáo API) và 01 năm (hoàn thiện hệ thống) (Điều 31).</a:t>
            </a:r>
            <a:endParaRPr lang="en-US" sz="1300">
              <a:latin typeface="Aptos Narrow" panose="020B0004020202020204" pitchFamily="34" charset="0"/>
            </a:endParaRPr>
          </a:p>
        </p:txBody>
      </p:sp>
      <p:sp>
        <p:nvSpPr>
          <p:cNvPr id="18" name="Text 13"/>
          <p:cNvSpPr/>
          <p:nvPr/>
        </p:nvSpPr>
        <p:spPr>
          <a:xfrm>
            <a:off x="1371600" y="4745736"/>
            <a:ext cx="10058400" cy="411480"/>
          </a:xfrm>
          <a:prstGeom prst="rect">
            <a:avLst/>
          </a:prstGeom>
          <a:noFill/>
          <a:ln/>
        </p:spPr>
        <p:txBody>
          <a:bodyPr wrap="square" lIns="0" tIns="0" rIns="0" bIns="0" rtlCol="0" anchor="t"/>
          <a:lstStyle/>
          <a:p>
            <a:pPr marL="0" indent="0">
              <a:buNone/>
            </a:pPr>
            <a:r>
              <a:rPr lang="en-US" sz="1150">
                <a:latin typeface="Aptos Narrow" panose="020B0004020202020204" pitchFamily="34" charset="0"/>
                <a:ea typeface="NanumGothic" pitchFamily="34" charset="-122"/>
                <a:cs typeface="NanumGothic" pitchFamily="34" charset="-120"/>
              </a:rPr>
              <a:t>경과 일정 확인: API 보고 3개월, 시스템 정비 1년(제31조).</a:t>
            </a:r>
            <a:endParaRPr lang="en-US" sz="1150">
              <a:latin typeface="Aptos Narrow" panose="020B0004020202020204" pitchFamily="34" charset="0"/>
            </a:endParaRPr>
          </a:p>
        </p:txBody>
      </p:sp>
      <p:pic>
        <p:nvPicPr>
          <p:cNvPr id="20" name="Image 3" descr="/tmp/icons/ic_check_g.png"/>
          <p:cNvPicPr>
            <a:picLocks noChangeAspect="1"/>
          </p:cNvPicPr>
          <p:nvPr/>
        </p:nvPicPr>
        <p:blipFill>
          <a:blip r:embed="rId3"/>
          <a:stretch>
            <a:fillRect/>
          </a:stretch>
        </p:blipFill>
        <p:spPr>
          <a:xfrm>
            <a:off x="905256" y="5422392"/>
            <a:ext cx="219456" cy="219456"/>
          </a:xfrm>
          <a:prstGeom prst="rect">
            <a:avLst/>
          </a:prstGeom>
        </p:spPr>
      </p:pic>
      <p:sp>
        <p:nvSpPr>
          <p:cNvPr id="21" name="Text 15"/>
          <p:cNvSpPr/>
          <p:nvPr/>
        </p:nvSpPr>
        <p:spPr>
          <a:xfrm>
            <a:off x="1371600" y="5266944"/>
            <a:ext cx="10058400" cy="411480"/>
          </a:xfrm>
          <a:prstGeom prst="rect">
            <a:avLst/>
          </a:prstGeom>
          <a:noFill/>
          <a:ln/>
        </p:spPr>
        <p:txBody>
          <a:bodyPr wrap="square" lIns="0" tIns="0" rIns="0" bIns="0" rtlCol="0" anchor="t"/>
          <a:lstStyle/>
          <a:p>
            <a:pPr marL="0" indent="0">
              <a:buNone/>
            </a:pPr>
            <a:r>
              <a:rPr lang="en-US" sz="1300" b="1">
                <a:latin typeface="Aptos Narrow" panose="020B0004020202020204" pitchFamily="34" charset="0"/>
                <a:ea typeface="Arial" pitchFamily="34" charset="-122"/>
                <a:cs typeface="Arial" pitchFamily="34" charset="-120"/>
              </a:rPr>
              <a:t>Lưu ý </a:t>
            </a:r>
            <a:r>
              <a:rPr lang="en-US" sz="1300" b="1" err="1">
                <a:latin typeface="Aptos Narrow" panose="020B0004020202020204" pitchFamily="34" charset="0"/>
                <a:ea typeface="Arial" pitchFamily="34" charset="-122"/>
                <a:cs typeface="Arial" pitchFamily="34" charset="-120"/>
              </a:rPr>
              <a:t>quan</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trọng</a:t>
            </a:r>
            <a:r>
              <a:rPr lang="en-US" sz="1300" b="1">
                <a:latin typeface="Aptos Narrow" panose="020B0004020202020204" pitchFamily="34" charset="0"/>
                <a:ea typeface="Arial" pitchFamily="34" charset="-122"/>
                <a:cs typeface="Arial" pitchFamily="34" charset="-120"/>
              </a:rPr>
              <a:t>: Báo </a:t>
            </a:r>
            <a:r>
              <a:rPr lang="en-US" sz="1300" b="1" err="1">
                <a:latin typeface="Aptos Narrow" panose="020B0004020202020204" pitchFamily="34" charset="0"/>
                <a:ea typeface="Arial" pitchFamily="34" charset="-122"/>
                <a:cs typeface="Arial" pitchFamily="34" charset="-120"/>
              </a:rPr>
              <a:t>cáo</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đánh</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giá</a:t>
            </a:r>
            <a:r>
              <a:rPr lang="en-US" sz="1300" b="1">
                <a:latin typeface="Aptos Narrow" panose="020B0004020202020204" pitchFamily="34" charset="0"/>
                <a:ea typeface="Arial" pitchFamily="34" charset="-122"/>
                <a:cs typeface="Arial" pitchFamily="34" charset="-120"/>
              </a:rPr>
              <a:t> ANM </a:t>
            </a:r>
            <a:r>
              <a:rPr lang="en-US" sz="1300" b="1" err="1">
                <a:latin typeface="Aptos Narrow" panose="020B0004020202020204" pitchFamily="34" charset="0"/>
                <a:ea typeface="Arial" pitchFamily="34" charset="-122"/>
                <a:cs typeface="Arial" pitchFamily="34" charset="-120"/>
              </a:rPr>
              <a:t>phải</a:t>
            </a:r>
            <a:r>
              <a:rPr lang="en-US" sz="1300" b="1">
                <a:latin typeface="Aptos Narrow" panose="020B0004020202020204" pitchFamily="34" charset="0"/>
                <a:ea typeface="Arial" pitchFamily="34" charset="-122"/>
                <a:cs typeface="Arial" pitchFamily="34" charset="-120"/>
              </a:rPr>
              <a:t> do </a:t>
            </a:r>
            <a:r>
              <a:rPr lang="en-US" sz="1300" b="1" err="1">
                <a:latin typeface="Aptos Narrow" panose="020B0004020202020204" pitchFamily="34" charset="0"/>
                <a:ea typeface="Arial" pitchFamily="34" charset="-122"/>
                <a:cs typeface="Arial" pitchFamily="34" charset="-120"/>
              </a:rPr>
              <a:t>đơn</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vị</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có</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thẩm</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quyền</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kiểm</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tra</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đánh</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giá</a:t>
            </a:r>
            <a:r>
              <a:rPr lang="en-US" sz="1300" b="1">
                <a:latin typeface="Aptos Narrow" panose="020B0004020202020204" pitchFamily="34" charset="0"/>
                <a:ea typeface="Arial" pitchFamily="34" charset="-122"/>
                <a:cs typeface="Arial" pitchFamily="34" charset="-120"/>
              </a:rPr>
              <a:t> an </a:t>
            </a:r>
            <a:r>
              <a:rPr lang="en-US" sz="1300" b="1" err="1">
                <a:latin typeface="Aptos Narrow" panose="020B0004020202020204" pitchFamily="34" charset="0"/>
                <a:ea typeface="Arial" pitchFamily="34" charset="-122"/>
                <a:cs typeface="Arial" pitchFamily="34" charset="-120"/>
              </a:rPr>
              <a:t>ninh</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mạng</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thực</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hiện</a:t>
            </a:r>
            <a:r>
              <a:rPr lang="en-US" sz="1300" b="1">
                <a:latin typeface="Aptos Narrow" panose="020B0004020202020204" pitchFamily="34" charset="0"/>
                <a:ea typeface="Arial" pitchFamily="34" charset="-122"/>
                <a:cs typeface="Arial" pitchFamily="34" charset="-120"/>
              </a:rPr>
              <a:t> (</a:t>
            </a:r>
            <a:r>
              <a:rPr lang="en-US" sz="1300" b="1" err="1">
                <a:latin typeface="Aptos Narrow" panose="020B0004020202020204" pitchFamily="34" charset="0"/>
                <a:ea typeface="Arial" pitchFamily="34" charset="-122"/>
                <a:cs typeface="Arial" pitchFamily="34" charset="-120"/>
              </a:rPr>
              <a:t>Điều</a:t>
            </a:r>
            <a:r>
              <a:rPr lang="en-US" sz="1300" b="1">
                <a:latin typeface="Aptos Narrow" panose="020B0004020202020204" pitchFamily="34" charset="0"/>
                <a:ea typeface="Arial" pitchFamily="34" charset="-122"/>
                <a:cs typeface="Arial" pitchFamily="34" charset="-120"/>
              </a:rPr>
              <a:t> 16, </a:t>
            </a:r>
            <a:r>
              <a:rPr lang="en-US" sz="1300" b="1" err="1">
                <a:latin typeface="Aptos Narrow" panose="020B0004020202020204" pitchFamily="34" charset="0"/>
                <a:ea typeface="Arial" pitchFamily="34" charset="-122"/>
                <a:cs typeface="Arial" pitchFamily="34" charset="-120"/>
              </a:rPr>
              <a:t>Điều</a:t>
            </a:r>
            <a:r>
              <a:rPr lang="en-US" sz="1300" b="1">
                <a:latin typeface="Aptos Narrow" panose="020B0004020202020204" pitchFamily="34" charset="0"/>
                <a:ea typeface="Arial" pitchFamily="34" charset="-122"/>
                <a:cs typeface="Arial" pitchFamily="34" charset="-120"/>
              </a:rPr>
              <a:t> 25).</a:t>
            </a:r>
            <a:endParaRPr lang="en-US" sz="1300">
              <a:latin typeface="Aptos Narrow" panose="020B0004020202020204" pitchFamily="34" charset="0"/>
            </a:endParaRPr>
          </a:p>
        </p:txBody>
      </p:sp>
      <p:sp>
        <p:nvSpPr>
          <p:cNvPr id="22" name="Text 16"/>
          <p:cNvSpPr/>
          <p:nvPr/>
        </p:nvSpPr>
        <p:spPr>
          <a:xfrm>
            <a:off x="1371600" y="5678424"/>
            <a:ext cx="10058400" cy="411480"/>
          </a:xfrm>
          <a:prstGeom prst="rect">
            <a:avLst/>
          </a:prstGeom>
          <a:noFill/>
          <a:ln/>
        </p:spPr>
        <p:txBody>
          <a:bodyPr wrap="square" lIns="0" tIns="0" rIns="0" bIns="0" rtlCol="0" anchor="t"/>
          <a:lstStyle/>
          <a:p>
            <a:pPr marL="0" indent="0">
              <a:buNone/>
            </a:pPr>
            <a:r>
              <a:rPr lang="en-US" sz="1150">
                <a:latin typeface="Aptos Narrow" panose="020B0004020202020204" pitchFamily="34" charset="0"/>
                <a:ea typeface="NanumGothic" pitchFamily="34" charset="-122"/>
                <a:cs typeface="NanumGothic" pitchFamily="34" charset="-120"/>
              </a:rPr>
              <a:t>사이버보안 평가는 권한 있는 점검·평가 기관이 수행해야 합니다(제16조·제25조).</a:t>
            </a:r>
            <a:endParaRPr lang="en-US" sz="1150">
              <a:latin typeface="Aptos Narrow" panose="020B0004020202020204" pitchFamily="34" charset="0"/>
            </a:endParaRPr>
          </a:p>
        </p:txBody>
      </p:sp>
      <p:sp>
        <p:nvSpPr>
          <p:cNvPr id="23" name="Text 17"/>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latin typeface="Aptos Narrow" panose="020B0004020202020204" pitchFamily="34" charset="0"/>
                <a:ea typeface="Arial" pitchFamily="34" charset="-122"/>
                <a:cs typeface="Arial" pitchFamily="34" charset="-120"/>
              </a:rPr>
              <a:t>18</a:t>
            </a:r>
            <a:endParaRPr lang="en-US" sz="900">
              <a:latin typeface="Aptos Narrow" panose="020B00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150" b="1" kern="0" spc="100">
                <a:solidFill>
                  <a:srgbClr val="0E8C8B"/>
                </a:solidFill>
                <a:latin typeface="Aptos Narrow" panose="020B0004020202020204" pitchFamily="34" charset="0"/>
                <a:ea typeface="Arial" pitchFamily="34" charset="-122"/>
                <a:cs typeface="Arial" pitchFamily="34" charset="-120"/>
              </a:rPr>
              <a:t>MẪU KẾ HOẠCH KHẮC PHỤC · </a:t>
            </a:r>
            <a:r>
              <a:rPr lang="en-US" sz="1150" b="1" kern="0" spc="100">
                <a:solidFill>
                  <a:srgbClr val="0E8C8B"/>
                </a:solidFill>
                <a:latin typeface="Aptos Narrow" panose="020B0004020202020204" pitchFamily="34" charset="0"/>
                <a:ea typeface="NanumGothic" pitchFamily="34" charset="-122"/>
                <a:cs typeface="NanumGothic" pitchFamily="34" charset="-120"/>
              </a:rPr>
              <a:t>시정 계획 양식</a:t>
            </a:r>
            <a:endParaRPr lang="en-US" sz="1150">
              <a:latin typeface="Aptos Narrow" panose="020B0004020202020204" pitchFamily="34" charset="0"/>
            </a:endParaRPr>
          </a:p>
        </p:txBody>
      </p:sp>
      <p:sp>
        <p:nvSpPr>
          <p:cNvPr id="3" name="Text 1"/>
          <p:cNvSpPr/>
          <p:nvPr/>
        </p:nvSpPr>
        <p:spPr>
          <a:xfrm>
            <a:off x="457200" y="621792"/>
            <a:ext cx="11247120" cy="457200"/>
          </a:xfrm>
          <a:prstGeom prst="rect">
            <a:avLst/>
          </a:prstGeom>
          <a:noFill/>
          <a:ln/>
        </p:spPr>
        <p:txBody>
          <a:bodyPr wrap="square" lIns="0" tIns="0" rIns="0" bIns="0" rtlCol="0" anchor="t"/>
          <a:lstStyle/>
          <a:p>
            <a:pPr marL="0" indent="0">
              <a:buNone/>
            </a:pPr>
            <a:r>
              <a:rPr lang="en-US" sz="2100" b="1">
                <a:solidFill>
                  <a:srgbClr val="0B2C4D"/>
                </a:solidFill>
                <a:latin typeface="Aptos Narrow" panose="020B0004020202020204" pitchFamily="34" charset="0"/>
                <a:ea typeface="Arial" pitchFamily="34" charset="-122"/>
                <a:cs typeface="Arial" pitchFamily="34" charset="-120"/>
              </a:rPr>
              <a:t>Kế hoạch khắc phục các hạng mục “Không” tuân thủ</a:t>
            </a:r>
            <a:endParaRPr lang="en-US" sz="2100">
              <a:latin typeface="Aptos Narrow" panose="020B0004020202020204" pitchFamily="34" charset="0"/>
            </a:endParaRPr>
          </a:p>
        </p:txBody>
      </p:sp>
      <p:sp>
        <p:nvSpPr>
          <p:cNvPr id="4" name="Text 2"/>
          <p:cNvSpPr/>
          <p:nvPr/>
        </p:nvSpPr>
        <p:spPr>
          <a:xfrm>
            <a:off x="457200" y="1060704"/>
            <a:ext cx="11247120" cy="310896"/>
          </a:xfrm>
          <a:prstGeom prst="rect">
            <a:avLst/>
          </a:prstGeom>
          <a:noFill/>
          <a:ln/>
        </p:spPr>
        <p:txBody>
          <a:bodyPr wrap="square" lIns="0" tIns="0" rIns="0" bIns="0" rtlCol="0" anchor="ctr"/>
          <a:lstStyle/>
          <a:p>
            <a:pPr marL="0" indent="0" algn="ctr">
              <a:buNone/>
            </a:pPr>
            <a:r>
              <a:rPr lang="en-US" sz="1300" b="1">
                <a:solidFill>
                  <a:srgbClr val="5B6B79"/>
                </a:solidFill>
                <a:latin typeface="Aptos Narrow" panose="020B0004020202020204" pitchFamily="34" charset="0"/>
                <a:ea typeface="NanumGothic" pitchFamily="34" charset="-122"/>
                <a:cs typeface="NanumGothic" pitchFamily="34" charset="-120"/>
              </a:rPr>
              <a:t>미준수(‘아니오’) 항목에 대한 시정 계획</a:t>
            </a:r>
            <a:endParaRPr lang="en-US" sz="1300">
              <a:latin typeface="Aptos Narrow" panose="020B0004020202020204" pitchFamily="34" charset="0"/>
            </a:endParaRPr>
          </a:p>
        </p:txBody>
      </p:sp>
      <p:sp>
        <p:nvSpPr>
          <p:cNvPr id="5" name="Shape 3"/>
          <p:cNvSpPr/>
          <p:nvPr/>
        </p:nvSpPr>
        <p:spPr>
          <a:xfrm>
            <a:off x="457200" y="1481328"/>
            <a:ext cx="457200" cy="603504"/>
          </a:xfrm>
          <a:prstGeom prst="rect">
            <a:avLst/>
          </a:prstGeom>
          <a:solidFill>
            <a:srgbClr val="12436E"/>
          </a:solidFill>
          <a:ln/>
        </p:spPr>
        <p:txBody>
          <a:bodyPr/>
          <a:lstStyle/>
          <a:p>
            <a:endParaRPr lang="en-US">
              <a:latin typeface="Aptos Narrow" panose="020B0004020202020204" pitchFamily="34" charset="0"/>
            </a:endParaRPr>
          </a:p>
        </p:txBody>
      </p:sp>
      <p:sp>
        <p:nvSpPr>
          <p:cNvPr id="6" name="Text 4"/>
          <p:cNvSpPr/>
          <p:nvPr/>
        </p:nvSpPr>
        <p:spPr>
          <a:xfrm>
            <a:off x="512064" y="1481328"/>
            <a:ext cx="347472" cy="603504"/>
          </a:xfrm>
          <a:prstGeom prst="rect">
            <a:avLst/>
          </a:prstGeom>
          <a:noFill/>
          <a:ln/>
        </p:spPr>
        <p:txBody>
          <a:bodyPr wrap="square" lIns="0" tIns="0" rIns="0" bIns="0" rtlCol="0" anchor="ctr"/>
          <a:lstStyle/>
          <a:p>
            <a:pPr marL="0" indent="0" algn="ctr">
              <a:lnSpc>
                <a:spcPct val="95000"/>
              </a:lnSpc>
              <a:buNone/>
            </a:pPr>
            <a:r>
              <a:rPr lang="en-US" sz="1050" b="1">
                <a:solidFill>
                  <a:srgbClr val="FFFFFF"/>
                </a:solidFill>
                <a:latin typeface="Aptos Narrow" panose="020B0004020202020204" pitchFamily="34" charset="0"/>
                <a:ea typeface="Arial" pitchFamily="34" charset="-122"/>
                <a:cs typeface="Arial" pitchFamily="34" charset="-120"/>
              </a:rPr>
              <a:t>STT</a:t>
            </a:r>
            <a:endParaRPr lang="en-US" sz="1050">
              <a:latin typeface="Aptos Narrow" panose="020B0004020202020204" pitchFamily="34" charset="0"/>
            </a:endParaRPr>
          </a:p>
          <a:p>
            <a:pPr marL="0" indent="0" algn="ctr">
              <a:lnSpc>
                <a:spcPct val="95000"/>
              </a:lnSpc>
              <a:buNone/>
            </a:pPr>
            <a:r>
              <a:rPr lang="en-US" sz="850">
                <a:solidFill>
                  <a:srgbClr val="FFFFFF"/>
                </a:solidFill>
                <a:latin typeface="Aptos Narrow" panose="020B0004020202020204" pitchFamily="34" charset="0"/>
                <a:ea typeface="NanumGothic" pitchFamily="34" charset="-122"/>
                <a:cs typeface="NanumGothic" pitchFamily="34" charset="-120"/>
              </a:rPr>
              <a:t>번호</a:t>
            </a:r>
            <a:endParaRPr lang="en-US" sz="1050">
              <a:latin typeface="Aptos Narrow" panose="020B0004020202020204" pitchFamily="34" charset="0"/>
            </a:endParaRPr>
          </a:p>
        </p:txBody>
      </p:sp>
      <p:sp>
        <p:nvSpPr>
          <p:cNvPr id="7" name="Shape 5"/>
          <p:cNvSpPr/>
          <p:nvPr/>
        </p:nvSpPr>
        <p:spPr>
          <a:xfrm>
            <a:off x="914400" y="1481328"/>
            <a:ext cx="3200400" cy="603504"/>
          </a:xfrm>
          <a:prstGeom prst="rect">
            <a:avLst/>
          </a:prstGeom>
          <a:solidFill>
            <a:srgbClr val="0B2C4D"/>
          </a:solidFill>
          <a:ln/>
        </p:spPr>
        <p:txBody>
          <a:bodyPr/>
          <a:lstStyle/>
          <a:p>
            <a:endParaRPr lang="en-US">
              <a:latin typeface="Aptos Narrow" panose="020B0004020202020204" pitchFamily="34" charset="0"/>
            </a:endParaRPr>
          </a:p>
        </p:txBody>
      </p:sp>
      <p:sp>
        <p:nvSpPr>
          <p:cNvPr id="8" name="Text 6"/>
          <p:cNvSpPr/>
          <p:nvPr/>
        </p:nvSpPr>
        <p:spPr>
          <a:xfrm>
            <a:off x="969264" y="1481328"/>
            <a:ext cx="3090672" cy="603504"/>
          </a:xfrm>
          <a:prstGeom prst="rect">
            <a:avLst/>
          </a:prstGeom>
          <a:noFill/>
          <a:ln/>
        </p:spPr>
        <p:txBody>
          <a:bodyPr wrap="square" lIns="0" tIns="0" rIns="0" bIns="0" rtlCol="0" anchor="ctr"/>
          <a:lstStyle/>
          <a:p>
            <a:pPr marL="0" indent="0" algn="ctr">
              <a:lnSpc>
                <a:spcPct val="95000"/>
              </a:lnSpc>
              <a:buNone/>
            </a:pPr>
            <a:r>
              <a:rPr lang="en-US" sz="1050" b="1">
                <a:solidFill>
                  <a:srgbClr val="FFFFFF"/>
                </a:solidFill>
                <a:latin typeface="Aptos Narrow" panose="020B0004020202020204" pitchFamily="34" charset="0"/>
                <a:ea typeface="Arial" pitchFamily="34" charset="-122"/>
                <a:cs typeface="Arial" pitchFamily="34" charset="-120"/>
              </a:rPr>
              <a:t>Hạng mục cần khắc phục</a:t>
            </a:r>
            <a:endParaRPr lang="en-US" sz="1050">
              <a:latin typeface="Aptos Narrow" panose="020B0004020202020204" pitchFamily="34" charset="0"/>
            </a:endParaRPr>
          </a:p>
          <a:p>
            <a:pPr marL="0" indent="0" algn="ctr">
              <a:lnSpc>
                <a:spcPct val="95000"/>
              </a:lnSpc>
              <a:buNone/>
            </a:pPr>
            <a:r>
              <a:rPr lang="en-US" sz="850">
                <a:solidFill>
                  <a:srgbClr val="FFFFFF"/>
                </a:solidFill>
                <a:latin typeface="Aptos Narrow" panose="020B0004020202020204" pitchFamily="34" charset="0"/>
                <a:ea typeface="NanumGothic" pitchFamily="34" charset="-122"/>
                <a:cs typeface="NanumGothic" pitchFamily="34" charset="-120"/>
              </a:rPr>
              <a:t>시정 대상 항목</a:t>
            </a:r>
            <a:endParaRPr lang="en-US" sz="1050">
              <a:latin typeface="Aptos Narrow" panose="020B0004020202020204" pitchFamily="34" charset="0"/>
            </a:endParaRPr>
          </a:p>
        </p:txBody>
      </p:sp>
      <p:sp>
        <p:nvSpPr>
          <p:cNvPr id="9" name="Shape 7"/>
          <p:cNvSpPr/>
          <p:nvPr/>
        </p:nvSpPr>
        <p:spPr>
          <a:xfrm>
            <a:off x="4114800" y="1481328"/>
            <a:ext cx="1691640" cy="603504"/>
          </a:xfrm>
          <a:prstGeom prst="rect">
            <a:avLst/>
          </a:prstGeom>
          <a:solidFill>
            <a:srgbClr val="0B2C4D"/>
          </a:solidFill>
          <a:ln/>
        </p:spPr>
        <p:txBody>
          <a:bodyPr/>
          <a:lstStyle/>
          <a:p>
            <a:pPr algn="ctr"/>
            <a:endParaRPr lang="en-US">
              <a:latin typeface="Aptos Narrow" panose="020B0004020202020204" pitchFamily="34" charset="0"/>
            </a:endParaRPr>
          </a:p>
        </p:txBody>
      </p:sp>
      <p:sp>
        <p:nvSpPr>
          <p:cNvPr id="10" name="Text 8"/>
          <p:cNvSpPr/>
          <p:nvPr/>
        </p:nvSpPr>
        <p:spPr>
          <a:xfrm>
            <a:off x="4169664" y="1481328"/>
            <a:ext cx="1581912" cy="603504"/>
          </a:xfrm>
          <a:prstGeom prst="rect">
            <a:avLst/>
          </a:prstGeom>
          <a:noFill/>
          <a:ln/>
        </p:spPr>
        <p:txBody>
          <a:bodyPr wrap="square" lIns="0" tIns="0" rIns="0" bIns="0" rtlCol="0" anchor="ctr"/>
          <a:lstStyle/>
          <a:p>
            <a:pPr marL="0" indent="0" algn="l">
              <a:lnSpc>
                <a:spcPct val="95000"/>
              </a:lnSpc>
              <a:buNone/>
            </a:pPr>
            <a:r>
              <a:rPr lang="en-US" sz="1050" b="1">
                <a:solidFill>
                  <a:srgbClr val="FFFFFF"/>
                </a:solidFill>
                <a:latin typeface="Aptos Narrow" panose="020B0004020202020204" pitchFamily="34" charset="0"/>
                <a:ea typeface="Arial" pitchFamily="34" charset="-122"/>
                <a:cs typeface="Arial" pitchFamily="34" charset="-120"/>
              </a:rPr>
              <a:t>Điều khoản tham chiếu</a:t>
            </a:r>
            <a:endParaRPr lang="en-US" sz="1050">
              <a:latin typeface="Aptos Narrow" panose="020B0004020202020204" pitchFamily="34" charset="0"/>
            </a:endParaRPr>
          </a:p>
          <a:p>
            <a:pPr marL="0" indent="0" algn="l">
              <a:lnSpc>
                <a:spcPct val="95000"/>
              </a:lnSpc>
              <a:buNone/>
            </a:pPr>
            <a:r>
              <a:rPr lang="en-US" sz="850">
                <a:solidFill>
                  <a:srgbClr val="FFFFFF"/>
                </a:solidFill>
                <a:latin typeface="Aptos Narrow" panose="020B0004020202020204" pitchFamily="34" charset="0"/>
                <a:ea typeface="NanumGothic" pitchFamily="34" charset="-122"/>
                <a:cs typeface="NanumGothic" pitchFamily="34" charset="-120"/>
              </a:rPr>
              <a:t>참조 조항</a:t>
            </a:r>
            <a:endParaRPr lang="en-US" sz="1050">
              <a:latin typeface="Aptos Narrow" panose="020B0004020202020204" pitchFamily="34" charset="0"/>
            </a:endParaRPr>
          </a:p>
        </p:txBody>
      </p:sp>
      <p:sp>
        <p:nvSpPr>
          <p:cNvPr id="11" name="Shape 9"/>
          <p:cNvSpPr/>
          <p:nvPr/>
        </p:nvSpPr>
        <p:spPr>
          <a:xfrm>
            <a:off x="5806440" y="1481328"/>
            <a:ext cx="3291840" cy="603504"/>
          </a:xfrm>
          <a:prstGeom prst="rect">
            <a:avLst/>
          </a:prstGeom>
          <a:solidFill>
            <a:srgbClr val="0B2C4D"/>
          </a:solidFill>
          <a:ln/>
        </p:spPr>
        <p:txBody>
          <a:bodyPr/>
          <a:lstStyle/>
          <a:p>
            <a:pPr algn="ctr"/>
            <a:endParaRPr lang="en-US">
              <a:latin typeface="Aptos Narrow" panose="020B0004020202020204" pitchFamily="34" charset="0"/>
            </a:endParaRPr>
          </a:p>
        </p:txBody>
      </p:sp>
      <p:sp>
        <p:nvSpPr>
          <p:cNvPr id="12" name="Text 10"/>
          <p:cNvSpPr/>
          <p:nvPr/>
        </p:nvSpPr>
        <p:spPr>
          <a:xfrm>
            <a:off x="5861304" y="1481328"/>
            <a:ext cx="3182112" cy="603504"/>
          </a:xfrm>
          <a:prstGeom prst="rect">
            <a:avLst/>
          </a:prstGeom>
          <a:noFill/>
          <a:ln/>
        </p:spPr>
        <p:txBody>
          <a:bodyPr wrap="square" lIns="0" tIns="0" rIns="0" bIns="0" rtlCol="0" anchor="ctr"/>
          <a:lstStyle/>
          <a:p>
            <a:pPr marL="0" indent="0" algn="l">
              <a:lnSpc>
                <a:spcPct val="95000"/>
              </a:lnSpc>
              <a:buNone/>
            </a:pPr>
            <a:r>
              <a:rPr lang="en-US" sz="1050" b="1">
                <a:solidFill>
                  <a:srgbClr val="FFFFFF"/>
                </a:solidFill>
                <a:latin typeface="Aptos Narrow" panose="020B0004020202020204" pitchFamily="34" charset="0"/>
                <a:ea typeface="Arial" pitchFamily="34" charset="-122"/>
                <a:cs typeface="Arial" pitchFamily="34" charset="-120"/>
              </a:rPr>
              <a:t>Hành động cụ thể cần thực hiện</a:t>
            </a:r>
            <a:endParaRPr lang="en-US" sz="1050">
              <a:latin typeface="Aptos Narrow" panose="020B0004020202020204" pitchFamily="34" charset="0"/>
            </a:endParaRPr>
          </a:p>
          <a:p>
            <a:pPr marL="0" indent="0" algn="l">
              <a:lnSpc>
                <a:spcPct val="95000"/>
              </a:lnSpc>
              <a:buNone/>
            </a:pPr>
            <a:r>
              <a:rPr lang="en-US" sz="850">
                <a:solidFill>
                  <a:srgbClr val="FFFFFF"/>
                </a:solidFill>
                <a:latin typeface="Aptos Narrow" panose="020B0004020202020204" pitchFamily="34" charset="0"/>
                <a:ea typeface="NanumGothic" pitchFamily="34" charset="-122"/>
                <a:cs typeface="NanumGothic" pitchFamily="34" charset="-120"/>
              </a:rPr>
              <a:t>구체적 시정 조치</a:t>
            </a:r>
            <a:endParaRPr lang="en-US" sz="1050">
              <a:latin typeface="Aptos Narrow" panose="020B0004020202020204" pitchFamily="34" charset="0"/>
            </a:endParaRPr>
          </a:p>
        </p:txBody>
      </p:sp>
      <p:sp>
        <p:nvSpPr>
          <p:cNvPr id="13" name="Shape 11"/>
          <p:cNvSpPr/>
          <p:nvPr/>
        </p:nvSpPr>
        <p:spPr>
          <a:xfrm>
            <a:off x="9098280" y="1481328"/>
            <a:ext cx="1234440" cy="603504"/>
          </a:xfrm>
          <a:prstGeom prst="rect">
            <a:avLst/>
          </a:prstGeom>
          <a:solidFill>
            <a:srgbClr val="0B2C4D"/>
          </a:solidFill>
          <a:ln/>
        </p:spPr>
        <p:txBody>
          <a:bodyPr/>
          <a:lstStyle/>
          <a:p>
            <a:pPr algn="ctr"/>
            <a:endParaRPr lang="en-US">
              <a:latin typeface="Aptos Narrow" panose="020B0004020202020204" pitchFamily="34" charset="0"/>
            </a:endParaRPr>
          </a:p>
        </p:txBody>
      </p:sp>
      <p:sp>
        <p:nvSpPr>
          <p:cNvPr id="14" name="Text 12"/>
          <p:cNvSpPr/>
          <p:nvPr/>
        </p:nvSpPr>
        <p:spPr>
          <a:xfrm>
            <a:off x="9153144" y="1481328"/>
            <a:ext cx="1124712" cy="603504"/>
          </a:xfrm>
          <a:prstGeom prst="rect">
            <a:avLst/>
          </a:prstGeom>
          <a:noFill/>
          <a:ln/>
        </p:spPr>
        <p:txBody>
          <a:bodyPr wrap="square" lIns="0" tIns="0" rIns="0" bIns="0" rtlCol="0" anchor="ctr"/>
          <a:lstStyle/>
          <a:p>
            <a:pPr marL="0" indent="0" algn="l">
              <a:lnSpc>
                <a:spcPct val="95000"/>
              </a:lnSpc>
              <a:buNone/>
            </a:pPr>
            <a:r>
              <a:rPr lang="en-US" sz="1050" b="1">
                <a:solidFill>
                  <a:srgbClr val="FFFFFF"/>
                </a:solidFill>
                <a:latin typeface="Aptos Narrow" panose="020B0004020202020204" pitchFamily="34" charset="0"/>
                <a:ea typeface="Arial" pitchFamily="34" charset="-122"/>
                <a:cs typeface="Arial" pitchFamily="34" charset="-120"/>
              </a:rPr>
              <a:t>Thời hạn hoàn thành</a:t>
            </a:r>
            <a:endParaRPr lang="en-US" sz="1050">
              <a:latin typeface="Aptos Narrow" panose="020B0004020202020204" pitchFamily="34" charset="0"/>
            </a:endParaRPr>
          </a:p>
          <a:p>
            <a:pPr marL="0" indent="0" algn="l">
              <a:lnSpc>
                <a:spcPct val="95000"/>
              </a:lnSpc>
              <a:buNone/>
            </a:pPr>
            <a:r>
              <a:rPr lang="en-US" sz="850">
                <a:solidFill>
                  <a:srgbClr val="FFFFFF"/>
                </a:solidFill>
                <a:latin typeface="Aptos Narrow" panose="020B0004020202020204" pitchFamily="34" charset="0"/>
                <a:ea typeface="NanumGothic" pitchFamily="34" charset="-122"/>
                <a:cs typeface="NanumGothic" pitchFamily="34" charset="-120"/>
              </a:rPr>
              <a:t>완료 기한</a:t>
            </a:r>
            <a:endParaRPr lang="en-US" sz="1050">
              <a:latin typeface="Aptos Narrow" panose="020B0004020202020204" pitchFamily="34" charset="0"/>
            </a:endParaRPr>
          </a:p>
        </p:txBody>
      </p:sp>
      <p:sp>
        <p:nvSpPr>
          <p:cNvPr id="15" name="Shape 13"/>
          <p:cNvSpPr/>
          <p:nvPr/>
        </p:nvSpPr>
        <p:spPr>
          <a:xfrm>
            <a:off x="10332720" y="1481328"/>
            <a:ext cx="1399032" cy="603504"/>
          </a:xfrm>
          <a:prstGeom prst="rect">
            <a:avLst/>
          </a:prstGeom>
          <a:solidFill>
            <a:srgbClr val="0B2C4D"/>
          </a:solidFill>
          <a:ln/>
        </p:spPr>
        <p:txBody>
          <a:bodyPr/>
          <a:lstStyle/>
          <a:p>
            <a:endParaRPr lang="en-US">
              <a:latin typeface="Aptos Narrow" panose="020B0004020202020204" pitchFamily="34" charset="0"/>
            </a:endParaRPr>
          </a:p>
        </p:txBody>
      </p:sp>
      <p:sp>
        <p:nvSpPr>
          <p:cNvPr id="16" name="Text 14"/>
          <p:cNvSpPr/>
          <p:nvPr/>
        </p:nvSpPr>
        <p:spPr>
          <a:xfrm>
            <a:off x="10387584" y="1481328"/>
            <a:ext cx="1289304" cy="603504"/>
          </a:xfrm>
          <a:prstGeom prst="rect">
            <a:avLst/>
          </a:prstGeom>
          <a:noFill/>
          <a:ln/>
        </p:spPr>
        <p:txBody>
          <a:bodyPr wrap="square" lIns="0" tIns="0" rIns="0" bIns="0" rtlCol="0" anchor="ctr"/>
          <a:lstStyle/>
          <a:p>
            <a:pPr marL="0" indent="0" algn="ctr">
              <a:lnSpc>
                <a:spcPct val="95000"/>
              </a:lnSpc>
              <a:buNone/>
            </a:pPr>
            <a:r>
              <a:rPr lang="en-US" sz="1050" b="1">
                <a:solidFill>
                  <a:srgbClr val="FFFFFF"/>
                </a:solidFill>
                <a:latin typeface="Aptos Narrow" panose="020B0004020202020204" pitchFamily="34" charset="0"/>
                <a:ea typeface="Arial" pitchFamily="34" charset="-122"/>
                <a:cs typeface="Arial" pitchFamily="34" charset="-120"/>
              </a:rPr>
              <a:t>Người phụ trách</a:t>
            </a:r>
            <a:endParaRPr lang="en-US" sz="1050">
              <a:latin typeface="Aptos Narrow" panose="020B0004020202020204" pitchFamily="34" charset="0"/>
            </a:endParaRPr>
          </a:p>
          <a:p>
            <a:pPr marL="0" indent="0" algn="ctr">
              <a:lnSpc>
                <a:spcPct val="95000"/>
              </a:lnSpc>
              <a:buNone/>
            </a:pPr>
            <a:r>
              <a:rPr lang="en-US" sz="850">
                <a:solidFill>
                  <a:srgbClr val="FFFFFF"/>
                </a:solidFill>
                <a:latin typeface="Aptos Narrow" panose="020B0004020202020204" pitchFamily="34" charset="0"/>
                <a:ea typeface="NanumGothic" pitchFamily="34" charset="-122"/>
                <a:cs typeface="NanumGothic" pitchFamily="34" charset="-120"/>
              </a:rPr>
              <a:t>담당자</a:t>
            </a:r>
            <a:endParaRPr lang="en-US" sz="1050">
              <a:latin typeface="Aptos Narrow" panose="020B0004020202020204" pitchFamily="34" charset="0"/>
            </a:endParaRPr>
          </a:p>
        </p:txBody>
      </p:sp>
      <p:sp>
        <p:nvSpPr>
          <p:cNvPr id="17" name="Shape 15"/>
          <p:cNvSpPr/>
          <p:nvPr/>
        </p:nvSpPr>
        <p:spPr>
          <a:xfrm>
            <a:off x="457200" y="2084832"/>
            <a:ext cx="45720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18" name="Text 16"/>
          <p:cNvSpPr/>
          <p:nvPr/>
        </p:nvSpPr>
        <p:spPr>
          <a:xfrm>
            <a:off x="457200" y="2084832"/>
            <a:ext cx="457200" cy="696468"/>
          </a:xfrm>
          <a:prstGeom prst="rect">
            <a:avLst/>
          </a:prstGeom>
          <a:noFill/>
          <a:ln/>
        </p:spPr>
        <p:txBody>
          <a:bodyPr wrap="square" lIns="0" tIns="0" rIns="0" bIns="0" rtlCol="0" anchor="ctr"/>
          <a:lstStyle/>
          <a:p>
            <a:pPr marL="0" indent="0" algn="ctr">
              <a:buNone/>
            </a:pPr>
            <a:r>
              <a:rPr lang="en-US" sz="1100">
                <a:solidFill>
                  <a:srgbClr val="5B6B79"/>
                </a:solidFill>
                <a:latin typeface="Aptos Narrow" panose="020B0004020202020204" pitchFamily="34" charset="0"/>
                <a:ea typeface="Arial" pitchFamily="34" charset="-122"/>
                <a:cs typeface="Arial" pitchFamily="34" charset="-120"/>
              </a:rPr>
              <a:t>1</a:t>
            </a:r>
            <a:endParaRPr lang="en-US" sz="1100">
              <a:latin typeface="Aptos Narrow" panose="020B0004020202020204" pitchFamily="34" charset="0"/>
            </a:endParaRPr>
          </a:p>
        </p:txBody>
      </p:sp>
      <p:sp>
        <p:nvSpPr>
          <p:cNvPr id="19" name="Shape 17"/>
          <p:cNvSpPr/>
          <p:nvPr/>
        </p:nvSpPr>
        <p:spPr>
          <a:xfrm>
            <a:off x="914400" y="2084832"/>
            <a:ext cx="320040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20" name="Shape 18"/>
          <p:cNvSpPr/>
          <p:nvPr/>
        </p:nvSpPr>
        <p:spPr>
          <a:xfrm>
            <a:off x="4114800" y="2084832"/>
            <a:ext cx="16916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21" name="Shape 19"/>
          <p:cNvSpPr/>
          <p:nvPr/>
        </p:nvSpPr>
        <p:spPr>
          <a:xfrm>
            <a:off x="5806440" y="2084832"/>
            <a:ext cx="32918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22" name="Shape 20"/>
          <p:cNvSpPr/>
          <p:nvPr/>
        </p:nvSpPr>
        <p:spPr>
          <a:xfrm>
            <a:off x="9098280" y="2084832"/>
            <a:ext cx="12344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23" name="Shape 21"/>
          <p:cNvSpPr/>
          <p:nvPr/>
        </p:nvSpPr>
        <p:spPr>
          <a:xfrm>
            <a:off x="10332720" y="2084832"/>
            <a:ext cx="1399032"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24" name="Shape 22"/>
          <p:cNvSpPr/>
          <p:nvPr/>
        </p:nvSpPr>
        <p:spPr>
          <a:xfrm>
            <a:off x="457200" y="2781300"/>
            <a:ext cx="45720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25" name="Text 23"/>
          <p:cNvSpPr/>
          <p:nvPr/>
        </p:nvSpPr>
        <p:spPr>
          <a:xfrm>
            <a:off x="457200" y="2781300"/>
            <a:ext cx="457200" cy="696468"/>
          </a:xfrm>
          <a:prstGeom prst="rect">
            <a:avLst/>
          </a:prstGeom>
          <a:noFill/>
          <a:ln/>
        </p:spPr>
        <p:txBody>
          <a:bodyPr wrap="square" lIns="0" tIns="0" rIns="0" bIns="0" rtlCol="0" anchor="ctr"/>
          <a:lstStyle/>
          <a:p>
            <a:pPr marL="0" indent="0" algn="ctr">
              <a:buNone/>
            </a:pPr>
            <a:r>
              <a:rPr lang="en-US" sz="1100">
                <a:solidFill>
                  <a:srgbClr val="5B6B79"/>
                </a:solidFill>
                <a:latin typeface="Aptos Narrow" panose="020B0004020202020204" pitchFamily="34" charset="0"/>
                <a:ea typeface="Arial" pitchFamily="34" charset="-122"/>
                <a:cs typeface="Arial" pitchFamily="34" charset="-120"/>
              </a:rPr>
              <a:t>2</a:t>
            </a:r>
            <a:endParaRPr lang="en-US" sz="1100">
              <a:latin typeface="Aptos Narrow" panose="020B0004020202020204" pitchFamily="34" charset="0"/>
            </a:endParaRPr>
          </a:p>
        </p:txBody>
      </p:sp>
      <p:sp>
        <p:nvSpPr>
          <p:cNvPr id="26" name="Shape 24"/>
          <p:cNvSpPr/>
          <p:nvPr/>
        </p:nvSpPr>
        <p:spPr>
          <a:xfrm>
            <a:off x="914400" y="2781300"/>
            <a:ext cx="320040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27" name="Shape 25"/>
          <p:cNvSpPr/>
          <p:nvPr/>
        </p:nvSpPr>
        <p:spPr>
          <a:xfrm>
            <a:off x="4114800" y="2781300"/>
            <a:ext cx="16916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28" name="Shape 26"/>
          <p:cNvSpPr/>
          <p:nvPr/>
        </p:nvSpPr>
        <p:spPr>
          <a:xfrm>
            <a:off x="5806440" y="2781300"/>
            <a:ext cx="32918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29" name="Shape 27"/>
          <p:cNvSpPr/>
          <p:nvPr/>
        </p:nvSpPr>
        <p:spPr>
          <a:xfrm>
            <a:off x="9098280" y="2781300"/>
            <a:ext cx="12344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30" name="Shape 28"/>
          <p:cNvSpPr/>
          <p:nvPr/>
        </p:nvSpPr>
        <p:spPr>
          <a:xfrm>
            <a:off x="10332720" y="2781300"/>
            <a:ext cx="1399032"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31" name="Shape 29"/>
          <p:cNvSpPr/>
          <p:nvPr/>
        </p:nvSpPr>
        <p:spPr>
          <a:xfrm>
            <a:off x="457200" y="3477768"/>
            <a:ext cx="45720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32" name="Text 30"/>
          <p:cNvSpPr/>
          <p:nvPr/>
        </p:nvSpPr>
        <p:spPr>
          <a:xfrm>
            <a:off x="457200" y="3477768"/>
            <a:ext cx="457200" cy="696468"/>
          </a:xfrm>
          <a:prstGeom prst="rect">
            <a:avLst/>
          </a:prstGeom>
          <a:noFill/>
          <a:ln/>
        </p:spPr>
        <p:txBody>
          <a:bodyPr wrap="square" lIns="0" tIns="0" rIns="0" bIns="0" rtlCol="0" anchor="ctr"/>
          <a:lstStyle/>
          <a:p>
            <a:pPr marL="0" indent="0" algn="ctr">
              <a:buNone/>
            </a:pPr>
            <a:r>
              <a:rPr lang="en-US" sz="1100">
                <a:solidFill>
                  <a:srgbClr val="5B6B79"/>
                </a:solidFill>
                <a:latin typeface="Aptos Narrow" panose="020B0004020202020204" pitchFamily="34" charset="0"/>
                <a:ea typeface="Arial" pitchFamily="34" charset="-122"/>
                <a:cs typeface="Arial" pitchFamily="34" charset="-120"/>
              </a:rPr>
              <a:t>3</a:t>
            </a:r>
            <a:endParaRPr lang="en-US" sz="1100">
              <a:latin typeface="Aptos Narrow" panose="020B0004020202020204" pitchFamily="34" charset="0"/>
            </a:endParaRPr>
          </a:p>
        </p:txBody>
      </p:sp>
      <p:sp>
        <p:nvSpPr>
          <p:cNvPr id="33" name="Shape 31"/>
          <p:cNvSpPr/>
          <p:nvPr/>
        </p:nvSpPr>
        <p:spPr>
          <a:xfrm>
            <a:off x="914400" y="3477768"/>
            <a:ext cx="320040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34" name="Shape 32"/>
          <p:cNvSpPr/>
          <p:nvPr/>
        </p:nvSpPr>
        <p:spPr>
          <a:xfrm>
            <a:off x="4114800" y="3477768"/>
            <a:ext cx="16916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35" name="Shape 33"/>
          <p:cNvSpPr/>
          <p:nvPr/>
        </p:nvSpPr>
        <p:spPr>
          <a:xfrm>
            <a:off x="5806440" y="3477768"/>
            <a:ext cx="32918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36" name="Shape 34"/>
          <p:cNvSpPr/>
          <p:nvPr/>
        </p:nvSpPr>
        <p:spPr>
          <a:xfrm>
            <a:off x="9098280" y="3477768"/>
            <a:ext cx="12344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37" name="Shape 35"/>
          <p:cNvSpPr/>
          <p:nvPr/>
        </p:nvSpPr>
        <p:spPr>
          <a:xfrm>
            <a:off x="10332720" y="3477768"/>
            <a:ext cx="1399032"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38" name="Shape 36"/>
          <p:cNvSpPr/>
          <p:nvPr/>
        </p:nvSpPr>
        <p:spPr>
          <a:xfrm>
            <a:off x="457200" y="4174236"/>
            <a:ext cx="45720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39" name="Text 37"/>
          <p:cNvSpPr/>
          <p:nvPr/>
        </p:nvSpPr>
        <p:spPr>
          <a:xfrm>
            <a:off x="457200" y="4174236"/>
            <a:ext cx="457200" cy="696468"/>
          </a:xfrm>
          <a:prstGeom prst="rect">
            <a:avLst/>
          </a:prstGeom>
          <a:noFill/>
          <a:ln/>
        </p:spPr>
        <p:txBody>
          <a:bodyPr wrap="square" lIns="0" tIns="0" rIns="0" bIns="0" rtlCol="0" anchor="ctr"/>
          <a:lstStyle/>
          <a:p>
            <a:pPr marL="0" indent="0" algn="ctr">
              <a:buNone/>
            </a:pPr>
            <a:r>
              <a:rPr lang="en-US" sz="1100">
                <a:solidFill>
                  <a:srgbClr val="5B6B79"/>
                </a:solidFill>
                <a:latin typeface="Aptos Narrow" panose="020B0004020202020204" pitchFamily="34" charset="0"/>
                <a:ea typeface="Arial" pitchFamily="34" charset="-122"/>
                <a:cs typeface="Arial" pitchFamily="34" charset="-120"/>
              </a:rPr>
              <a:t>4</a:t>
            </a:r>
            <a:endParaRPr lang="en-US" sz="1100">
              <a:latin typeface="Aptos Narrow" panose="020B0004020202020204" pitchFamily="34" charset="0"/>
            </a:endParaRPr>
          </a:p>
        </p:txBody>
      </p:sp>
      <p:sp>
        <p:nvSpPr>
          <p:cNvPr id="40" name="Shape 38"/>
          <p:cNvSpPr/>
          <p:nvPr/>
        </p:nvSpPr>
        <p:spPr>
          <a:xfrm>
            <a:off x="914400" y="4174236"/>
            <a:ext cx="320040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41" name="Shape 39"/>
          <p:cNvSpPr/>
          <p:nvPr/>
        </p:nvSpPr>
        <p:spPr>
          <a:xfrm>
            <a:off x="4114800" y="4174236"/>
            <a:ext cx="16916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42" name="Shape 40"/>
          <p:cNvSpPr/>
          <p:nvPr/>
        </p:nvSpPr>
        <p:spPr>
          <a:xfrm>
            <a:off x="5806440" y="4174236"/>
            <a:ext cx="32918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43" name="Shape 41"/>
          <p:cNvSpPr/>
          <p:nvPr/>
        </p:nvSpPr>
        <p:spPr>
          <a:xfrm>
            <a:off x="9098280" y="4174236"/>
            <a:ext cx="12344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44" name="Shape 42"/>
          <p:cNvSpPr/>
          <p:nvPr/>
        </p:nvSpPr>
        <p:spPr>
          <a:xfrm>
            <a:off x="10332720" y="4174236"/>
            <a:ext cx="1399032"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45" name="Shape 43"/>
          <p:cNvSpPr/>
          <p:nvPr/>
        </p:nvSpPr>
        <p:spPr>
          <a:xfrm>
            <a:off x="457200" y="4870704"/>
            <a:ext cx="45720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46" name="Text 44"/>
          <p:cNvSpPr/>
          <p:nvPr/>
        </p:nvSpPr>
        <p:spPr>
          <a:xfrm>
            <a:off x="457200" y="4870704"/>
            <a:ext cx="457200" cy="696468"/>
          </a:xfrm>
          <a:prstGeom prst="rect">
            <a:avLst/>
          </a:prstGeom>
          <a:noFill/>
          <a:ln/>
        </p:spPr>
        <p:txBody>
          <a:bodyPr wrap="square" lIns="0" tIns="0" rIns="0" bIns="0" rtlCol="0" anchor="ctr"/>
          <a:lstStyle/>
          <a:p>
            <a:pPr marL="0" indent="0" algn="ctr">
              <a:buNone/>
            </a:pPr>
            <a:r>
              <a:rPr lang="en-US" sz="1100">
                <a:solidFill>
                  <a:srgbClr val="5B6B79"/>
                </a:solidFill>
                <a:latin typeface="Aptos Narrow" panose="020B0004020202020204" pitchFamily="34" charset="0"/>
                <a:ea typeface="Arial" pitchFamily="34" charset="-122"/>
                <a:cs typeface="Arial" pitchFamily="34" charset="-120"/>
              </a:rPr>
              <a:t>5</a:t>
            </a:r>
            <a:endParaRPr lang="en-US" sz="1100">
              <a:latin typeface="Aptos Narrow" panose="020B0004020202020204" pitchFamily="34" charset="0"/>
            </a:endParaRPr>
          </a:p>
        </p:txBody>
      </p:sp>
      <p:sp>
        <p:nvSpPr>
          <p:cNvPr id="47" name="Shape 45"/>
          <p:cNvSpPr/>
          <p:nvPr/>
        </p:nvSpPr>
        <p:spPr>
          <a:xfrm>
            <a:off x="914400" y="4870704"/>
            <a:ext cx="320040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48" name="Shape 46"/>
          <p:cNvSpPr/>
          <p:nvPr/>
        </p:nvSpPr>
        <p:spPr>
          <a:xfrm>
            <a:off x="4114800" y="4870704"/>
            <a:ext cx="16916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49" name="Shape 47"/>
          <p:cNvSpPr/>
          <p:nvPr/>
        </p:nvSpPr>
        <p:spPr>
          <a:xfrm>
            <a:off x="5806440" y="4870704"/>
            <a:ext cx="32918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50" name="Shape 48"/>
          <p:cNvSpPr/>
          <p:nvPr/>
        </p:nvSpPr>
        <p:spPr>
          <a:xfrm>
            <a:off x="9098280" y="4870704"/>
            <a:ext cx="1234440"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51" name="Shape 49"/>
          <p:cNvSpPr/>
          <p:nvPr/>
        </p:nvSpPr>
        <p:spPr>
          <a:xfrm>
            <a:off x="10332720" y="4870704"/>
            <a:ext cx="1399032" cy="696468"/>
          </a:xfrm>
          <a:prstGeom prst="rect">
            <a:avLst/>
          </a:prstGeom>
          <a:solidFill>
            <a:srgbClr val="FFFFFF"/>
          </a:solidFill>
          <a:ln w="6350">
            <a:solidFill>
              <a:srgbClr val="D7DEE4"/>
            </a:solidFill>
            <a:prstDash val="solid"/>
          </a:ln>
        </p:spPr>
        <p:txBody>
          <a:bodyPr/>
          <a:lstStyle/>
          <a:p>
            <a:endParaRPr lang="en-US">
              <a:latin typeface="Aptos Narrow" panose="020B0004020202020204" pitchFamily="34" charset="0"/>
            </a:endParaRPr>
          </a:p>
        </p:txBody>
      </p:sp>
      <p:sp>
        <p:nvSpPr>
          <p:cNvPr id="52" name="Shape 50"/>
          <p:cNvSpPr/>
          <p:nvPr/>
        </p:nvSpPr>
        <p:spPr>
          <a:xfrm>
            <a:off x="457200" y="5567172"/>
            <a:ext cx="45720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53" name="Text 51"/>
          <p:cNvSpPr/>
          <p:nvPr/>
        </p:nvSpPr>
        <p:spPr>
          <a:xfrm>
            <a:off x="457200" y="5567172"/>
            <a:ext cx="457200" cy="696468"/>
          </a:xfrm>
          <a:prstGeom prst="rect">
            <a:avLst/>
          </a:prstGeom>
          <a:noFill/>
          <a:ln/>
        </p:spPr>
        <p:txBody>
          <a:bodyPr wrap="square" lIns="0" tIns="0" rIns="0" bIns="0" rtlCol="0" anchor="ctr"/>
          <a:lstStyle/>
          <a:p>
            <a:pPr marL="0" indent="0" algn="ctr">
              <a:buNone/>
            </a:pPr>
            <a:r>
              <a:rPr lang="en-US" sz="1100">
                <a:solidFill>
                  <a:srgbClr val="5B6B79"/>
                </a:solidFill>
                <a:latin typeface="Aptos Narrow" panose="020B0004020202020204" pitchFamily="34" charset="0"/>
                <a:ea typeface="Arial" pitchFamily="34" charset="-122"/>
                <a:cs typeface="Arial" pitchFamily="34" charset="-120"/>
              </a:rPr>
              <a:t>6</a:t>
            </a:r>
            <a:endParaRPr lang="en-US" sz="1100">
              <a:latin typeface="Aptos Narrow" panose="020B0004020202020204" pitchFamily="34" charset="0"/>
            </a:endParaRPr>
          </a:p>
        </p:txBody>
      </p:sp>
      <p:sp>
        <p:nvSpPr>
          <p:cNvPr id="54" name="Shape 52"/>
          <p:cNvSpPr/>
          <p:nvPr/>
        </p:nvSpPr>
        <p:spPr>
          <a:xfrm>
            <a:off x="914400" y="5567172"/>
            <a:ext cx="320040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55" name="Shape 53"/>
          <p:cNvSpPr/>
          <p:nvPr/>
        </p:nvSpPr>
        <p:spPr>
          <a:xfrm>
            <a:off x="4114800" y="5567172"/>
            <a:ext cx="16916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56" name="Shape 54"/>
          <p:cNvSpPr/>
          <p:nvPr/>
        </p:nvSpPr>
        <p:spPr>
          <a:xfrm>
            <a:off x="5806440" y="5567172"/>
            <a:ext cx="32918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57" name="Shape 55"/>
          <p:cNvSpPr/>
          <p:nvPr/>
        </p:nvSpPr>
        <p:spPr>
          <a:xfrm>
            <a:off x="9098280" y="5567172"/>
            <a:ext cx="1234440"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58" name="Shape 56"/>
          <p:cNvSpPr/>
          <p:nvPr/>
        </p:nvSpPr>
        <p:spPr>
          <a:xfrm>
            <a:off x="10332720" y="5567172"/>
            <a:ext cx="1399032" cy="696468"/>
          </a:xfrm>
          <a:prstGeom prst="rect">
            <a:avLst/>
          </a:prstGeom>
          <a:solidFill>
            <a:srgbClr val="F4F7F9"/>
          </a:solidFill>
          <a:ln w="6350">
            <a:solidFill>
              <a:srgbClr val="D7DEE4"/>
            </a:solidFill>
            <a:prstDash val="solid"/>
          </a:ln>
        </p:spPr>
        <p:txBody>
          <a:bodyPr/>
          <a:lstStyle/>
          <a:p>
            <a:endParaRPr lang="en-US">
              <a:latin typeface="Aptos Narrow" panose="020B0004020202020204" pitchFamily="34" charset="0"/>
            </a:endParaRPr>
          </a:p>
        </p:txBody>
      </p:sp>
      <p:sp>
        <p:nvSpPr>
          <p:cNvPr id="59" name="Text 57"/>
          <p:cNvSpPr/>
          <p:nvPr/>
        </p:nvSpPr>
        <p:spPr>
          <a:xfrm>
            <a:off x="457200" y="6355080"/>
            <a:ext cx="11247120" cy="274320"/>
          </a:xfrm>
          <a:prstGeom prst="rect">
            <a:avLst/>
          </a:prstGeom>
          <a:noFill/>
          <a:ln/>
        </p:spPr>
        <p:txBody>
          <a:bodyPr wrap="square" lIns="0" tIns="0" rIns="0" bIns="0" rtlCol="0" anchor="ctr"/>
          <a:lstStyle/>
          <a:p>
            <a:pPr marL="0" indent="0">
              <a:buNone/>
            </a:pPr>
            <a:r>
              <a:rPr lang="en-US" sz="850" i="1">
                <a:solidFill>
                  <a:srgbClr val="5B6B79"/>
                </a:solidFill>
                <a:latin typeface="Aptos Narrow" panose="020B0004020202020204" pitchFamily="34" charset="0"/>
                <a:ea typeface="Arial" pitchFamily="34" charset="-122"/>
                <a:cs typeface="Arial" pitchFamily="34" charset="-120"/>
              </a:rPr>
              <a:t>Gợi ý thời hạn: tham chiếu mốc chuyển tiếp tại Điều 31 — 03 tháng (báo cáo API) và 01 năm (hoàn thiện hệ thống &amp; dữ liệu).  ·  </a:t>
            </a:r>
            <a:r>
              <a:rPr lang="en-US" sz="850" i="1">
                <a:solidFill>
                  <a:srgbClr val="5B6B79"/>
                </a:solidFill>
                <a:latin typeface="Aptos Narrow" panose="020B0004020202020204" pitchFamily="34" charset="0"/>
                <a:ea typeface="NanumGothic" pitchFamily="34" charset="-122"/>
                <a:cs typeface="NanumGothic" pitchFamily="34" charset="-120"/>
              </a:rPr>
              <a:t>기한 참고: 제31조 경과 일정 — API 보고 3개월, 시스템·데이터 정비 1년.</a:t>
            </a:r>
            <a:endParaRPr lang="en-US" sz="850">
              <a:latin typeface="Aptos Narrow" panose="020B0004020202020204" pitchFamily="34" charset="0"/>
            </a:endParaRPr>
          </a:p>
        </p:txBody>
      </p:sp>
      <p:sp>
        <p:nvSpPr>
          <p:cNvPr id="60" name="Text 58"/>
          <p:cNvSpPr/>
          <p:nvPr/>
        </p:nvSpPr>
        <p:spPr>
          <a:xfrm>
            <a:off x="11430000" y="6510528"/>
            <a:ext cx="365760" cy="256032"/>
          </a:xfrm>
          <a:prstGeom prst="rect">
            <a:avLst/>
          </a:prstGeom>
          <a:noFill/>
          <a:ln/>
        </p:spPr>
        <p:txBody>
          <a:bodyPr wrap="square" lIns="0" tIns="0" rIns="0" bIns="0" rtlCol="0" anchor="ctr"/>
          <a:lstStyle/>
          <a:p>
            <a:pPr marL="0" indent="0" algn="r">
              <a:buNone/>
            </a:pPr>
            <a:r>
              <a:rPr lang="en-US" sz="900">
                <a:solidFill>
                  <a:srgbClr val="5B6B79"/>
                </a:solidFill>
                <a:latin typeface="Aptos Narrow" panose="020B0004020202020204" pitchFamily="34" charset="0"/>
                <a:ea typeface="Arial" pitchFamily="34" charset="-122"/>
                <a:cs typeface="Arial" pitchFamily="34" charset="-120"/>
              </a:rPr>
              <a:t>19</a:t>
            </a:r>
            <a:endParaRPr lang="en-US" sz="900">
              <a:latin typeface="Aptos Narrow" panose="020B00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9160</Words>
  <Application>Microsoft Office PowerPoint</Application>
  <PresentationFormat>Widescreen</PresentationFormat>
  <Paragraphs>558</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NanumGothic</vt:lpstr>
      <vt:lpstr>Aptos</vt:lpstr>
      <vt:lpstr>Aptos Display</vt:lpstr>
      <vt:lpstr>Aptos Narrow</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Checklist tuân thủ Chương II / 제2장 준수 점검표</dc:title>
  <dc:subject>PptxGenJS Presentation</dc:subject>
  <dc:creator>재무부 - 국가증권위원회 (UBCKNN)</dc:creator>
  <cp:lastModifiedBy>Phạm Thị Nhung</cp:lastModifiedBy>
  <cp:revision>1</cp:revision>
  <dcterms:created xsi:type="dcterms:W3CDTF">2026-06-05T02:50:27Z</dcterms:created>
  <dcterms:modified xsi:type="dcterms:W3CDTF">2026-06-12T11:27:08Z</dcterms:modified>
</cp:coreProperties>
</file>